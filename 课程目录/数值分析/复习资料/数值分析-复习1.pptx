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10"/>
  </p:notesMasterIdLst>
  <p:sldIdLst>
    <p:sldId id="1447" r:id="rId5"/>
    <p:sldId id="562" r:id="rId6"/>
    <p:sldId id="723" r:id="rId7"/>
    <p:sldId id="648" r:id="rId8"/>
    <p:sldId id="738" r:id="rId9"/>
    <p:sldId id="1877" r:id="rId11"/>
    <p:sldId id="1769" r:id="rId12"/>
    <p:sldId id="1541" r:id="rId13"/>
    <p:sldId id="725" r:id="rId14"/>
    <p:sldId id="726" r:id="rId15"/>
    <p:sldId id="1768" r:id="rId16"/>
    <p:sldId id="1662" r:id="rId17"/>
    <p:sldId id="565" r:id="rId18"/>
    <p:sldId id="1542" r:id="rId19"/>
    <p:sldId id="942" r:id="rId20"/>
    <p:sldId id="1543" r:id="rId21"/>
    <p:sldId id="1544" r:id="rId22"/>
    <p:sldId id="1545" r:id="rId23"/>
    <p:sldId id="1546" r:id="rId24"/>
    <p:sldId id="1663" r:id="rId25"/>
    <p:sldId id="1664" r:id="rId26"/>
    <p:sldId id="567" r:id="rId27"/>
    <p:sldId id="729" r:id="rId28"/>
    <p:sldId id="1632" r:id="rId29"/>
    <p:sldId id="1765" r:id="rId30"/>
    <p:sldId id="1039" r:id="rId31"/>
    <p:sldId id="1202" r:id="rId32"/>
    <p:sldId id="570" r:id="rId33"/>
    <p:sldId id="663" r:id="rId34"/>
    <p:sldId id="730" r:id="rId35"/>
    <p:sldId id="874" r:id="rId36"/>
    <p:sldId id="875" r:id="rId37"/>
    <p:sldId id="1633" r:id="rId38"/>
    <p:sldId id="1634" r:id="rId39"/>
    <p:sldId id="1635" r:id="rId40"/>
    <p:sldId id="1636" r:id="rId41"/>
    <p:sldId id="1637" r:id="rId42"/>
    <p:sldId id="1638" r:id="rId43"/>
    <p:sldId id="1291" r:id="rId44"/>
    <p:sldId id="1292" r:id="rId45"/>
    <p:sldId id="1085" r:id="rId46"/>
    <p:sldId id="905" r:id="rId47"/>
    <p:sldId id="1639" r:id="rId48"/>
    <p:sldId id="1640" r:id="rId49"/>
    <p:sldId id="1641" r:id="rId50"/>
    <p:sldId id="1642" r:id="rId51"/>
    <p:sldId id="1643" r:id="rId52"/>
    <p:sldId id="1644" r:id="rId53"/>
    <p:sldId id="1645" r:id="rId54"/>
    <p:sldId id="1646" r:id="rId55"/>
    <p:sldId id="582" r:id="rId56"/>
    <p:sldId id="1349" r:id="rId57"/>
    <p:sldId id="1350" r:id="rId58"/>
    <p:sldId id="583" r:id="rId59"/>
    <p:sldId id="584" r:id="rId60"/>
    <p:sldId id="696" r:id="rId61"/>
    <p:sldId id="586" r:id="rId62"/>
    <p:sldId id="681" r:id="rId63"/>
    <p:sldId id="682" r:id="rId64"/>
    <p:sldId id="683" r:id="rId65"/>
    <p:sldId id="684" r:id="rId66"/>
    <p:sldId id="685" r:id="rId67"/>
    <p:sldId id="686" r:id="rId68"/>
    <p:sldId id="687" r:id="rId69"/>
    <p:sldId id="688" r:id="rId70"/>
    <p:sldId id="1647" r:id="rId71"/>
    <p:sldId id="1648" r:id="rId72"/>
    <p:sldId id="1649" r:id="rId73"/>
    <p:sldId id="1650" r:id="rId74"/>
    <p:sldId id="1651" r:id="rId75"/>
    <p:sldId id="1405" r:id="rId76"/>
    <p:sldId id="590" r:id="rId77"/>
    <p:sldId id="692" r:id="rId78"/>
    <p:sldId id="690" r:id="rId79"/>
    <p:sldId id="943" r:id="rId80"/>
    <p:sldId id="944" r:id="rId81"/>
    <p:sldId id="732" r:id="rId82"/>
    <p:sldId id="734" r:id="rId83"/>
    <p:sldId id="1259" r:id="rId84"/>
    <p:sldId id="1260" r:id="rId85"/>
    <p:sldId id="1261" r:id="rId86"/>
    <p:sldId id="1262" r:id="rId87"/>
    <p:sldId id="1086" r:id="rId88"/>
    <p:sldId id="1087" r:id="rId89"/>
    <p:sldId id="1088" r:id="rId90"/>
    <p:sldId id="1089" r:id="rId91"/>
    <p:sldId id="1653" r:id="rId92"/>
    <p:sldId id="1654" r:id="rId93"/>
    <p:sldId id="1656" r:id="rId94"/>
    <p:sldId id="1657" r:id="rId95"/>
    <p:sldId id="1986" r:id="rId96"/>
    <p:sldId id="1985" r:id="rId97"/>
    <p:sldId id="596" r:id="rId98"/>
    <p:sldId id="597" r:id="rId99"/>
    <p:sldId id="700" r:id="rId100"/>
    <p:sldId id="1127" r:id="rId101"/>
    <p:sldId id="1128" r:id="rId102"/>
    <p:sldId id="1129" r:id="rId103"/>
    <p:sldId id="1132" r:id="rId104"/>
    <p:sldId id="1293" r:id="rId105"/>
    <p:sldId id="1658" r:id="rId106"/>
    <p:sldId id="1659" r:id="rId107"/>
    <p:sldId id="1660" r:id="rId108"/>
    <p:sldId id="1661" r:id="rId109"/>
    <p:sldId id="995" r:id="rId110"/>
    <p:sldId id="720" r:id="rId111"/>
    <p:sldId id="1770" r:id="rId112"/>
    <p:sldId id="1134" r:id="rId113"/>
    <p:sldId id="1133" r:id="rId114"/>
    <p:sldId id="721" r:id="rId115"/>
    <p:sldId id="1396" r:id="rId116"/>
    <p:sldId id="1397" r:id="rId117"/>
    <p:sldId id="1398" r:id="rId118"/>
    <p:sldId id="1399" r:id="rId119"/>
    <p:sldId id="1400" r:id="rId12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2413"/>
    <p:restoredTop sz="90928"/>
  </p:normalViewPr>
  <p:slideViewPr>
    <p:cSldViewPr showGuides="1">
      <p:cViewPr varScale="1">
        <p:scale>
          <a:sx n="80" d="100"/>
          <a:sy n="80" d="100"/>
        </p:scale>
        <p:origin x="-1554" y="-96"/>
      </p:cViewPr>
      <p:guideLst>
        <p:guide orient="horz" pos="2152"/>
        <p:guide pos="285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3" Type="http://schemas.openxmlformats.org/officeDocument/2006/relationships/tableStyles" Target="tableStyles.xml"/><Relationship Id="rId122" Type="http://schemas.openxmlformats.org/officeDocument/2006/relationships/viewProps" Target="viewProps.xml"/><Relationship Id="rId121" Type="http://schemas.openxmlformats.org/officeDocument/2006/relationships/presProps" Target="presProps.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2.wmf"/><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3" Type="http://schemas.openxmlformats.org/officeDocument/2006/relationships/image" Target="../media/image27.wmf"/><Relationship Id="rId12" Type="http://schemas.openxmlformats.org/officeDocument/2006/relationships/image" Target="../media/image26.wmf"/><Relationship Id="rId11" Type="http://schemas.openxmlformats.org/officeDocument/2006/relationships/image" Target="../media/image25.wmf"/><Relationship Id="rId10" Type="http://schemas.openxmlformats.org/officeDocument/2006/relationships/image" Target="../media/image24.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32.wmf"/><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7" Type="http://schemas.openxmlformats.org/officeDocument/2006/relationships/image" Target="../media/image49.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7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6.vml.rels><?xml version="1.0" encoding="UTF-8" standalone="yes"?>
<Relationships xmlns="http://schemas.openxmlformats.org/package/2006/relationships"><Relationship Id="rId4" Type="http://schemas.openxmlformats.org/officeDocument/2006/relationships/image" Target="../media/image105.wmf"/><Relationship Id="rId3" Type="http://schemas.openxmlformats.org/officeDocument/2006/relationships/image" Target="../media/image104.wmf"/><Relationship Id="rId2" Type="http://schemas.openxmlformats.org/officeDocument/2006/relationships/image" Target="../media/image102.wmf"/><Relationship Id="rId1" Type="http://schemas.openxmlformats.org/officeDocument/2006/relationships/image" Target="../media/image103.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29.vml.rels><?xml version="1.0" encoding="UTF-8" standalone="yes"?>
<Relationships xmlns="http://schemas.openxmlformats.org/package/2006/relationships"><Relationship Id="rId4" Type="http://schemas.openxmlformats.org/officeDocument/2006/relationships/image" Target="../media/image115.wmf"/><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114.wmf"/><Relationship Id="rId3" Type="http://schemas.openxmlformats.org/officeDocument/2006/relationships/image" Target="../media/image116.wmf"/><Relationship Id="rId2" Type="http://schemas.openxmlformats.org/officeDocument/2006/relationships/image" Target="../media/image113.wmf"/><Relationship Id="rId1" Type="http://schemas.openxmlformats.org/officeDocument/2006/relationships/image" Target="../media/image112.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14.wmf"/><Relationship Id="rId7" Type="http://schemas.openxmlformats.org/officeDocument/2006/relationships/image" Target="../media/image121.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 Id="rId3" Type="http://schemas.openxmlformats.org/officeDocument/2006/relationships/image" Target="../media/image117.wmf"/><Relationship Id="rId2" Type="http://schemas.openxmlformats.org/officeDocument/2006/relationships/image" Target="../media/image113.wmf"/><Relationship Id="rId1" Type="http://schemas.openxmlformats.org/officeDocument/2006/relationships/image" Target="../media/image112.wmf"/></Relationships>
</file>

<file path=ppt/drawings/_rels/vmlDrawing32.vml.rels><?xml version="1.0" encoding="UTF-8" standalone="yes"?>
<Relationships xmlns="http://schemas.openxmlformats.org/package/2006/relationships"><Relationship Id="rId6" Type="http://schemas.openxmlformats.org/officeDocument/2006/relationships/image" Target="../media/image114.wmf"/><Relationship Id="rId5" Type="http://schemas.openxmlformats.org/officeDocument/2006/relationships/image" Target="../media/image124.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13.wmf"/><Relationship Id="rId1" Type="http://schemas.openxmlformats.org/officeDocument/2006/relationships/image" Target="../media/image112.wmf"/></Relationships>
</file>

<file path=ppt/drawings/_rels/vmlDrawing33.vml.rels><?xml version="1.0" encoding="UTF-8" standalone="yes"?>
<Relationships xmlns="http://schemas.openxmlformats.org/package/2006/relationships"><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image" Target="../media/image129.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33.wmf"/><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25.wmf"/></Relationships>
</file>

<file path=ppt/drawings/_rels/vmlDrawing36.vml.rels><?xml version="1.0" encoding="UTF-8" standalone="yes"?>
<Relationships xmlns="http://schemas.openxmlformats.org/package/2006/relationships"><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44.wmf"/><Relationship Id="rId1" Type="http://schemas.openxmlformats.org/officeDocument/2006/relationships/image" Target="../media/image143.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145.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9.wmf"/></Relationships>
</file>

<file path=ppt/drawings/_rels/vmlDrawing40.vml.rels><?xml version="1.0" encoding="UTF-8" standalone="yes"?>
<Relationships xmlns="http://schemas.openxmlformats.org/package/2006/relationships"><Relationship Id="rId5" Type="http://schemas.openxmlformats.org/officeDocument/2006/relationships/image" Target="../media/image150.wmf"/><Relationship Id="rId4" Type="http://schemas.openxmlformats.org/officeDocument/2006/relationships/image" Target="../media/image149.wmf"/><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158.wmf"/><Relationship Id="rId7" Type="http://schemas.openxmlformats.org/officeDocument/2006/relationships/image" Target="../media/image157.wmf"/><Relationship Id="rId6" Type="http://schemas.openxmlformats.org/officeDocument/2006/relationships/image" Target="../media/image156.wmf"/><Relationship Id="rId5" Type="http://schemas.openxmlformats.org/officeDocument/2006/relationships/image" Target="../media/image155.wmf"/><Relationship Id="rId4" Type="http://schemas.openxmlformats.org/officeDocument/2006/relationships/image" Target="../media/image154.wmf"/><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s>
</file>

<file path=ppt/drawings/_rels/vmlDrawing42.vml.rels><?xml version="1.0" encoding="UTF-8" standalone="yes"?>
<Relationships xmlns="http://schemas.openxmlformats.org/package/2006/relationships"><Relationship Id="rId4" Type="http://schemas.openxmlformats.org/officeDocument/2006/relationships/image" Target="../media/image162.wmf"/><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44.vml.rels><?xml version="1.0" encoding="UTF-8" standalone="yes"?>
<Relationships xmlns="http://schemas.openxmlformats.org/package/2006/relationships"><Relationship Id="rId6" Type="http://schemas.openxmlformats.org/officeDocument/2006/relationships/image" Target="../media/image171.wmf"/><Relationship Id="rId5" Type="http://schemas.openxmlformats.org/officeDocument/2006/relationships/image" Target="../media/image170.wmf"/><Relationship Id="rId4" Type="http://schemas.openxmlformats.org/officeDocument/2006/relationships/image" Target="../media/image169.wmf"/><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72.wmf"/></Relationships>
</file>

<file path=ppt/drawings/_rels/vmlDrawing46.vml.rels><?xml version="1.0" encoding="UTF-8" standalone="yes"?>
<Relationships xmlns="http://schemas.openxmlformats.org/package/2006/relationships"><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74.wmf"/><Relationship Id="rId3" Type="http://schemas.openxmlformats.org/officeDocument/2006/relationships/image" Target="../media/image173.wmf"/><Relationship Id="rId2" Type="http://schemas.openxmlformats.org/officeDocument/2006/relationships/image" Target="../media/image170.wmf"/><Relationship Id="rId1" Type="http://schemas.openxmlformats.org/officeDocument/2006/relationships/image" Target="../media/image169.wmf"/></Relationships>
</file>

<file path=ppt/drawings/_rels/vmlDrawing47.vml.rels><?xml version="1.0" encoding="UTF-8" standalone="yes"?>
<Relationships xmlns="http://schemas.openxmlformats.org/package/2006/relationships"><Relationship Id="rId6" Type="http://schemas.openxmlformats.org/officeDocument/2006/relationships/image" Target="../media/image181.wmf"/><Relationship Id="rId5" Type="http://schemas.openxmlformats.org/officeDocument/2006/relationships/image" Target="../media/image180.wmf"/><Relationship Id="rId4" Type="http://schemas.openxmlformats.org/officeDocument/2006/relationships/image" Target="../media/image179.wmf"/><Relationship Id="rId3" Type="http://schemas.openxmlformats.org/officeDocument/2006/relationships/image" Target="../media/image165.wmf"/><Relationship Id="rId2" Type="http://schemas.openxmlformats.org/officeDocument/2006/relationships/image" Target="../media/image178.wmf"/><Relationship Id="rId1" Type="http://schemas.openxmlformats.org/officeDocument/2006/relationships/image" Target="../media/image177.wmf"/></Relationships>
</file>

<file path=ppt/drawings/_rels/vmlDrawing48.vml.rels><?xml version="1.0" encoding="UTF-8" standalone="yes"?>
<Relationships xmlns="http://schemas.openxmlformats.org/package/2006/relationships"><Relationship Id="rId7" Type="http://schemas.openxmlformats.org/officeDocument/2006/relationships/image" Target="../media/image187.wmf"/><Relationship Id="rId6" Type="http://schemas.openxmlformats.org/officeDocument/2006/relationships/image" Target="../media/image186.wmf"/><Relationship Id="rId5" Type="http://schemas.openxmlformats.org/officeDocument/2006/relationships/image" Target="../media/image185.wmf"/><Relationship Id="rId4" Type="http://schemas.openxmlformats.org/officeDocument/2006/relationships/image" Target="../media/image184.wmf"/><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63.wmf"/></Relationships>
</file>

<file path=ppt/drawings/_rels/vmlDrawing49.vml.rels><?xml version="1.0" encoding="UTF-8" standalone="yes"?>
<Relationships xmlns="http://schemas.openxmlformats.org/package/2006/relationships"><Relationship Id="rId7" Type="http://schemas.openxmlformats.org/officeDocument/2006/relationships/image" Target="../media/image181.wmf"/><Relationship Id="rId6" Type="http://schemas.openxmlformats.org/officeDocument/2006/relationships/image" Target="../media/image190.wmf"/><Relationship Id="rId5" Type="http://schemas.openxmlformats.org/officeDocument/2006/relationships/image" Target="../media/image189.wmf"/><Relationship Id="rId4" Type="http://schemas.openxmlformats.org/officeDocument/2006/relationships/image" Target="../media/image184.wmf"/><Relationship Id="rId3" Type="http://schemas.openxmlformats.org/officeDocument/2006/relationships/image" Target="../media/image183.wmf"/><Relationship Id="rId2" Type="http://schemas.openxmlformats.org/officeDocument/2006/relationships/image" Target="../media/image188.wmf"/><Relationship Id="rId1" Type="http://schemas.openxmlformats.org/officeDocument/2006/relationships/image" Target="../media/image182.wmf"/></Relationships>
</file>

<file path=ppt/drawings/_rels/vmlDrawing50.vml.rels><?xml version="1.0" encoding="UTF-8" standalone="yes"?>
<Relationships xmlns="http://schemas.openxmlformats.org/package/2006/relationships"><Relationship Id="rId5" Type="http://schemas.openxmlformats.org/officeDocument/2006/relationships/image" Target="../media/image195.wmf"/><Relationship Id="rId4" Type="http://schemas.openxmlformats.org/officeDocument/2006/relationships/image" Target="../media/image194.wmf"/><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97.w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204.wmf"/><Relationship Id="rId3" Type="http://schemas.openxmlformats.org/officeDocument/2006/relationships/image" Target="../media/image203.wmf"/><Relationship Id="rId2" Type="http://schemas.openxmlformats.org/officeDocument/2006/relationships/image" Target="../media/image202.wmf"/><Relationship Id="rId1" Type="http://schemas.openxmlformats.org/officeDocument/2006/relationships/image" Target="../media/image201.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5.wmf"/></Relationships>
</file>

<file path=ppt/drawings/_rels/vmlDrawing54.vml.rels><?xml version="1.0" encoding="UTF-8" standalone="yes"?>
<Relationships xmlns="http://schemas.openxmlformats.org/package/2006/relationships"><Relationship Id="rId4" Type="http://schemas.openxmlformats.org/officeDocument/2006/relationships/image" Target="../media/image209.wmf"/><Relationship Id="rId3" Type="http://schemas.openxmlformats.org/officeDocument/2006/relationships/image" Target="../media/image208.wmf"/><Relationship Id="rId2" Type="http://schemas.openxmlformats.org/officeDocument/2006/relationships/image" Target="../media/image207.wmf"/><Relationship Id="rId1" Type="http://schemas.openxmlformats.org/officeDocument/2006/relationships/image" Target="../media/image206.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12.wmf"/><Relationship Id="rId2" Type="http://schemas.openxmlformats.org/officeDocument/2006/relationships/image" Target="../media/image211.wmf"/><Relationship Id="rId1" Type="http://schemas.openxmlformats.org/officeDocument/2006/relationships/image" Target="../media/image210.wmf"/></Relationships>
</file>

<file path=ppt/drawings/_rels/vmlDrawing56.vml.rels><?xml version="1.0" encoding="UTF-8" standalone="yes"?>
<Relationships xmlns="http://schemas.openxmlformats.org/package/2006/relationships"><Relationship Id="rId4" Type="http://schemas.openxmlformats.org/officeDocument/2006/relationships/image" Target="../media/image216.wmf"/><Relationship Id="rId3" Type="http://schemas.openxmlformats.org/officeDocument/2006/relationships/image" Target="../media/image215.wmf"/><Relationship Id="rId2" Type="http://schemas.openxmlformats.org/officeDocument/2006/relationships/image" Target="../media/image214.wmf"/><Relationship Id="rId1" Type="http://schemas.openxmlformats.org/officeDocument/2006/relationships/image" Target="../media/image213.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218.wmf"/><Relationship Id="rId1" Type="http://schemas.openxmlformats.org/officeDocument/2006/relationships/image" Target="../media/image217.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218.wmf"/><Relationship Id="rId1" Type="http://schemas.openxmlformats.org/officeDocument/2006/relationships/image" Target="../media/image219.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20.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222.wmf"/><Relationship Id="rId1" Type="http://schemas.openxmlformats.org/officeDocument/2006/relationships/image" Target="../media/image221.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231.wmf"/><Relationship Id="rId1" Type="http://schemas.openxmlformats.org/officeDocument/2006/relationships/image" Target="../media/image230.wmf"/></Relationships>
</file>

<file path=ppt/drawings/_rels/vmlDrawing63.vml.rels><?xml version="1.0" encoding="UTF-8" standalone="yes"?>
<Relationships xmlns="http://schemas.openxmlformats.org/package/2006/relationships"><Relationship Id="rId2" Type="http://schemas.openxmlformats.org/officeDocument/2006/relationships/image" Target="../media/image233.wmf"/><Relationship Id="rId1" Type="http://schemas.openxmlformats.org/officeDocument/2006/relationships/image" Target="../media/image232.wmf"/></Relationships>
</file>

<file path=ppt/drawings/_rels/vmlDrawing64.vml.rels><?xml version="1.0" encoding="UTF-8" standalone="yes"?>
<Relationships xmlns="http://schemas.openxmlformats.org/package/2006/relationships"><Relationship Id="rId2" Type="http://schemas.openxmlformats.org/officeDocument/2006/relationships/image" Target="../media/image234.wmf"/><Relationship Id="rId1" Type="http://schemas.openxmlformats.org/officeDocument/2006/relationships/image" Target="../media/image232.wmf"/></Relationships>
</file>

<file path=ppt/drawings/_rels/vmlDrawing65.vml.rels><?xml version="1.0" encoding="UTF-8" standalone="yes"?>
<Relationships xmlns="http://schemas.openxmlformats.org/package/2006/relationships"><Relationship Id="rId2" Type="http://schemas.openxmlformats.org/officeDocument/2006/relationships/image" Target="../media/image236.wmf"/><Relationship Id="rId1" Type="http://schemas.openxmlformats.org/officeDocument/2006/relationships/image" Target="../media/image235.wmf"/></Relationships>
</file>

<file path=ppt/drawings/_rels/vmlDrawing66.vml.rels><?xml version="1.0" encoding="UTF-8" standalone="yes"?>
<Relationships xmlns="http://schemas.openxmlformats.org/package/2006/relationships"><Relationship Id="rId4" Type="http://schemas.openxmlformats.org/officeDocument/2006/relationships/image" Target="../media/image240.wmf"/><Relationship Id="rId3" Type="http://schemas.openxmlformats.org/officeDocument/2006/relationships/image" Target="../media/image239.wmf"/><Relationship Id="rId2" Type="http://schemas.openxmlformats.org/officeDocument/2006/relationships/image" Target="../media/image238.wmf"/><Relationship Id="rId1" Type="http://schemas.openxmlformats.org/officeDocument/2006/relationships/image" Target="../media/image237.wmf"/></Relationships>
</file>

<file path=ppt/drawings/_rels/vmlDrawing67.vml.rels><?xml version="1.0" encoding="UTF-8" standalone="yes"?>
<Relationships xmlns="http://schemas.openxmlformats.org/package/2006/relationships"><Relationship Id="rId7" Type="http://schemas.openxmlformats.org/officeDocument/2006/relationships/image" Target="../media/image248.wmf"/><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s>
</file>

<file path=ppt/drawings/_rels/vmlDrawing68.vml.rels><?xml version="1.0" encoding="UTF-8" standalone="yes"?>
<Relationships xmlns="http://schemas.openxmlformats.org/package/2006/relationships"><Relationship Id="rId9" Type="http://schemas.openxmlformats.org/officeDocument/2006/relationships/image" Target="../media/image257.wmf"/><Relationship Id="rId8" Type="http://schemas.openxmlformats.org/officeDocument/2006/relationships/image" Target="../media/image256.wmf"/><Relationship Id="rId7" Type="http://schemas.openxmlformats.org/officeDocument/2006/relationships/image" Target="../media/image255.wmf"/><Relationship Id="rId6" Type="http://schemas.openxmlformats.org/officeDocument/2006/relationships/image" Target="../media/image254.wmf"/><Relationship Id="rId5" Type="http://schemas.openxmlformats.org/officeDocument/2006/relationships/image" Target="../media/image253.wmf"/><Relationship Id="rId4" Type="http://schemas.openxmlformats.org/officeDocument/2006/relationships/image" Target="../media/image252.wmf"/><Relationship Id="rId3" Type="http://schemas.openxmlformats.org/officeDocument/2006/relationships/image" Target="../media/image251.wmf"/><Relationship Id="rId2" Type="http://schemas.openxmlformats.org/officeDocument/2006/relationships/image" Target="../media/image250.wmf"/><Relationship Id="rId15" Type="http://schemas.openxmlformats.org/officeDocument/2006/relationships/image" Target="../media/image263.wmf"/><Relationship Id="rId14" Type="http://schemas.openxmlformats.org/officeDocument/2006/relationships/image" Target="../media/image262.wmf"/><Relationship Id="rId13" Type="http://schemas.openxmlformats.org/officeDocument/2006/relationships/image" Target="../media/image261.wmf"/><Relationship Id="rId12" Type="http://schemas.openxmlformats.org/officeDocument/2006/relationships/image" Target="../media/image260.wmf"/><Relationship Id="rId11" Type="http://schemas.openxmlformats.org/officeDocument/2006/relationships/image" Target="../media/image259.wmf"/><Relationship Id="rId10" Type="http://schemas.openxmlformats.org/officeDocument/2006/relationships/image" Target="../media/image258.wmf"/><Relationship Id="rId1" Type="http://schemas.openxmlformats.org/officeDocument/2006/relationships/image" Target="../media/image249.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266.wmf"/><Relationship Id="rId2" Type="http://schemas.openxmlformats.org/officeDocument/2006/relationships/image" Target="../media/image265.wmf"/><Relationship Id="rId1" Type="http://schemas.openxmlformats.org/officeDocument/2006/relationships/image" Target="../media/image264.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268.wmf"/><Relationship Id="rId1" Type="http://schemas.openxmlformats.org/officeDocument/2006/relationships/image" Target="../media/image267.w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69.wmf"/></Relationships>
</file>

<file path=ppt/drawings/_rels/vmlDrawing73.vml.rels><?xml version="1.0" encoding="UTF-8" standalone="yes"?>
<Relationships xmlns="http://schemas.openxmlformats.org/package/2006/relationships"><Relationship Id="rId6" Type="http://schemas.openxmlformats.org/officeDocument/2006/relationships/image" Target="../media/image275.wmf"/><Relationship Id="rId5" Type="http://schemas.openxmlformats.org/officeDocument/2006/relationships/image" Target="../media/image274.wmf"/><Relationship Id="rId4" Type="http://schemas.openxmlformats.org/officeDocument/2006/relationships/image" Target="../media/image273.wmf"/><Relationship Id="rId3" Type="http://schemas.openxmlformats.org/officeDocument/2006/relationships/image" Target="../media/image272.wmf"/><Relationship Id="rId2" Type="http://schemas.openxmlformats.org/officeDocument/2006/relationships/image" Target="../media/image271.wmf"/><Relationship Id="rId1" Type="http://schemas.openxmlformats.org/officeDocument/2006/relationships/image" Target="../media/image270.wmf"/></Relationships>
</file>

<file path=ppt/drawings/_rels/vmlDrawing74.vml.rels><?xml version="1.0" encoding="UTF-8" standalone="yes"?>
<Relationships xmlns="http://schemas.openxmlformats.org/package/2006/relationships"><Relationship Id="rId4" Type="http://schemas.openxmlformats.org/officeDocument/2006/relationships/image" Target="../media/image279.wmf"/><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wmf"/></Relationships>
</file>

<file path=ppt/drawings/_rels/vmlDrawing75.vml.rels><?xml version="1.0" encoding="UTF-8" standalone="yes"?>
<Relationships xmlns="http://schemas.openxmlformats.org/package/2006/relationships"><Relationship Id="rId7" Type="http://schemas.openxmlformats.org/officeDocument/2006/relationships/image" Target="../media/image286.wmf"/><Relationship Id="rId6" Type="http://schemas.openxmlformats.org/officeDocument/2006/relationships/image" Target="../media/image285.wmf"/><Relationship Id="rId5" Type="http://schemas.openxmlformats.org/officeDocument/2006/relationships/image" Target="../media/image284.wmf"/><Relationship Id="rId4" Type="http://schemas.openxmlformats.org/officeDocument/2006/relationships/image" Target="../media/image283.wmf"/><Relationship Id="rId3" Type="http://schemas.openxmlformats.org/officeDocument/2006/relationships/image" Target="../media/image282.wmf"/><Relationship Id="rId2" Type="http://schemas.openxmlformats.org/officeDocument/2006/relationships/image" Target="../media/image281.wmf"/><Relationship Id="rId1" Type="http://schemas.openxmlformats.org/officeDocument/2006/relationships/image" Target="../media/image280.wmf"/></Relationships>
</file>

<file path=ppt/drawings/_rels/vmlDrawing76.vml.rels><?xml version="1.0" encoding="UTF-8" standalone="yes"?>
<Relationships xmlns="http://schemas.openxmlformats.org/package/2006/relationships"><Relationship Id="rId2" Type="http://schemas.openxmlformats.org/officeDocument/2006/relationships/image" Target="../media/image288.wmf"/><Relationship Id="rId1" Type="http://schemas.openxmlformats.org/officeDocument/2006/relationships/image" Target="../media/image287.wmf"/></Relationships>
</file>

<file path=ppt/drawings/_rels/vmlDrawing77.vml.rels><?xml version="1.0" encoding="UTF-8" standalone="yes"?>
<Relationships xmlns="http://schemas.openxmlformats.org/package/2006/relationships"><Relationship Id="rId9" Type="http://schemas.openxmlformats.org/officeDocument/2006/relationships/image" Target="../media/image297.wmf"/><Relationship Id="rId8" Type="http://schemas.openxmlformats.org/officeDocument/2006/relationships/image" Target="../media/image296.wmf"/><Relationship Id="rId7" Type="http://schemas.openxmlformats.org/officeDocument/2006/relationships/image" Target="../media/image295.wmf"/><Relationship Id="rId6" Type="http://schemas.openxmlformats.org/officeDocument/2006/relationships/image" Target="../media/image294.wmf"/><Relationship Id="rId5" Type="http://schemas.openxmlformats.org/officeDocument/2006/relationships/image" Target="../media/image293.wmf"/><Relationship Id="rId4" Type="http://schemas.openxmlformats.org/officeDocument/2006/relationships/image" Target="../media/image292.wmf"/><Relationship Id="rId3" Type="http://schemas.openxmlformats.org/officeDocument/2006/relationships/image" Target="../media/image291.wmf"/><Relationship Id="rId2" Type="http://schemas.openxmlformats.org/officeDocument/2006/relationships/image" Target="../media/image290.wmf"/><Relationship Id="rId1" Type="http://schemas.openxmlformats.org/officeDocument/2006/relationships/image" Target="../media/image289.wmf"/></Relationships>
</file>

<file path=ppt/drawings/_rels/vmlDrawing78.vml.rels><?xml version="1.0" encoding="UTF-8" standalone="yes"?>
<Relationships xmlns="http://schemas.openxmlformats.org/package/2006/relationships"><Relationship Id="rId9" Type="http://schemas.openxmlformats.org/officeDocument/2006/relationships/image" Target="../media/image306.wmf"/><Relationship Id="rId8" Type="http://schemas.openxmlformats.org/officeDocument/2006/relationships/image" Target="../media/image305.wmf"/><Relationship Id="rId7" Type="http://schemas.openxmlformats.org/officeDocument/2006/relationships/image" Target="../media/image304.wmf"/><Relationship Id="rId6" Type="http://schemas.openxmlformats.org/officeDocument/2006/relationships/image" Target="../media/image303.wmf"/><Relationship Id="rId5" Type="http://schemas.openxmlformats.org/officeDocument/2006/relationships/image" Target="../media/image302.wmf"/><Relationship Id="rId4" Type="http://schemas.openxmlformats.org/officeDocument/2006/relationships/image" Target="../media/image301.wmf"/><Relationship Id="rId3" Type="http://schemas.openxmlformats.org/officeDocument/2006/relationships/image" Target="../media/image300.wmf"/><Relationship Id="rId2" Type="http://schemas.openxmlformats.org/officeDocument/2006/relationships/image" Target="../media/image299.wmf"/><Relationship Id="rId1" Type="http://schemas.openxmlformats.org/officeDocument/2006/relationships/image" Target="../media/image298.wmf"/></Relationships>
</file>

<file path=ppt/drawings/_rels/vmlDrawing79.vml.rels><?xml version="1.0" encoding="UTF-8" standalone="yes"?>
<Relationships xmlns="http://schemas.openxmlformats.org/package/2006/relationships"><Relationship Id="rId9" Type="http://schemas.openxmlformats.org/officeDocument/2006/relationships/image" Target="../media/image293.wmf"/><Relationship Id="rId8" Type="http://schemas.openxmlformats.org/officeDocument/2006/relationships/image" Target="../media/image292.wmf"/><Relationship Id="rId7" Type="http://schemas.openxmlformats.org/officeDocument/2006/relationships/image" Target="../media/image291.wmf"/><Relationship Id="rId6" Type="http://schemas.openxmlformats.org/officeDocument/2006/relationships/image" Target="../media/image290.wmf"/><Relationship Id="rId5" Type="http://schemas.openxmlformats.org/officeDocument/2006/relationships/image" Target="../media/image311.wmf"/><Relationship Id="rId4" Type="http://schemas.openxmlformats.org/officeDocument/2006/relationships/image" Target="../media/image310.wmf"/><Relationship Id="rId3" Type="http://schemas.openxmlformats.org/officeDocument/2006/relationships/image" Target="../media/image309.wmf"/><Relationship Id="rId2" Type="http://schemas.openxmlformats.org/officeDocument/2006/relationships/image" Target="../media/image308.wmf"/><Relationship Id="rId1" Type="http://schemas.openxmlformats.org/officeDocument/2006/relationships/image" Target="../media/image307.wmf"/></Relationships>
</file>

<file path=ppt/drawings/_rels/vmlDrawing80.vml.rels><?xml version="1.0" encoding="UTF-8" standalone="yes"?>
<Relationships xmlns="http://schemas.openxmlformats.org/package/2006/relationships"><Relationship Id="rId7" Type="http://schemas.openxmlformats.org/officeDocument/2006/relationships/image" Target="../media/image318.wmf"/><Relationship Id="rId6" Type="http://schemas.openxmlformats.org/officeDocument/2006/relationships/image" Target="../media/image317.wmf"/><Relationship Id="rId5" Type="http://schemas.openxmlformats.org/officeDocument/2006/relationships/image" Target="../media/image316.wmf"/><Relationship Id="rId4" Type="http://schemas.openxmlformats.org/officeDocument/2006/relationships/image" Target="../media/image315.wmf"/><Relationship Id="rId3" Type="http://schemas.openxmlformats.org/officeDocument/2006/relationships/image" Target="../media/image314.wmf"/><Relationship Id="rId2" Type="http://schemas.openxmlformats.org/officeDocument/2006/relationships/image" Target="../media/image313.wmf"/><Relationship Id="rId1" Type="http://schemas.openxmlformats.org/officeDocument/2006/relationships/image" Target="../media/image312.wmf"/></Relationships>
</file>

<file path=ppt/drawings/_rels/vmlDrawing81.vml.rels><?xml version="1.0" encoding="UTF-8" standalone="yes"?>
<Relationships xmlns="http://schemas.openxmlformats.org/package/2006/relationships"><Relationship Id="rId4" Type="http://schemas.openxmlformats.org/officeDocument/2006/relationships/image" Target="../media/image323.wmf"/><Relationship Id="rId3" Type="http://schemas.openxmlformats.org/officeDocument/2006/relationships/image" Target="../media/image322.wmf"/><Relationship Id="rId2" Type="http://schemas.openxmlformats.org/officeDocument/2006/relationships/image" Target="../media/image321.wmf"/><Relationship Id="rId1" Type="http://schemas.openxmlformats.org/officeDocument/2006/relationships/image" Target="../media/image320.w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324.wmf"/></Relationships>
</file>

<file path=ppt/drawings/_rels/vmlDrawing83.vml.rels><?xml version="1.0" encoding="UTF-8" standalone="yes"?>
<Relationships xmlns="http://schemas.openxmlformats.org/package/2006/relationships"><Relationship Id="rId6" Type="http://schemas.openxmlformats.org/officeDocument/2006/relationships/image" Target="../media/image330.wmf"/><Relationship Id="rId5" Type="http://schemas.openxmlformats.org/officeDocument/2006/relationships/image" Target="../media/image329.wmf"/><Relationship Id="rId4" Type="http://schemas.openxmlformats.org/officeDocument/2006/relationships/image" Target="../media/image328.wmf"/><Relationship Id="rId3" Type="http://schemas.openxmlformats.org/officeDocument/2006/relationships/image" Target="../media/image327.wmf"/><Relationship Id="rId2" Type="http://schemas.openxmlformats.org/officeDocument/2006/relationships/image" Target="../media/image326.wmf"/><Relationship Id="rId1" Type="http://schemas.openxmlformats.org/officeDocument/2006/relationships/image" Target="../media/image3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Tx/>
              <a:buNone/>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fontAlgn="base" hangingPunct="1">
              <a:buFont typeface="Arial" panose="020B0604020202020204" pitchFamily="34" charset="0"/>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幻灯片图像占位符 1"/>
          <p:cNvSpPr>
            <a:spLocks noGrp="1" noRot="1" noChangeAspect="1" noTextEdit="1"/>
          </p:cNvSpPr>
          <p:nvPr>
            <p:ph type="sldImg"/>
          </p:nvPr>
        </p:nvSpPr>
        <p:spPr>
          <a:ln>
            <a:solidFill>
              <a:srgbClr val="000000"/>
            </a:solidFill>
            <a:miter/>
          </a:ln>
        </p:spPr>
      </p:sp>
      <p:sp>
        <p:nvSpPr>
          <p:cNvPr id="1331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331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buFont typeface="Arial" panose="020B0604020202020204" pitchFamily="34" charset="0"/>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幻灯片图像占位符 1"/>
          <p:cNvSpPr>
            <a:spLocks noGrp="1" noRot="1" noChangeAspect="1" noTextEdit="1"/>
          </p:cNvSpPr>
          <p:nvPr>
            <p:ph type="sldImg"/>
          </p:nvPr>
        </p:nvSpPr>
        <p:spPr>
          <a:ln>
            <a:solidFill>
              <a:srgbClr val="000000"/>
            </a:solidFill>
            <a:miter/>
          </a:ln>
        </p:spPr>
      </p:sp>
      <p:sp>
        <p:nvSpPr>
          <p:cNvPr id="4505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505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幻灯片图像占位符 1"/>
          <p:cNvSpPr>
            <a:spLocks noGrp="1" noRot="1" noChangeAspect="1" noTextEdit="1"/>
          </p:cNvSpPr>
          <p:nvPr>
            <p:ph type="sldImg"/>
          </p:nvPr>
        </p:nvSpPr>
        <p:spPr>
          <a:ln>
            <a:solidFill>
              <a:srgbClr val="000000"/>
            </a:solidFill>
            <a:miter/>
          </a:ln>
        </p:spPr>
      </p:sp>
      <p:sp>
        <p:nvSpPr>
          <p:cNvPr id="74754" name="备注占位符 2"/>
          <p:cNvSpPr>
            <a:spLocks noGrp="1"/>
          </p:cNvSpPr>
          <p:nvPr>
            <p:ph type="body"/>
          </p:nvPr>
        </p:nvSpPr>
        <p:spPr>
          <a:noFill/>
          <a:ln>
            <a:noFill/>
          </a:ln>
        </p:spPr>
        <p:txBody>
          <a:bodyPr wrap="square" lIns="91440" tIns="45720" rIns="91440" bIns="45720" anchor="t" anchorCtr="0"/>
          <a:p>
            <a:pPr lvl="0" eaLnBrk="1" hangingPunct="1"/>
            <a:r>
              <a:rPr lang="en-US" altLang="zh-CN" dirty="0"/>
              <a:t>test</a:t>
            </a:r>
            <a:endParaRPr lang="zh-CN" altLang="en-US" dirty="0"/>
          </a:p>
        </p:txBody>
      </p:sp>
      <p:sp>
        <p:nvSpPr>
          <p:cNvPr id="7475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rgbClr val="FFFFFF"/>
        </a:solidFill>
        <a:effectLst/>
      </p:bgPr>
    </p:bg>
    <p:spTree>
      <p:nvGrpSpPr>
        <p:cNvPr id="1" name=""/>
        <p:cNvGrpSpPr/>
        <p:nvPr/>
      </p:nvGrpSpPr>
      <p:grpSpPr>
        <a:xfrm>
          <a:off x="0" y="0"/>
          <a:ext cx="0" cy="0"/>
          <a:chOff x="0" y="0"/>
          <a:chExt cx="0" cy="0"/>
        </a:xfrm>
      </p:grpSpPr>
      <p:sp>
        <p:nvSpPr>
          <p:cNvPr id="4" name="Rectangle 4"/>
          <p:cNvSpPr>
            <a:spLocks noGrp="1" noChangeArrowheads="1"/>
          </p:cNvSpPr>
          <p:nvPr>
            <p:ph type="dt" sz="half" idx="2"/>
          </p:nvPr>
        </p:nvSpPr>
        <p:spPr>
          <a:xfrm>
            <a:off x="685800" y="6248400"/>
            <a:ext cx="1905000" cy="457200"/>
          </a:xfrm>
          <a:prstGeom prst="rect">
            <a:avLst/>
          </a:prstGeom>
        </p:spPr>
        <p:txBody>
          <a:bodyPr/>
          <a:lstStyle>
            <a:lvl1pPr eaLnBrk="1" hangingPunct="1">
              <a:buFontTx/>
              <a:buNone/>
              <a:defRPr kumimoji="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rgbClr val="FFFFFF"/>
        </a:solidFill>
        <a:effectLst/>
      </p:bgPr>
    </p:bg>
    <p:spTree>
      <p:nvGrpSpPr>
        <p:cNvPr id="1" name=""/>
        <p:cNvGrpSpPr/>
        <p:nvPr/>
      </p:nvGrpSpPr>
      <p:grpSpPr>
        <a:xfrm>
          <a:off x="0" y="0"/>
          <a:ext cx="0" cy="0"/>
          <a:chOff x="0" y="0"/>
          <a:chExt cx="0" cy="0"/>
        </a:xfrm>
      </p:grpSpPr>
      <p:sp>
        <p:nvSpPr>
          <p:cNvPr id="4" name="Rectangle 4"/>
          <p:cNvSpPr>
            <a:spLocks noGrp="1" noChangeArrowheads="1"/>
          </p:cNvSpPr>
          <p:nvPr>
            <p:ph type="dt" sz="half" idx="2"/>
          </p:nvPr>
        </p:nvSpPr>
        <p:spPr>
          <a:xfrm>
            <a:off x="685800" y="6248400"/>
            <a:ext cx="1905000" cy="457200"/>
          </a:xfrm>
          <a:prstGeom prst="rect">
            <a:avLst/>
          </a:prstGeom>
        </p:spPr>
        <p:txBody>
          <a:bodyPr/>
          <a:lstStyle>
            <a:lvl1pPr eaLnBrk="1" hangingPunct="1">
              <a:buFontTx/>
              <a:buNone/>
              <a:defRPr kumimoji="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rgbClr val="FFFFFF"/>
        </a:solidFill>
        <a:effectLst/>
      </p:bgPr>
    </p:bg>
    <p:spTree>
      <p:nvGrpSpPr>
        <p:cNvPr id="1" name=""/>
        <p:cNvGrpSpPr/>
        <p:nvPr/>
      </p:nvGrpSpPr>
      <p:grpSpPr>
        <a:xfrm>
          <a:off x="0" y="0"/>
          <a:ext cx="0" cy="0"/>
          <a:chOff x="0" y="0"/>
          <a:chExt cx="0" cy="0"/>
        </a:xfrm>
      </p:grpSpPr>
      <p:sp>
        <p:nvSpPr>
          <p:cNvPr id="4" name="Rectangle 4"/>
          <p:cNvSpPr>
            <a:spLocks noGrp="1" noChangeArrowheads="1"/>
          </p:cNvSpPr>
          <p:nvPr>
            <p:ph type="dt" sz="half" idx="2"/>
          </p:nvPr>
        </p:nvSpPr>
        <p:spPr>
          <a:xfrm>
            <a:off x="685800" y="6248400"/>
            <a:ext cx="1905000" cy="457200"/>
          </a:xfrm>
          <a:prstGeom prst="rect">
            <a:avLst/>
          </a:prstGeom>
        </p:spPr>
        <p:txBody>
          <a:bodyPr/>
          <a:lstStyle>
            <a:lvl1pPr eaLnBrk="1" hangingPunct="1">
              <a:buFontTx/>
              <a:buNone/>
              <a:defRPr kumimoji="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50" name="Text Box 7"/>
          <p:cNvSpPr txBox="1"/>
          <p:nvPr/>
        </p:nvSpPr>
        <p:spPr>
          <a:xfrm>
            <a:off x="7429500" y="5929313"/>
            <a:ext cx="1143000" cy="346075"/>
          </a:xfrm>
          <a:prstGeom prst="rect">
            <a:avLst/>
          </a:prstGeom>
          <a:noFill/>
          <a:ln w="9525" cap="flat" cmpd="sng">
            <a:solidFill>
              <a:schemeClr val="accent2"/>
            </a:solidFill>
            <a:prstDash val="solid"/>
            <a:miter/>
            <a:headEnd type="none" w="med" len="med"/>
            <a:tailEnd type="none" w="med" len="med"/>
          </a:ln>
        </p:spPr>
        <p:txBody>
          <a:bodyPr anchor="t" anchorCtr="0">
            <a:spAutoFit/>
          </a:bodyPr>
          <a:p>
            <a:pPr lvl="0" algn="ctr">
              <a:spcBef>
                <a:spcPct val="50000"/>
              </a:spcBef>
            </a:pPr>
            <a:fld id="{9A0DB2DC-4C9A-4742-B13C-FB6460FD3503}" type="slidenum">
              <a:rPr lang="en-US" altLang="zh-CN" sz="1600" b="1" dirty="0">
                <a:latin typeface="Times New Roman" panose="02020603050405020304" pitchFamily="18" charset="0"/>
                <a:ea typeface="宋体" panose="02010600030101010101" pitchFamily="2" charset="-122"/>
              </a:rPr>
            </a:fld>
            <a:r>
              <a:rPr lang="en-US" altLang="zh-CN" sz="1600" b="1" dirty="0">
                <a:latin typeface="Times New Roman" panose="02020603050405020304" pitchFamily="18" charset="0"/>
                <a:ea typeface="宋体" panose="02010600030101010101" pitchFamily="2" charset="-122"/>
              </a:rPr>
              <a:t>/76</a:t>
            </a:r>
            <a:endParaRPr lang="en-US" altLang="zh-CN" sz="1600" b="1"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74" name="Text Box 7"/>
          <p:cNvSpPr txBox="1"/>
          <p:nvPr/>
        </p:nvSpPr>
        <p:spPr>
          <a:xfrm>
            <a:off x="7429500" y="5929313"/>
            <a:ext cx="1143000" cy="346075"/>
          </a:xfrm>
          <a:prstGeom prst="rect">
            <a:avLst/>
          </a:prstGeom>
          <a:noFill/>
          <a:ln w="9525" cap="flat" cmpd="sng">
            <a:solidFill>
              <a:schemeClr val="accent2"/>
            </a:solidFill>
            <a:prstDash val="solid"/>
            <a:miter/>
            <a:headEnd type="none" w="med" len="med"/>
            <a:tailEnd type="none" w="med" len="med"/>
          </a:ln>
        </p:spPr>
        <p:txBody>
          <a:bodyPr anchor="t" anchorCtr="0">
            <a:spAutoFit/>
          </a:bodyPr>
          <a:p>
            <a:pPr lvl="0" algn="ctr">
              <a:spcBef>
                <a:spcPct val="50000"/>
              </a:spcBef>
            </a:pPr>
            <a:fld id="{9A0DB2DC-4C9A-4742-B13C-FB6460FD3503}" type="slidenum">
              <a:rPr lang="en-US" altLang="zh-CN" sz="1600" b="1" dirty="0">
                <a:latin typeface="Times New Roman" panose="02020603050405020304" pitchFamily="18" charset="0"/>
                <a:ea typeface="宋体" panose="02010600030101010101" pitchFamily="2" charset="-122"/>
              </a:rPr>
            </a:fld>
            <a:r>
              <a:rPr lang="en-US" altLang="zh-CN" sz="1600" b="1" dirty="0">
                <a:latin typeface="Times New Roman" panose="02020603050405020304" pitchFamily="18" charset="0"/>
                <a:ea typeface="宋体" panose="02010600030101010101" pitchFamily="2" charset="-122"/>
              </a:rPr>
              <a:t>/76</a:t>
            </a:r>
            <a:endParaRPr lang="en-US" altLang="zh-CN" sz="1600" b="1"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2.wmf"/><Relationship Id="rId7" Type="http://schemas.openxmlformats.org/officeDocument/2006/relationships/oleObject" Target="../embeddings/oleObject4.bin"/><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0.wmf"/><Relationship Id="rId3" Type="http://schemas.openxmlformats.org/officeDocument/2006/relationships/oleObject" Target="../embeddings/oleObject2.bin"/><Relationship Id="rId2" Type="http://schemas.openxmlformats.org/officeDocument/2006/relationships/image" Target="../media/image9.wmf"/><Relationship Id="rId12" Type="http://schemas.openxmlformats.org/officeDocument/2006/relationships/vmlDrawing" Target="../drawings/vmlDrawing1.vml"/><Relationship Id="rId11" Type="http://schemas.openxmlformats.org/officeDocument/2006/relationships/slideLayout" Target="../slideLayouts/slideLayout7.xml"/><Relationship Id="rId10" Type="http://schemas.openxmlformats.org/officeDocument/2006/relationships/image" Target="../media/image13.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8.xml"/><Relationship Id="rId2" Type="http://schemas.openxmlformats.org/officeDocument/2006/relationships/image" Target="../media/image14.wmf"/><Relationship Id="rId1"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18.wmf"/><Relationship Id="rId7" Type="http://schemas.openxmlformats.org/officeDocument/2006/relationships/oleObject" Target="../embeddings/oleObject10.bin"/><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16.wmf"/><Relationship Id="rId3" Type="http://schemas.openxmlformats.org/officeDocument/2006/relationships/oleObject" Target="../embeddings/oleObject8.bin"/><Relationship Id="rId28" Type="http://schemas.openxmlformats.org/officeDocument/2006/relationships/vmlDrawing" Target="../drawings/vmlDrawing3.vml"/><Relationship Id="rId27" Type="http://schemas.openxmlformats.org/officeDocument/2006/relationships/slideLayout" Target="../slideLayouts/slideLayout18.xml"/><Relationship Id="rId26" Type="http://schemas.openxmlformats.org/officeDocument/2006/relationships/image" Target="../media/image27.wmf"/><Relationship Id="rId25" Type="http://schemas.openxmlformats.org/officeDocument/2006/relationships/oleObject" Target="../embeddings/oleObject19.bin"/><Relationship Id="rId24" Type="http://schemas.openxmlformats.org/officeDocument/2006/relationships/image" Target="../media/image26.wmf"/><Relationship Id="rId23" Type="http://schemas.openxmlformats.org/officeDocument/2006/relationships/oleObject" Target="../embeddings/oleObject18.bin"/><Relationship Id="rId22" Type="http://schemas.openxmlformats.org/officeDocument/2006/relationships/image" Target="../media/image25.wmf"/><Relationship Id="rId21" Type="http://schemas.openxmlformats.org/officeDocument/2006/relationships/oleObject" Target="../embeddings/oleObject17.bin"/><Relationship Id="rId20" Type="http://schemas.openxmlformats.org/officeDocument/2006/relationships/image" Target="../media/image24.wmf"/><Relationship Id="rId2" Type="http://schemas.openxmlformats.org/officeDocument/2006/relationships/image" Target="../media/image15.wmf"/><Relationship Id="rId19" Type="http://schemas.openxmlformats.org/officeDocument/2006/relationships/oleObject" Target="../embeddings/oleObject16.bin"/><Relationship Id="rId18" Type="http://schemas.openxmlformats.org/officeDocument/2006/relationships/image" Target="../media/image23.wmf"/><Relationship Id="rId17" Type="http://schemas.openxmlformats.org/officeDocument/2006/relationships/oleObject" Target="../embeddings/oleObject15.bin"/><Relationship Id="rId16" Type="http://schemas.openxmlformats.org/officeDocument/2006/relationships/image" Target="../media/image22.wmf"/><Relationship Id="rId15" Type="http://schemas.openxmlformats.org/officeDocument/2006/relationships/oleObject" Target="../embeddings/oleObject14.bin"/><Relationship Id="rId14" Type="http://schemas.openxmlformats.org/officeDocument/2006/relationships/image" Target="../media/image21.wmf"/><Relationship Id="rId13" Type="http://schemas.openxmlformats.org/officeDocument/2006/relationships/oleObject" Target="../embeddings/oleObject13.bin"/><Relationship Id="rId12" Type="http://schemas.openxmlformats.org/officeDocument/2006/relationships/image" Target="../media/image20.wmf"/><Relationship Id="rId11" Type="http://schemas.openxmlformats.org/officeDocument/2006/relationships/oleObject" Target="../embeddings/oleObject12.bin"/><Relationship Id="rId10" Type="http://schemas.openxmlformats.org/officeDocument/2006/relationships/image" Target="../media/image19.wmf"/><Relationship Id="rId1"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31.wmf"/><Relationship Id="rId7" Type="http://schemas.openxmlformats.org/officeDocument/2006/relationships/oleObject" Target="../embeddings/oleObject23.bin"/><Relationship Id="rId6" Type="http://schemas.openxmlformats.org/officeDocument/2006/relationships/image" Target="../media/image30.wmf"/><Relationship Id="rId5" Type="http://schemas.openxmlformats.org/officeDocument/2006/relationships/oleObject" Target="../embeddings/oleObject22.bin"/><Relationship Id="rId4" Type="http://schemas.openxmlformats.org/officeDocument/2006/relationships/image" Target="../media/image29.wmf"/><Relationship Id="rId3" Type="http://schemas.openxmlformats.org/officeDocument/2006/relationships/oleObject" Target="../embeddings/oleObject21.bin"/><Relationship Id="rId2" Type="http://schemas.openxmlformats.org/officeDocument/2006/relationships/image" Target="../media/image28.wmf"/><Relationship Id="rId12" Type="http://schemas.openxmlformats.org/officeDocument/2006/relationships/vmlDrawing" Target="../drawings/vmlDrawing4.vml"/><Relationship Id="rId11" Type="http://schemas.openxmlformats.org/officeDocument/2006/relationships/slideLayout" Target="../slideLayouts/slideLayout18.xml"/><Relationship Id="rId10" Type="http://schemas.openxmlformats.org/officeDocument/2006/relationships/image" Target="../media/image32.wmf"/><Relationship Id="rId1" Type="http://schemas.openxmlformats.org/officeDocument/2006/relationships/oleObject" Target="../embeddings/oleObject20.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36.wmf"/><Relationship Id="rId7" Type="http://schemas.openxmlformats.org/officeDocument/2006/relationships/oleObject" Target="../embeddings/oleObject28.bin"/><Relationship Id="rId6" Type="http://schemas.openxmlformats.org/officeDocument/2006/relationships/image" Target="../media/image35.wmf"/><Relationship Id="rId5" Type="http://schemas.openxmlformats.org/officeDocument/2006/relationships/oleObject" Target="../embeddings/oleObject27.bin"/><Relationship Id="rId4" Type="http://schemas.openxmlformats.org/officeDocument/2006/relationships/image" Target="../media/image34.wmf"/><Relationship Id="rId3" Type="http://schemas.openxmlformats.org/officeDocument/2006/relationships/oleObject" Target="../embeddings/oleObject26.bin"/><Relationship Id="rId2" Type="http://schemas.openxmlformats.org/officeDocument/2006/relationships/image" Target="../media/image33.wmf"/><Relationship Id="rId14" Type="http://schemas.openxmlformats.org/officeDocument/2006/relationships/vmlDrawing" Target="../drawings/vmlDrawing5.vml"/><Relationship Id="rId13" Type="http://schemas.openxmlformats.org/officeDocument/2006/relationships/slideLayout" Target="../slideLayouts/slideLayout18.xml"/><Relationship Id="rId12" Type="http://schemas.openxmlformats.org/officeDocument/2006/relationships/image" Target="../media/image38.wmf"/><Relationship Id="rId11" Type="http://schemas.openxmlformats.org/officeDocument/2006/relationships/oleObject" Target="../embeddings/oleObject30.bin"/><Relationship Id="rId10" Type="http://schemas.openxmlformats.org/officeDocument/2006/relationships/image" Target="../media/image37.wmf"/><Relationship Id="rId1" Type="http://schemas.openxmlformats.org/officeDocument/2006/relationships/oleObject" Target="../embeddings/oleObject25.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8.xml"/><Relationship Id="rId4" Type="http://schemas.openxmlformats.org/officeDocument/2006/relationships/image" Target="../media/image40.wmf"/><Relationship Id="rId3" Type="http://schemas.openxmlformats.org/officeDocument/2006/relationships/oleObject" Target="../embeddings/oleObject32.bin"/><Relationship Id="rId2" Type="http://schemas.openxmlformats.org/officeDocument/2006/relationships/image" Target="../media/image39.wmf"/><Relationship Id="rId1" Type="http://schemas.openxmlformats.org/officeDocument/2006/relationships/oleObject" Target="../embeddings/oleObject31.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42.wmf"/><Relationship Id="rId3" Type="http://schemas.openxmlformats.org/officeDocument/2006/relationships/oleObject" Target="../embeddings/oleObject34.bin"/><Relationship Id="rId2" Type="http://schemas.openxmlformats.org/officeDocument/2006/relationships/image" Target="../media/image41.wmf"/><Relationship Id="rId1" Type="http://schemas.openxmlformats.org/officeDocument/2006/relationships/oleObject" Target="../embeddings/oleObject33.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46.wmf"/><Relationship Id="rId7" Type="http://schemas.openxmlformats.org/officeDocument/2006/relationships/oleObject" Target="../embeddings/oleObject38.bin"/><Relationship Id="rId6" Type="http://schemas.openxmlformats.org/officeDocument/2006/relationships/image" Target="../media/image45.wmf"/><Relationship Id="rId5" Type="http://schemas.openxmlformats.org/officeDocument/2006/relationships/oleObject" Target="../embeddings/oleObject37.bin"/><Relationship Id="rId4" Type="http://schemas.openxmlformats.org/officeDocument/2006/relationships/image" Target="../media/image44.wmf"/><Relationship Id="rId3" Type="http://schemas.openxmlformats.org/officeDocument/2006/relationships/oleObject" Target="../embeddings/oleObject36.bin"/><Relationship Id="rId2" Type="http://schemas.openxmlformats.org/officeDocument/2006/relationships/image" Target="../media/image43.wmf"/><Relationship Id="rId16" Type="http://schemas.openxmlformats.org/officeDocument/2006/relationships/vmlDrawing" Target="../drawings/vmlDrawing8.vml"/><Relationship Id="rId15" Type="http://schemas.openxmlformats.org/officeDocument/2006/relationships/slideLayout" Target="../slideLayouts/slideLayout7.xml"/><Relationship Id="rId14" Type="http://schemas.openxmlformats.org/officeDocument/2006/relationships/image" Target="../media/image49.wmf"/><Relationship Id="rId13" Type="http://schemas.openxmlformats.org/officeDocument/2006/relationships/oleObject" Target="../embeddings/oleObject41.bin"/><Relationship Id="rId12" Type="http://schemas.openxmlformats.org/officeDocument/2006/relationships/image" Target="../media/image48.wmf"/><Relationship Id="rId11" Type="http://schemas.openxmlformats.org/officeDocument/2006/relationships/oleObject" Target="../embeddings/oleObject40.bin"/><Relationship Id="rId10" Type="http://schemas.openxmlformats.org/officeDocument/2006/relationships/image" Target="../media/image47.wmf"/><Relationship Id="rId1" Type="http://schemas.openxmlformats.org/officeDocument/2006/relationships/oleObject" Target="../embeddings/oleObject35.bin"/></Relationships>
</file>

<file path=ppt/slides/_rels/slide22.xml.rels><?xml version="1.0" encoding="UTF-8" standalone="yes"?>
<Relationships xmlns="http://schemas.openxmlformats.org/package/2006/relationships"><Relationship Id="rId9" Type="http://schemas.openxmlformats.org/officeDocument/2006/relationships/themeOverride" Target="../theme/themeOverride1.xml"/><Relationship Id="rId8" Type="http://schemas.openxmlformats.org/officeDocument/2006/relationships/image" Target="../media/image53.wmf"/><Relationship Id="rId7" Type="http://schemas.openxmlformats.org/officeDocument/2006/relationships/oleObject" Target="../embeddings/oleObject45.bin"/><Relationship Id="rId6" Type="http://schemas.openxmlformats.org/officeDocument/2006/relationships/image" Target="../media/image52.wmf"/><Relationship Id="rId5" Type="http://schemas.openxmlformats.org/officeDocument/2006/relationships/oleObject" Target="../embeddings/oleObject44.bin"/><Relationship Id="rId4" Type="http://schemas.openxmlformats.org/officeDocument/2006/relationships/image" Target="../media/image51.wmf"/><Relationship Id="rId3" Type="http://schemas.openxmlformats.org/officeDocument/2006/relationships/oleObject" Target="../embeddings/oleObject43.bin"/><Relationship Id="rId2" Type="http://schemas.openxmlformats.org/officeDocument/2006/relationships/image" Target="../media/image50.wmf"/><Relationship Id="rId11" Type="http://schemas.openxmlformats.org/officeDocument/2006/relationships/vmlDrawing" Target="../drawings/vmlDrawing9.vml"/><Relationship Id="rId10" Type="http://schemas.openxmlformats.org/officeDocument/2006/relationships/slideLayout" Target="../slideLayouts/slideLayout7.xml"/><Relationship Id="rId1" Type="http://schemas.openxmlformats.org/officeDocument/2006/relationships/oleObject" Target="../embeddings/oleObject42.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57.wmf"/><Relationship Id="rId7" Type="http://schemas.openxmlformats.org/officeDocument/2006/relationships/oleObject" Target="../embeddings/oleObject49.bin"/><Relationship Id="rId6" Type="http://schemas.openxmlformats.org/officeDocument/2006/relationships/image" Target="../media/image56.wmf"/><Relationship Id="rId5" Type="http://schemas.openxmlformats.org/officeDocument/2006/relationships/oleObject" Target="../embeddings/oleObject48.bin"/><Relationship Id="rId4" Type="http://schemas.openxmlformats.org/officeDocument/2006/relationships/image" Target="../media/image55.wmf"/><Relationship Id="rId3" Type="http://schemas.openxmlformats.org/officeDocument/2006/relationships/oleObject" Target="../embeddings/oleObject47.bin"/><Relationship Id="rId2" Type="http://schemas.openxmlformats.org/officeDocument/2006/relationships/image" Target="../media/image54.wmf"/><Relationship Id="rId12" Type="http://schemas.openxmlformats.org/officeDocument/2006/relationships/vmlDrawing" Target="../drawings/vmlDrawing10.vml"/><Relationship Id="rId11" Type="http://schemas.openxmlformats.org/officeDocument/2006/relationships/slideLayout" Target="../slideLayouts/slideLayout7.xml"/><Relationship Id="rId10" Type="http://schemas.openxmlformats.org/officeDocument/2006/relationships/image" Target="../media/image58.wmf"/><Relationship Id="rId1" Type="http://schemas.openxmlformats.org/officeDocument/2006/relationships/oleObject" Target="../embeddings/oleObject46.bin"/></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2.wmf"/><Relationship Id="rId7" Type="http://schemas.openxmlformats.org/officeDocument/2006/relationships/oleObject" Target="../embeddings/oleObject54.bin"/><Relationship Id="rId6" Type="http://schemas.openxmlformats.org/officeDocument/2006/relationships/image" Target="../media/image61.wmf"/><Relationship Id="rId5" Type="http://schemas.openxmlformats.org/officeDocument/2006/relationships/oleObject" Target="../embeddings/oleObject53.bin"/><Relationship Id="rId4" Type="http://schemas.openxmlformats.org/officeDocument/2006/relationships/image" Target="../media/image60.wmf"/><Relationship Id="rId3" Type="http://schemas.openxmlformats.org/officeDocument/2006/relationships/oleObject" Target="../embeddings/oleObject52.bin"/><Relationship Id="rId2" Type="http://schemas.openxmlformats.org/officeDocument/2006/relationships/image" Target="../media/image59.wmf"/><Relationship Id="rId10" Type="http://schemas.openxmlformats.org/officeDocument/2006/relationships/vmlDrawing" Target="../drawings/vmlDrawing11.vml"/><Relationship Id="rId1" Type="http://schemas.openxmlformats.org/officeDocument/2006/relationships/oleObject" Target="../embeddings/oleObject51.bin"/></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64.wmf"/><Relationship Id="rId1" Type="http://schemas.openxmlformats.org/officeDocument/2006/relationships/oleObject" Target="../embeddings/oleObject55.bin"/></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8.wmf"/><Relationship Id="rId7" Type="http://schemas.openxmlformats.org/officeDocument/2006/relationships/oleObject" Target="../embeddings/oleObject59.bin"/><Relationship Id="rId6" Type="http://schemas.openxmlformats.org/officeDocument/2006/relationships/image" Target="../media/image67.wmf"/><Relationship Id="rId5" Type="http://schemas.openxmlformats.org/officeDocument/2006/relationships/oleObject" Target="../embeddings/oleObject58.bin"/><Relationship Id="rId4" Type="http://schemas.openxmlformats.org/officeDocument/2006/relationships/image" Target="../media/image66.wmf"/><Relationship Id="rId3" Type="http://schemas.openxmlformats.org/officeDocument/2006/relationships/oleObject" Target="../embeddings/oleObject57.bin"/><Relationship Id="rId2" Type="http://schemas.openxmlformats.org/officeDocument/2006/relationships/image" Target="../media/image65.wmf"/><Relationship Id="rId10" Type="http://schemas.openxmlformats.org/officeDocument/2006/relationships/vmlDrawing" Target="../drawings/vmlDrawing13.vml"/><Relationship Id="rId1" Type="http://schemas.openxmlformats.org/officeDocument/2006/relationships/oleObject" Target="../embeddings/oleObject56.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70.wmf"/><Relationship Id="rId3" Type="http://schemas.openxmlformats.org/officeDocument/2006/relationships/oleObject" Target="../embeddings/oleObject61.bin"/><Relationship Id="rId2" Type="http://schemas.openxmlformats.org/officeDocument/2006/relationships/image" Target="../media/image69.wmf"/><Relationship Id="rId1" Type="http://schemas.openxmlformats.org/officeDocument/2006/relationships/oleObject" Target="../embeddings/oleObject60.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74.wmf"/><Relationship Id="rId7" Type="http://schemas.openxmlformats.org/officeDocument/2006/relationships/oleObject" Target="../embeddings/oleObject65.bin"/><Relationship Id="rId6" Type="http://schemas.openxmlformats.org/officeDocument/2006/relationships/image" Target="../media/image73.wmf"/><Relationship Id="rId5" Type="http://schemas.openxmlformats.org/officeDocument/2006/relationships/oleObject" Target="../embeddings/oleObject64.bin"/><Relationship Id="rId4" Type="http://schemas.openxmlformats.org/officeDocument/2006/relationships/image" Target="../media/image72.wmf"/><Relationship Id="rId3" Type="http://schemas.openxmlformats.org/officeDocument/2006/relationships/oleObject" Target="../embeddings/oleObject63.bin"/><Relationship Id="rId2" Type="http://schemas.openxmlformats.org/officeDocument/2006/relationships/image" Target="../media/image71.wmf"/><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image" Target="../media/image75.wmf"/><Relationship Id="rId1" Type="http://schemas.openxmlformats.org/officeDocument/2006/relationships/oleObject" Target="../embeddings/oleObject62.bin"/></Relationships>
</file>

<file path=ppt/slides/_rels/slide30.xml.rels><?xml version="1.0" encoding="UTF-8" standalone="yes"?>
<Relationships xmlns="http://schemas.openxmlformats.org/package/2006/relationships"><Relationship Id="rId8" Type="http://schemas.openxmlformats.org/officeDocument/2006/relationships/vmlDrawing" Target="../drawings/vmlDrawing16.vml"/><Relationship Id="rId7" Type="http://schemas.openxmlformats.org/officeDocument/2006/relationships/slideLayout" Target="../slideLayouts/slideLayout7.xml"/><Relationship Id="rId6" Type="http://schemas.openxmlformats.org/officeDocument/2006/relationships/image" Target="../media/image78.wmf"/><Relationship Id="rId5" Type="http://schemas.openxmlformats.org/officeDocument/2006/relationships/oleObject" Target="../embeddings/oleObject69.bin"/><Relationship Id="rId4" Type="http://schemas.openxmlformats.org/officeDocument/2006/relationships/image" Target="../media/image77.wmf"/><Relationship Id="rId3" Type="http://schemas.openxmlformats.org/officeDocument/2006/relationships/oleObject" Target="../embeddings/oleObject68.bin"/><Relationship Id="rId2" Type="http://schemas.openxmlformats.org/officeDocument/2006/relationships/image" Target="../media/image76.wmf"/><Relationship Id="rId1" Type="http://schemas.openxmlformats.org/officeDocument/2006/relationships/oleObject" Target="../embeddings/oleObject67.bin"/></Relationships>
</file>

<file path=ppt/slides/_rels/slide31.xml.rels><?xml version="1.0" encoding="UTF-8" standalone="yes"?>
<Relationships xmlns="http://schemas.openxmlformats.org/package/2006/relationships"><Relationship Id="rId9" Type="http://schemas.openxmlformats.org/officeDocument/2006/relationships/image" Target="../media/image83.wmf"/><Relationship Id="rId8" Type="http://schemas.openxmlformats.org/officeDocument/2006/relationships/oleObject" Target="../embeddings/oleObject73.bin"/><Relationship Id="rId7" Type="http://schemas.openxmlformats.org/officeDocument/2006/relationships/image" Target="../media/image82.wmf"/><Relationship Id="rId6" Type="http://schemas.openxmlformats.org/officeDocument/2006/relationships/oleObject" Target="../embeddings/oleObject72.bin"/><Relationship Id="rId5" Type="http://schemas.openxmlformats.org/officeDocument/2006/relationships/image" Target="../media/image81.wmf"/><Relationship Id="rId4" Type="http://schemas.openxmlformats.org/officeDocument/2006/relationships/oleObject" Target="../embeddings/oleObject71.bin"/><Relationship Id="rId3" Type="http://schemas.openxmlformats.org/officeDocument/2006/relationships/image" Target="../media/image80.png"/><Relationship Id="rId2" Type="http://schemas.openxmlformats.org/officeDocument/2006/relationships/image" Target="../media/image79.wmf"/><Relationship Id="rId11" Type="http://schemas.openxmlformats.org/officeDocument/2006/relationships/vmlDrawing" Target="../drawings/vmlDrawing17.vml"/><Relationship Id="rId10" Type="http://schemas.openxmlformats.org/officeDocument/2006/relationships/slideLayout" Target="../slideLayouts/slideLayout7.xml"/><Relationship Id="rId1" Type="http://schemas.openxmlformats.org/officeDocument/2006/relationships/oleObject" Target="../embeddings/oleObject70.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84.wmf"/><Relationship Id="rId1" Type="http://schemas.openxmlformats.org/officeDocument/2006/relationships/oleObject" Target="../embeddings/oleObject74.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85.wmf"/><Relationship Id="rId1" Type="http://schemas.openxmlformats.org/officeDocument/2006/relationships/oleObject" Target="../embeddings/oleObject75.bin"/></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88.wmf"/><Relationship Id="rId5" Type="http://schemas.openxmlformats.org/officeDocument/2006/relationships/oleObject" Target="../embeddings/oleObject78.bin"/><Relationship Id="rId4" Type="http://schemas.openxmlformats.org/officeDocument/2006/relationships/image" Target="../media/image87.wmf"/><Relationship Id="rId3" Type="http://schemas.openxmlformats.org/officeDocument/2006/relationships/oleObject" Target="../embeddings/oleObject77.bin"/><Relationship Id="rId2" Type="http://schemas.openxmlformats.org/officeDocument/2006/relationships/image" Target="../media/image86.wmf"/><Relationship Id="rId1" Type="http://schemas.openxmlformats.org/officeDocument/2006/relationships/oleObject" Target="../embeddings/oleObject76.bin"/></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91.wmf"/><Relationship Id="rId5" Type="http://schemas.openxmlformats.org/officeDocument/2006/relationships/oleObject" Target="../embeddings/oleObject81.bin"/><Relationship Id="rId4" Type="http://schemas.openxmlformats.org/officeDocument/2006/relationships/image" Target="../media/image90.wmf"/><Relationship Id="rId3" Type="http://schemas.openxmlformats.org/officeDocument/2006/relationships/oleObject" Target="../embeddings/oleObject80.bin"/><Relationship Id="rId2" Type="http://schemas.openxmlformats.org/officeDocument/2006/relationships/image" Target="../media/image89.wmf"/><Relationship Id="rId1" Type="http://schemas.openxmlformats.org/officeDocument/2006/relationships/oleObject" Target="../embeddings/oleObject79.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94.wmf"/><Relationship Id="rId5" Type="http://schemas.openxmlformats.org/officeDocument/2006/relationships/oleObject" Target="../embeddings/oleObject84.bin"/><Relationship Id="rId4" Type="http://schemas.openxmlformats.org/officeDocument/2006/relationships/image" Target="../media/image93.wmf"/><Relationship Id="rId3" Type="http://schemas.openxmlformats.org/officeDocument/2006/relationships/oleObject" Target="../embeddings/oleObject83.bin"/><Relationship Id="rId2" Type="http://schemas.openxmlformats.org/officeDocument/2006/relationships/image" Target="../media/image92.wmf"/><Relationship Id="rId1" Type="http://schemas.openxmlformats.org/officeDocument/2006/relationships/oleObject" Target="../embeddings/oleObject82.bin"/></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7.xml"/><Relationship Id="rId4" Type="http://schemas.openxmlformats.org/officeDocument/2006/relationships/image" Target="../media/image96.wmf"/><Relationship Id="rId3" Type="http://schemas.openxmlformats.org/officeDocument/2006/relationships/oleObject" Target="../embeddings/oleObject86.bin"/><Relationship Id="rId2" Type="http://schemas.openxmlformats.org/officeDocument/2006/relationships/image" Target="../media/image95.wmf"/><Relationship Id="rId1" Type="http://schemas.openxmlformats.org/officeDocument/2006/relationships/oleObject" Target="../embeddings/oleObject85.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98.wmf"/><Relationship Id="rId3" Type="http://schemas.openxmlformats.org/officeDocument/2006/relationships/oleObject" Target="../embeddings/oleObject88.bin"/><Relationship Id="rId2" Type="http://schemas.openxmlformats.org/officeDocument/2006/relationships/image" Target="../media/image97.wmf"/><Relationship Id="rId1" Type="http://schemas.openxmlformats.org/officeDocument/2006/relationships/oleObject" Target="../embeddings/oleObject87.bin"/></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2.wmf"/><Relationship Id="rId7" Type="http://schemas.openxmlformats.org/officeDocument/2006/relationships/oleObject" Target="../embeddings/oleObject92.bin"/><Relationship Id="rId6" Type="http://schemas.openxmlformats.org/officeDocument/2006/relationships/image" Target="../media/image101.wmf"/><Relationship Id="rId5" Type="http://schemas.openxmlformats.org/officeDocument/2006/relationships/oleObject" Target="../embeddings/oleObject91.bin"/><Relationship Id="rId4" Type="http://schemas.openxmlformats.org/officeDocument/2006/relationships/image" Target="../media/image100.wmf"/><Relationship Id="rId3" Type="http://schemas.openxmlformats.org/officeDocument/2006/relationships/oleObject" Target="../embeddings/oleObject90.bin"/><Relationship Id="rId2" Type="http://schemas.openxmlformats.org/officeDocument/2006/relationships/image" Target="../media/image99.wmf"/><Relationship Id="rId10" Type="http://schemas.openxmlformats.org/officeDocument/2006/relationships/vmlDrawing" Target="../drawings/vmlDrawing25.vml"/><Relationship Id="rId1" Type="http://schemas.openxmlformats.org/officeDocument/2006/relationships/oleObject" Target="../embeddings/oleObject89.bin"/></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5.wmf"/><Relationship Id="rId7" Type="http://schemas.openxmlformats.org/officeDocument/2006/relationships/oleObject" Target="../embeddings/oleObject96.bin"/><Relationship Id="rId6" Type="http://schemas.openxmlformats.org/officeDocument/2006/relationships/image" Target="../media/image104.wmf"/><Relationship Id="rId5" Type="http://schemas.openxmlformats.org/officeDocument/2006/relationships/oleObject" Target="../embeddings/oleObject95.bin"/><Relationship Id="rId4" Type="http://schemas.openxmlformats.org/officeDocument/2006/relationships/image" Target="../media/image102.wmf"/><Relationship Id="rId3" Type="http://schemas.openxmlformats.org/officeDocument/2006/relationships/oleObject" Target="../embeddings/oleObject94.bin"/><Relationship Id="rId2" Type="http://schemas.openxmlformats.org/officeDocument/2006/relationships/image" Target="../media/image103.wmf"/><Relationship Id="rId10" Type="http://schemas.openxmlformats.org/officeDocument/2006/relationships/vmlDrawing" Target="../drawings/vmlDrawing26.vml"/><Relationship Id="rId1" Type="http://schemas.openxmlformats.org/officeDocument/2006/relationships/oleObject" Target="../embeddings/oleObject93.bin"/></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06.jpeg"/></Relationships>
</file>

<file path=ppt/slides/_rels/slide42.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7.xml"/><Relationship Id="rId4" Type="http://schemas.openxmlformats.org/officeDocument/2006/relationships/image" Target="../media/image108.wmf"/><Relationship Id="rId3" Type="http://schemas.openxmlformats.org/officeDocument/2006/relationships/oleObject" Target="../embeddings/oleObject98.bin"/><Relationship Id="rId2" Type="http://schemas.openxmlformats.org/officeDocument/2006/relationships/image" Target="../media/image107.wmf"/><Relationship Id="rId1" Type="http://schemas.openxmlformats.org/officeDocument/2006/relationships/oleObject" Target="../embeddings/oleObject97.bin"/></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28.vml"/><Relationship Id="rId7" Type="http://schemas.openxmlformats.org/officeDocument/2006/relationships/slideLayout" Target="../slideLayouts/slideLayout7.xml"/><Relationship Id="rId6" Type="http://schemas.openxmlformats.org/officeDocument/2006/relationships/image" Target="../media/image111.wmf"/><Relationship Id="rId5" Type="http://schemas.openxmlformats.org/officeDocument/2006/relationships/oleObject" Target="../embeddings/oleObject101.bin"/><Relationship Id="rId4" Type="http://schemas.openxmlformats.org/officeDocument/2006/relationships/image" Target="../media/image110.wmf"/><Relationship Id="rId3" Type="http://schemas.openxmlformats.org/officeDocument/2006/relationships/oleObject" Target="../embeddings/oleObject100.bin"/><Relationship Id="rId2" Type="http://schemas.openxmlformats.org/officeDocument/2006/relationships/image" Target="../media/image109.wmf"/><Relationship Id="rId1" Type="http://schemas.openxmlformats.org/officeDocument/2006/relationships/oleObject" Target="../embeddings/oleObject99.bin"/></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5.wmf"/><Relationship Id="rId7" Type="http://schemas.openxmlformats.org/officeDocument/2006/relationships/oleObject" Target="../embeddings/oleObject105.bin"/><Relationship Id="rId6" Type="http://schemas.openxmlformats.org/officeDocument/2006/relationships/image" Target="../media/image114.wmf"/><Relationship Id="rId5" Type="http://schemas.openxmlformats.org/officeDocument/2006/relationships/oleObject" Target="../embeddings/oleObject104.bin"/><Relationship Id="rId4" Type="http://schemas.openxmlformats.org/officeDocument/2006/relationships/image" Target="../media/image113.wmf"/><Relationship Id="rId3" Type="http://schemas.openxmlformats.org/officeDocument/2006/relationships/oleObject" Target="../embeddings/oleObject103.bin"/><Relationship Id="rId2" Type="http://schemas.openxmlformats.org/officeDocument/2006/relationships/image" Target="../media/image112.wmf"/><Relationship Id="rId10" Type="http://schemas.openxmlformats.org/officeDocument/2006/relationships/vmlDrawing" Target="../drawings/vmlDrawing29.vml"/><Relationship Id="rId1" Type="http://schemas.openxmlformats.org/officeDocument/2006/relationships/oleObject" Target="../embeddings/oleObject102.bin"/></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4.wmf"/><Relationship Id="rId7" Type="http://schemas.openxmlformats.org/officeDocument/2006/relationships/oleObject" Target="../embeddings/oleObject109.bin"/><Relationship Id="rId6" Type="http://schemas.openxmlformats.org/officeDocument/2006/relationships/image" Target="../media/image116.wmf"/><Relationship Id="rId5" Type="http://schemas.openxmlformats.org/officeDocument/2006/relationships/oleObject" Target="../embeddings/oleObject108.bin"/><Relationship Id="rId4" Type="http://schemas.openxmlformats.org/officeDocument/2006/relationships/image" Target="../media/image113.wmf"/><Relationship Id="rId3" Type="http://schemas.openxmlformats.org/officeDocument/2006/relationships/oleObject" Target="../embeddings/oleObject107.bin"/><Relationship Id="rId2" Type="http://schemas.openxmlformats.org/officeDocument/2006/relationships/image" Target="../media/image112.wmf"/><Relationship Id="rId10" Type="http://schemas.openxmlformats.org/officeDocument/2006/relationships/vmlDrawing" Target="../drawings/vmlDrawing30.vml"/><Relationship Id="rId1" Type="http://schemas.openxmlformats.org/officeDocument/2006/relationships/oleObject" Target="../embeddings/oleObject106.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image" Target="../media/image118.wmf"/><Relationship Id="rId7" Type="http://schemas.openxmlformats.org/officeDocument/2006/relationships/oleObject" Target="../embeddings/oleObject113.bin"/><Relationship Id="rId6" Type="http://schemas.openxmlformats.org/officeDocument/2006/relationships/image" Target="../media/image117.wmf"/><Relationship Id="rId5" Type="http://schemas.openxmlformats.org/officeDocument/2006/relationships/oleObject" Target="../embeddings/oleObject112.bin"/><Relationship Id="rId4" Type="http://schemas.openxmlformats.org/officeDocument/2006/relationships/image" Target="../media/image113.wmf"/><Relationship Id="rId3" Type="http://schemas.openxmlformats.org/officeDocument/2006/relationships/oleObject" Target="../embeddings/oleObject111.bin"/><Relationship Id="rId2" Type="http://schemas.openxmlformats.org/officeDocument/2006/relationships/image" Target="../media/image112.wmf"/><Relationship Id="rId18" Type="http://schemas.openxmlformats.org/officeDocument/2006/relationships/vmlDrawing" Target="../drawings/vmlDrawing31.vml"/><Relationship Id="rId17" Type="http://schemas.openxmlformats.org/officeDocument/2006/relationships/slideLayout" Target="../slideLayouts/slideLayout7.xml"/><Relationship Id="rId16" Type="http://schemas.openxmlformats.org/officeDocument/2006/relationships/image" Target="../media/image114.wmf"/><Relationship Id="rId15" Type="http://schemas.openxmlformats.org/officeDocument/2006/relationships/oleObject" Target="../embeddings/oleObject117.bin"/><Relationship Id="rId14" Type="http://schemas.openxmlformats.org/officeDocument/2006/relationships/image" Target="../media/image121.wmf"/><Relationship Id="rId13" Type="http://schemas.openxmlformats.org/officeDocument/2006/relationships/oleObject" Target="../embeddings/oleObject116.bin"/><Relationship Id="rId12" Type="http://schemas.openxmlformats.org/officeDocument/2006/relationships/image" Target="../media/image120.wmf"/><Relationship Id="rId11" Type="http://schemas.openxmlformats.org/officeDocument/2006/relationships/oleObject" Target="../embeddings/oleObject115.bin"/><Relationship Id="rId10" Type="http://schemas.openxmlformats.org/officeDocument/2006/relationships/image" Target="../media/image119.wmf"/><Relationship Id="rId1" Type="http://schemas.openxmlformats.org/officeDocument/2006/relationships/oleObject" Target="../embeddings/oleObject110.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122.bin"/><Relationship Id="rId8" Type="http://schemas.openxmlformats.org/officeDocument/2006/relationships/image" Target="../media/image123.wmf"/><Relationship Id="rId7" Type="http://schemas.openxmlformats.org/officeDocument/2006/relationships/oleObject" Target="../embeddings/oleObject121.bin"/><Relationship Id="rId6" Type="http://schemas.openxmlformats.org/officeDocument/2006/relationships/image" Target="../media/image122.wmf"/><Relationship Id="rId5" Type="http://schemas.openxmlformats.org/officeDocument/2006/relationships/oleObject" Target="../embeddings/oleObject120.bin"/><Relationship Id="rId4" Type="http://schemas.openxmlformats.org/officeDocument/2006/relationships/image" Target="../media/image113.wmf"/><Relationship Id="rId3" Type="http://schemas.openxmlformats.org/officeDocument/2006/relationships/oleObject" Target="../embeddings/oleObject119.bin"/><Relationship Id="rId2" Type="http://schemas.openxmlformats.org/officeDocument/2006/relationships/image" Target="../media/image112.wmf"/><Relationship Id="rId14" Type="http://schemas.openxmlformats.org/officeDocument/2006/relationships/vmlDrawing" Target="../drawings/vmlDrawing32.vml"/><Relationship Id="rId13" Type="http://schemas.openxmlformats.org/officeDocument/2006/relationships/slideLayout" Target="../slideLayouts/slideLayout7.xml"/><Relationship Id="rId12" Type="http://schemas.openxmlformats.org/officeDocument/2006/relationships/image" Target="../media/image114.wmf"/><Relationship Id="rId11" Type="http://schemas.openxmlformats.org/officeDocument/2006/relationships/oleObject" Target="../embeddings/oleObject123.bin"/><Relationship Id="rId10" Type="http://schemas.openxmlformats.org/officeDocument/2006/relationships/image" Target="../media/image124.wmf"/><Relationship Id="rId1" Type="http://schemas.openxmlformats.org/officeDocument/2006/relationships/oleObject" Target="../embeddings/oleObject118.bin"/></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8.wmf"/><Relationship Id="rId7" Type="http://schemas.openxmlformats.org/officeDocument/2006/relationships/oleObject" Target="../embeddings/oleObject127.bin"/><Relationship Id="rId6" Type="http://schemas.openxmlformats.org/officeDocument/2006/relationships/image" Target="../media/image127.wmf"/><Relationship Id="rId5" Type="http://schemas.openxmlformats.org/officeDocument/2006/relationships/oleObject" Target="../embeddings/oleObject126.bin"/><Relationship Id="rId4" Type="http://schemas.openxmlformats.org/officeDocument/2006/relationships/image" Target="../media/image126.wmf"/><Relationship Id="rId3" Type="http://schemas.openxmlformats.org/officeDocument/2006/relationships/oleObject" Target="../embeddings/oleObject125.bin"/><Relationship Id="rId2" Type="http://schemas.openxmlformats.org/officeDocument/2006/relationships/image" Target="../media/image125.wmf"/><Relationship Id="rId10" Type="http://schemas.openxmlformats.org/officeDocument/2006/relationships/vmlDrawing" Target="../drawings/vmlDrawing33.vml"/><Relationship Id="rId1" Type="http://schemas.openxmlformats.org/officeDocument/2006/relationships/oleObject" Target="../embeddings/oleObject124.bin"/></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7.xml"/><Relationship Id="rId4" Type="http://schemas.openxmlformats.org/officeDocument/2006/relationships/image" Target="../media/image130.wmf"/><Relationship Id="rId3" Type="http://schemas.openxmlformats.org/officeDocument/2006/relationships/oleObject" Target="../embeddings/oleObject129.bin"/><Relationship Id="rId2" Type="http://schemas.openxmlformats.org/officeDocument/2006/relationships/image" Target="../media/image129.wmf"/><Relationship Id="rId1" Type="http://schemas.openxmlformats.org/officeDocument/2006/relationships/oleObject" Target="../embeddings/oleObject128.bin"/></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33.wmf"/><Relationship Id="rId7" Type="http://schemas.openxmlformats.org/officeDocument/2006/relationships/oleObject" Target="../embeddings/oleObject133.bin"/><Relationship Id="rId6" Type="http://schemas.openxmlformats.org/officeDocument/2006/relationships/image" Target="../media/image132.wmf"/><Relationship Id="rId5" Type="http://schemas.openxmlformats.org/officeDocument/2006/relationships/oleObject" Target="../embeddings/oleObject132.bin"/><Relationship Id="rId4" Type="http://schemas.openxmlformats.org/officeDocument/2006/relationships/image" Target="../media/image131.wmf"/><Relationship Id="rId3" Type="http://schemas.openxmlformats.org/officeDocument/2006/relationships/oleObject" Target="../embeddings/oleObject131.bin"/><Relationship Id="rId2" Type="http://schemas.openxmlformats.org/officeDocument/2006/relationships/image" Target="../media/image125.wmf"/><Relationship Id="rId10" Type="http://schemas.openxmlformats.org/officeDocument/2006/relationships/vmlDrawing" Target="../drawings/vmlDrawing35.vml"/><Relationship Id="rId1" Type="http://schemas.openxmlformats.org/officeDocument/2006/relationships/oleObject" Target="../embeddings/oleObject130.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138.bin"/><Relationship Id="rId8" Type="http://schemas.openxmlformats.org/officeDocument/2006/relationships/image" Target="../media/image137.wmf"/><Relationship Id="rId7" Type="http://schemas.openxmlformats.org/officeDocument/2006/relationships/oleObject" Target="../embeddings/oleObject137.bin"/><Relationship Id="rId6" Type="http://schemas.openxmlformats.org/officeDocument/2006/relationships/image" Target="../media/image136.wmf"/><Relationship Id="rId5" Type="http://schemas.openxmlformats.org/officeDocument/2006/relationships/oleObject" Target="../embeddings/oleObject136.bin"/><Relationship Id="rId4" Type="http://schemas.openxmlformats.org/officeDocument/2006/relationships/image" Target="../media/image135.wmf"/><Relationship Id="rId3" Type="http://schemas.openxmlformats.org/officeDocument/2006/relationships/oleObject" Target="../embeddings/oleObject135.bin"/><Relationship Id="rId2" Type="http://schemas.openxmlformats.org/officeDocument/2006/relationships/image" Target="../media/image134.wmf"/><Relationship Id="rId15" Type="http://schemas.openxmlformats.org/officeDocument/2006/relationships/notesSlide" Target="../notesSlides/notesSlide2.xml"/><Relationship Id="rId14" Type="http://schemas.openxmlformats.org/officeDocument/2006/relationships/vmlDrawing" Target="../drawings/vmlDrawing36.vml"/><Relationship Id="rId13" Type="http://schemas.openxmlformats.org/officeDocument/2006/relationships/slideLayout" Target="../slideLayouts/slideLayout7.xml"/><Relationship Id="rId12" Type="http://schemas.openxmlformats.org/officeDocument/2006/relationships/image" Target="../media/image139.wmf"/><Relationship Id="rId11" Type="http://schemas.openxmlformats.org/officeDocument/2006/relationships/oleObject" Target="../embeddings/oleObject139.bin"/><Relationship Id="rId10" Type="http://schemas.openxmlformats.org/officeDocument/2006/relationships/image" Target="../media/image138.wmf"/><Relationship Id="rId1" Type="http://schemas.openxmlformats.org/officeDocument/2006/relationships/oleObject" Target="../embeddings/oleObject134.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7.xml"/><Relationship Id="rId6" Type="http://schemas.openxmlformats.org/officeDocument/2006/relationships/image" Target="../media/image142.wmf"/><Relationship Id="rId5" Type="http://schemas.openxmlformats.org/officeDocument/2006/relationships/oleObject" Target="../embeddings/oleObject142.bin"/><Relationship Id="rId4" Type="http://schemas.openxmlformats.org/officeDocument/2006/relationships/image" Target="../media/image141.wmf"/><Relationship Id="rId3" Type="http://schemas.openxmlformats.org/officeDocument/2006/relationships/oleObject" Target="../embeddings/oleObject141.bin"/><Relationship Id="rId2" Type="http://schemas.openxmlformats.org/officeDocument/2006/relationships/image" Target="../media/image140.wmf"/><Relationship Id="rId1" Type="http://schemas.openxmlformats.org/officeDocument/2006/relationships/oleObject" Target="../embeddings/oleObject140.bin"/></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7.xml"/><Relationship Id="rId4" Type="http://schemas.openxmlformats.org/officeDocument/2006/relationships/image" Target="../media/image144.wmf"/><Relationship Id="rId3" Type="http://schemas.openxmlformats.org/officeDocument/2006/relationships/oleObject" Target="../embeddings/oleObject144.bin"/><Relationship Id="rId2" Type="http://schemas.openxmlformats.org/officeDocument/2006/relationships/image" Target="../media/image143.wmf"/><Relationship Id="rId1" Type="http://schemas.openxmlformats.org/officeDocument/2006/relationships/oleObject" Target="../embeddings/oleObject143.bin"/></Relationships>
</file>

<file path=ppt/slides/_rels/slide5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45.wmf"/><Relationship Id="rId7" Type="http://schemas.openxmlformats.org/officeDocument/2006/relationships/oleObject" Target="../embeddings/oleObject148.bin"/><Relationship Id="rId6" Type="http://schemas.openxmlformats.org/officeDocument/2006/relationships/image" Target="../media/image12.wmf"/><Relationship Id="rId5" Type="http://schemas.openxmlformats.org/officeDocument/2006/relationships/oleObject" Target="../embeddings/oleObject147.bin"/><Relationship Id="rId4" Type="http://schemas.openxmlformats.org/officeDocument/2006/relationships/image" Target="../media/image11.wmf"/><Relationship Id="rId3" Type="http://schemas.openxmlformats.org/officeDocument/2006/relationships/oleObject" Target="../embeddings/oleObject146.bin"/><Relationship Id="rId2" Type="http://schemas.openxmlformats.org/officeDocument/2006/relationships/image" Target="../media/image9.wmf"/><Relationship Id="rId10" Type="http://schemas.openxmlformats.org/officeDocument/2006/relationships/vmlDrawing" Target="../drawings/vmlDrawing39.vml"/><Relationship Id="rId1" Type="http://schemas.openxmlformats.org/officeDocument/2006/relationships/oleObject" Target="../embeddings/oleObject145.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153.bin"/><Relationship Id="rId8" Type="http://schemas.openxmlformats.org/officeDocument/2006/relationships/image" Target="../media/image149.wmf"/><Relationship Id="rId7" Type="http://schemas.openxmlformats.org/officeDocument/2006/relationships/oleObject" Target="../embeddings/oleObject152.bin"/><Relationship Id="rId6" Type="http://schemas.openxmlformats.org/officeDocument/2006/relationships/image" Target="../media/image148.wmf"/><Relationship Id="rId5" Type="http://schemas.openxmlformats.org/officeDocument/2006/relationships/oleObject" Target="../embeddings/oleObject151.bin"/><Relationship Id="rId4" Type="http://schemas.openxmlformats.org/officeDocument/2006/relationships/image" Target="../media/image147.wmf"/><Relationship Id="rId3" Type="http://schemas.openxmlformats.org/officeDocument/2006/relationships/oleObject" Target="../embeddings/oleObject150.bin"/><Relationship Id="rId2" Type="http://schemas.openxmlformats.org/officeDocument/2006/relationships/image" Target="../media/image146.wmf"/><Relationship Id="rId12" Type="http://schemas.openxmlformats.org/officeDocument/2006/relationships/vmlDrawing" Target="../drawings/vmlDrawing40.vml"/><Relationship Id="rId11" Type="http://schemas.openxmlformats.org/officeDocument/2006/relationships/slideLayout" Target="../slideLayouts/slideLayout7.xml"/><Relationship Id="rId10" Type="http://schemas.openxmlformats.org/officeDocument/2006/relationships/image" Target="../media/image150.wmf"/><Relationship Id="rId1" Type="http://schemas.openxmlformats.org/officeDocument/2006/relationships/oleObject" Target="../embeddings/oleObject149.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158.bin"/><Relationship Id="rId8" Type="http://schemas.openxmlformats.org/officeDocument/2006/relationships/image" Target="../media/image154.wmf"/><Relationship Id="rId7" Type="http://schemas.openxmlformats.org/officeDocument/2006/relationships/oleObject" Target="../embeddings/oleObject157.bin"/><Relationship Id="rId6" Type="http://schemas.openxmlformats.org/officeDocument/2006/relationships/image" Target="../media/image153.wmf"/><Relationship Id="rId5" Type="http://schemas.openxmlformats.org/officeDocument/2006/relationships/oleObject" Target="../embeddings/oleObject156.bin"/><Relationship Id="rId4" Type="http://schemas.openxmlformats.org/officeDocument/2006/relationships/image" Target="../media/image152.wmf"/><Relationship Id="rId3" Type="http://schemas.openxmlformats.org/officeDocument/2006/relationships/oleObject" Target="../embeddings/oleObject155.bin"/><Relationship Id="rId2" Type="http://schemas.openxmlformats.org/officeDocument/2006/relationships/image" Target="../media/image151.wmf"/><Relationship Id="rId18" Type="http://schemas.openxmlformats.org/officeDocument/2006/relationships/vmlDrawing" Target="../drawings/vmlDrawing41.vml"/><Relationship Id="rId17" Type="http://schemas.openxmlformats.org/officeDocument/2006/relationships/slideLayout" Target="../slideLayouts/slideLayout7.xml"/><Relationship Id="rId16" Type="http://schemas.openxmlformats.org/officeDocument/2006/relationships/image" Target="../media/image158.wmf"/><Relationship Id="rId15" Type="http://schemas.openxmlformats.org/officeDocument/2006/relationships/oleObject" Target="../embeddings/oleObject161.bin"/><Relationship Id="rId14" Type="http://schemas.openxmlformats.org/officeDocument/2006/relationships/image" Target="../media/image157.wmf"/><Relationship Id="rId13" Type="http://schemas.openxmlformats.org/officeDocument/2006/relationships/oleObject" Target="../embeddings/oleObject160.bin"/><Relationship Id="rId12" Type="http://schemas.openxmlformats.org/officeDocument/2006/relationships/image" Target="../media/image156.wmf"/><Relationship Id="rId11" Type="http://schemas.openxmlformats.org/officeDocument/2006/relationships/oleObject" Target="../embeddings/oleObject159.bin"/><Relationship Id="rId10" Type="http://schemas.openxmlformats.org/officeDocument/2006/relationships/image" Target="../media/image155.wmf"/><Relationship Id="rId1" Type="http://schemas.openxmlformats.org/officeDocument/2006/relationships/oleObject" Target="../embeddings/oleObject154.bin"/></Relationships>
</file>

<file path=ppt/slides/_rels/slide5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62.wmf"/><Relationship Id="rId7" Type="http://schemas.openxmlformats.org/officeDocument/2006/relationships/oleObject" Target="../embeddings/oleObject165.bin"/><Relationship Id="rId6" Type="http://schemas.openxmlformats.org/officeDocument/2006/relationships/image" Target="../media/image161.wmf"/><Relationship Id="rId5" Type="http://schemas.openxmlformats.org/officeDocument/2006/relationships/oleObject" Target="../embeddings/oleObject164.bin"/><Relationship Id="rId4" Type="http://schemas.openxmlformats.org/officeDocument/2006/relationships/image" Target="../media/image160.wmf"/><Relationship Id="rId3" Type="http://schemas.openxmlformats.org/officeDocument/2006/relationships/oleObject" Target="../embeddings/oleObject163.bin"/><Relationship Id="rId2" Type="http://schemas.openxmlformats.org/officeDocument/2006/relationships/image" Target="../media/image159.wmf"/><Relationship Id="rId10" Type="http://schemas.openxmlformats.org/officeDocument/2006/relationships/vmlDrawing" Target="../drawings/vmlDrawing42.vml"/><Relationship Id="rId1" Type="http://schemas.openxmlformats.org/officeDocument/2006/relationships/oleObject" Target="../embeddings/oleObject162.bin"/></Relationships>
</file>

<file path=ppt/slides/_rels/slide58.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7.xml"/><Relationship Id="rId6" Type="http://schemas.openxmlformats.org/officeDocument/2006/relationships/image" Target="../media/image165.wmf"/><Relationship Id="rId5" Type="http://schemas.openxmlformats.org/officeDocument/2006/relationships/oleObject" Target="../embeddings/oleObject168.bin"/><Relationship Id="rId4" Type="http://schemas.openxmlformats.org/officeDocument/2006/relationships/image" Target="../media/image164.wmf"/><Relationship Id="rId3" Type="http://schemas.openxmlformats.org/officeDocument/2006/relationships/oleObject" Target="../embeddings/oleObject167.bin"/><Relationship Id="rId2" Type="http://schemas.openxmlformats.org/officeDocument/2006/relationships/image" Target="../media/image163.wmf"/><Relationship Id="rId1" Type="http://schemas.openxmlformats.org/officeDocument/2006/relationships/oleObject" Target="../embeddings/oleObject166.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173.bin"/><Relationship Id="rId8" Type="http://schemas.openxmlformats.org/officeDocument/2006/relationships/image" Target="../media/image169.wmf"/><Relationship Id="rId7" Type="http://schemas.openxmlformats.org/officeDocument/2006/relationships/oleObject" Target="../embeddings/oleObject172.bin"/><Relationship Id="rId6" Type="http://schemas.openxmlformats.org/officeDocument/2006/relationships/image" Target="../media/image168.wmf"/><Relationship Id="rId5" Type="http://schemas.openxmlformats.org/officeDocument/2006/relationships/oleObject" Target="../embeddings/oleObject171.bin"/><Relationship Id="rId4" Type="http://schemas.openxmlformats.org/officeDocument/2006/relationships/image" Target="../media/image167.wmf"/><Relationship Id="rId3" Type="http://schemas.openxmlformats.org/officeDocument/2006/relationships/oleObject" Target="../embeddings/oleObject170.bin"/><Relationship Id="rId2" Type="http://schemas.openxmlformats.org/officeDocument/2006/relationships/image" Target="../media/image166.wmf"/><Relationship Id="rId14" Type="http://schemas.openxmlformats.org/officeDocument/2006/relationships/vmlDrawing" Target="../drawings/vmlDrawing44.vml"/><Relationship Id="rId13" Type="http://schemas.openxmlformats.org/officeDocument/2006/relationships/slideLayout" Target="../slideLayouts/slideLayout7.xml"/><Relationship Id="rId12" Type="http://schemas.openxmlformats.org/officeDocument/2006/relationships/image" Target="../media/image171.wmf"/><Relationship Id="rId11" Type="http://schemas.openxmlformats.org/officeDocument/2006/relationships/oleObject" Target="../embeddings/oleObject174.bin"/><Relationship Id="rId10" Type="http://schemas.openxmlformats.org/officeDocument/2006/relationships/image" Target="../media/image170.wmf"/><Relationship Id="rId1" Type="http://schemas.openxmlformats.org/officeDocument/2006/relationships/oleObject" Target="../embeddings/oleObject169.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172.wmf"/><Relationship Id="rId1" Type="http://schemas.openxmlformats.org/officeDocument/2006/relationships/oleObject" Target="../embeddings/oleObject175.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180.bin"/><Relationship Id="rId8" Type="http://schemas.openxmlformats.org/officeDocument/2006/relationships/image" Target="../media/image174.wmf"/><Relationship Id="rId7" Type="http://schemas.openxmlformats.org/officeDocument/2006/relationships/oleObject" Target="../embeddings/oleObject179.bin"/><Relationship Id="rId6" Type="http://schemas.openxmlformats.org/officeDocument/2006/relationships/image" Target="../media/image173.wmf"/><Relationship Id="rId5" Type="http://schemas.openxmlformats.org/officeDocument/2006/relationships/oleObject" Target="../embeddings/oleObject178.bin"/><Relationship Id="rId4" Type="http://schemas.openxmlformats.org/officeDocument/2006/relationships/image" Target="../media/image170.wmf"/><Relationship Id="rId3" Type="http://schemas.openxmlformats.org/officeDocument/2006/relationships/oleObject" Target="../embeddings/oleObject177.bin"/><Relationship Id="rId2" Type="http://schemas.openxmlformats.org/officeDocument/2006/relationships/image" Target="../media/image169.wmf"/><Relationship Id="rId14" Type="http://schemas.openxmlformats.org/officeDocument/2006/relationships/vmlDrawing" Target="../drawings/vmlDrawing46.vml"/><Relationship Id="rId13" Type="http://schemas.openxmlformats.org/officeDocument/2006/relationships/slideLayout" Target="../slideLayouts/slideLayout7.xml"/><Relationship Id="rId12" Type="http://schemas.openxmlformats.org/officeDocument/2006/relationships/image" Target="../media/image176.wmf"/><Relationship Id="rId11" Type="http://schemas.openxmlformats.org/officeDocument/2006/relationships/oleObject" Target="../embeddings/oleObject181.bin"/><Relationship Id="rId10" Type="http://schemas.openxmlformats.org/officeDocument/2006/relationships/image" Target="../media/image175.wmf"/><Relationship Id="rId1" Type="http://schemas.openxmlformats.org/officeDocument/2006/relationships/oleObject" Target="../embeddings/oleObject176.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186.bin"/><Relationship Id="rId8" Type="http://schemas.openxmlformats.org/officeDocument/2006/relationships/image" Target="../media/image179.wmf"/><Relationship Id="rId7" Type="http://schemas.openxmlformats.org/officeDocument/2006/relationships/oleObject" Target="../embeddings/oleObject185.bin"/><Relationship Id="rId6" Type="http://schemas.openxmlformats.org/officeDocument/2006/relationships/image" Target="../media/image165.wmf"/><Relationship Id="rId5" Type="http://schemas.openxmlformats.org/officeDocument/2006/relationships/oleObject" Target="../embeddings/oleObject184.bin"/><Relationship Id="rId4" Type="http://schemas.openxmlformats.org/officeDocument/2006/relationships/image" Target="../media/image178.wmf"/><Relationship Id="rId3" Type="http://schemas.openxmlformats.org/officeDocument/2006/relationships/oleObject" Target="../embeddings/oleObject183.bin"/><Relationship Id="rId2" Type="http://schemas.openxmlformats.org/officeDocument/2006/relationships/image" Target="../media/image177.wmf"/><Relationship Id="rId14" Type="http://schemas.openxmlformats.org/officeDocument/2006/relationships/vmlDrawing" Target="../drawings/vmlDrawing47.vml"/><Relationship Id="rId13" Type="http://schemas.openxmlformats.org/officeDocument/2006/relationships/slideLayout" Target="../slideLayouts/slideLayout7.xml"/><Relationship Id="rId12" Type="http://schemas.openxmlformats.org/officeDocument/2006/relationships/image" Target="../media/image181.wmf"/><Relationship Id="rId11" Type="http://schemas.openxmlformats.org/officeDocument/2006/relationships/oleObject" Target="../embeddings/oleObject187.bin"/><Relationship Id="rId10" Type="http://schemas.openxmlformats.org/officeDocument/2006/relationships/image" Target="../media/image180.wmf"/><Relationship Id="rId1" Type="http://schemas.openxmlformats.org/officeDocument/2006/relationships/oleObject" Target="../embeddings/oleObject182.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192.bin"/><Relationship Id="rId8" Type="http://schemas.openxmlformats.org/officeDocument/2006/relationships/image" Target="../media/image184.wmf"/><Relationship Id="rId7" Type="http://schemas.openxmlformats.org/officeDocument/2006/relationships/oleObject" Target="../embeddings/oleObject191.bin"/><Relationship Id="rId6" Type="http://schemas.openxmlformats.org/officeDocument/2006/relationships/image" Target="../media/image183.wmf"/><Relationship Id="rId5" Type="http://schemas.openxmlformats.org/officeDocument/2006/relationships/oleObject" Target="../embeddings/oleObject190.bin"/><Relationship Id="rId4" Type="http://schemas.openxmlformats.org/officeDocument/2006/relationships/image" Target="../media/image182.wmf"/><Relationship Id="rId3" Type="http://schemas.openxmlformats.org/officeDocument/2006/relationships/oleObject" Target="../embeddings/oleObject189.bin"/><Relationship Id="rId2" Type="http://schemas.openxmlformats.org/officeDocument/2006/relationships/image" Target="../media/image163.wmf"/><Relationship Id="rId17" Type="http://schemas.openxmlformats.org/officeDocument/2006/relationships/vmlDrawing" Target="../drawings/vmlDrawing48.vml"/><Relationship Id="rId16" Type="http://schemas.openxmlformats.org/officeDocument/2006/relationships/slideLayout" Target="../slideLayouts/slideLayout7.xml"/><Relationship Id="rId15" Type="http://schemas.openxmlformats.org/officeDocument/2006/relationships/image" Target="../media/image187.wmf"/><Relationship Id="rId14" Type="http://schemas.openxmlformats.org/officeDocument/2006/relationships/oleObject" Target="../embeddings/oleObject195.bin"/><Relationship Id="rId13" Type="http://schemas.openxmlformats.org/officeDocument/2006/relationships/oleObject" Target="../embeddings/oleObject194.bin"/><Relationship Id="rId12" Type="http://schemas.openxmlformats.org/officeDocument/2006/relationships/image" Target="../media/image186.wmf"/><Relationship Id="rId11" Type="http://schemas.openxmlformats.org/officeDocument/2006/relationships/oleObject" Target="../embeddings/oleObject193.bin"/><Relationship Id="rId10" Type="http://schemas.openxmlformats.org/officeDocument/2006/relationships/image" Target="../media/image185.wmf"/><Relationship Id="rId1" Type="http://schemas.openxmlformats.org/officeDocument/2006/relationships/oleObject" Target="../embeddings/oleObject188.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200.bin"/><Relationship Id="rId8" Type="http://schemas.openxmlformats.org/officeDocument/2006/relationships/image" Target="../media/image184.wmf"/><Relationship Id="rId7" Type="http://schemas.openxmlformats.org/officeDocument/2006/relationships/oleObject" Target="../embeddings/oleObject199.bin"/><Relationship Id="rId6" Type="http://schemas.openxmlformats.org/officeDocument/2006/relationships/image" Target="../media/image183.wmf"/><Relationship Id="rId5" Type="http://schemas.openxmlformats.org/officeDocument/2006/relationships/oleObject" Target="../embeddings/oleObject198.bin"/><Relationship Id="rId4" Type="http://schemas.openxmlformats.org/officeDocument/2006/relationships/image" Target="../media/image188.wmf"/><Relationship Id="rId3" Type="http://schemas.openxmlformats.org/officeDocument/2006/relationships/oleObject" Target="../embeddings/oleObject197.bin"/><Relationship Id="rId2" Type="http://schemas.openxmlformats.org/officeDocument/2006/relationships/image" Target="../media/image182.wmf"/><Relationship Id="rId16" Type="http://schemas.openxmlformats.org/officeDocument/2006/relationships/vmlDrawing" Target="../drawings/vmlDrawing49.vml"/><Relationship Id="rId15" Type="http://schemas.openxmlformats.org/officeDocument/2006/relationships/slideLayout" Target="../slideLayouts/slideLayout7.xml"/><Relationship Id="rId14" Type="http://schemas.openxmlformats.org/officeDocument/2006/relationships/image" Target="../media/image181.wmf"/><Relationship Id="rId13" Type="http://schemas.openxmlformats.org/officeDocument/2006/relationships/oleObject" Target="../embeddings/oleObject202.bin"/><Relationship Id="rId12" Type="http://schemas.openxmlformats.org/officeDocument/2006/relationships/image" Target="../media/image190.wmf"/><Relationship Id="rId11" Type="http://schemas.openxmlformats.org/officeDocument/2006/relationships/oleObject" Target="../embeddings/oleObject201.bin"/><Relationship Id="rId10" Type="http://schemas.openxmlformats.org/officeDocument/2006/relationships/image" Target="../media/image189.wmf"/><Relationship Id="rId1" Type="http://schemas.openxmlformats.org/officeDocument/2006/relationships/oleObject" Target="../embeddings/oleObject196.bin"/></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207.bin"/><Relationship Id="rId8" Type="http://schemas.openxmlformats.org/officeDocument/2006/relationships/image" Target="../media/image194.wmf"/><Relationship Id="rId7" Type="http://schemas.openxmlformats.org/officeDocument/2006/relationships/oleObject" Target="../embeddings/oleObject206.bin"/><Relationship Id="rId6" Type="http://schemas.openxmlformats.org/officeDocument/2006/relationships/image" Target="../media/image193.wmf"/><Relationship Id="rId5" Type="http://schemas.openxmlformats.org/officeDocument/2006/relationships/oleObject" Target="../embeddings/oleObject205.bin"/><Relationship Id="rId4" Type="http://schemas.openxmlformats.org/officeDocument/2006/relationships/image" Target="../media/image192.wmf"/><Relationship Id="rId3" Type="http://schemas.openxmlformats.org/officeDocument/2006/relationships/oleObject" Target="../embeddings/oleObject204.bin"/><Relationship Id="rId2" Type="http://schemas.openxmlformats.org/officeDocument/2006/relationships/image" Target="../media/image191.wmf"/><Relationship Id="rId12" Type="http://schemas.openxmlformats.org/officeDocument/2006/relationships/vmlDrawing" Target="../drawings/vmlDrawing50.vml"/><Relationship Id="rId11" Type="http://schemas.openxmlformats.org/officeDocument/2006/relationships/slideLayout" Target="../slideLayouts/slideLayout7.xml"/><Relationship Id="rId10" Type="http://schemas.openxmlformats.org/officeDocument/2006/relationships/image" Target="../media/image195.wmf"/><Relationship Id="rId1" Type="http://schemas.openxmlformats.org/officeDocument/2006/relationships/oleObject" Target="../embeddings/oleObject203.bin"/></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6.png"/></Relationships>
</file>

<file path=ppt/slides/_rels/slide67.xml.rels><?xml version="1.0" encoding="UTF-8" standalone="yes"?>
<Relationships xmlns="http://schemas.openxmlformats.org/package/2006/relationships"><Relationship Id="rId6" Type="http://schemas.openxmlformats.org/officeDocument/2006/relationships/vmlDrawing" Target="../drawings/vmlDrawing51.vml"/><Relationship Id="rId5" Type="http://schemas.openxmlformats.org/officeDocument/2006/relationships/slideLayout" Target="../slideLayouts/slideLayout7.xml"/><Relationship Id="rId4" Type="http://schemas.openxmlformats.org/officeDocument/2006/relationships/image" Target="../media/image199.png"/><Relationship Id="rId3" Type="http://schemas.openxmlformats.org/officeDocument/2006/relationships/image" Target="../media/image198.png"/><Relationship Id="rId2" Type="http://schemas.openxmlformats.org/officeDocument/2006/relationships/image" Target="../media/image197.wmf"/><Relationship Id="rId1" Type="http://schemas.openxmlformats.org/officeDocument/2006/relationships/oleObject" Target="../embeddings/oleObject208.bin"/></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0.png"/></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4.wmf"/><Relationship Id="rId7" Type="http://schemas.openxmlformats.org/officeDocument/2006/relationships/oleObject" Target="../embeddings/oleObject212.bin"/><Relationship Id="rId6" Type="http://schemas.openxmlformats.org/officeDocument/2006/relationships/image" Target="../media/image203.wmf"/><Relationship Id="rId5" Type="http://schemas.openxmlformats.org/officeDocument/2006/relationships/oleObject" Target="../embeddings/oleObject211.bin"/><Relationship Id="rId4" Type="http://schemas.openxmlformats.org/officeDocument/2006/relationships/image" Target="../media/image202.wmf"/><Relationship Id="rId3" Type="http://schemas.openxmlformats.org/officeDocument/2006/relationships/oleObject" Target="../embeddings/oleObject210.bin"/><Relationship Id="rId2" Type="http://schemas.openxmlformats.org/officeDocument/2006/relationships/image" Target="../media/image201.wmf"/><Relationship Id="rId10" Type="http://schemas.openxmlformats.org/officeDocument/2006/relationships/vmlDrawing" Target="../drawings/vmlDrawing52.vml"/><Relationship Id="rId1" Type="http://schemas.openxmlformats.org/officeDocument/2006/relationships/oleObject" Target="../embeddings/oleObject209.bin"/></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205.wmf"/><Relationship Id="rId1" Type="http://schemas.openxmlformats.org/officeDocument/2006/relationships/oleObject" Target="../embeddings/oleObject213.bin"/></Relationships>
</file>

<file path=ppt/slides/_rels/slide7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9.wmf"/><Relationship Id="rId7" Type="http://schemas.openxmlformats.org/officeDocument/2006/relationships/oleObject" Target="../embeddings/oleObject217.bin"/><Relationship Id="rId6" Type="http://schemas.openxmlformats.org/officeDocument/2006/relationships/image" Target="../media/image208.wmf"/><Relationship Id="rId5" Type="http://schemas.openxmlformats.org/officeDocument/2006/relationships/oleObject" Target="../embeddings/oleObject216.bin"/><Relationship Id="rId4" Type="http://schemas.openxmlformats.org/officeDocument/2006/relationships/image" Target="../media/image207.wmf"/><Relationship Id="rId3" Type="http://schemas.openxmlformats.org/officeDocument/2006/relationships/oleObject" Target="../embeddings/oleObject215.bin"/><Relationship Id="rId2" Type="http://schemas.openxmlformats.org/officeDocument/2006/relationships/image" Target="../media/image206.wmf"/><Relationship Id="rId10" Type="http://schemas.openxmlformats.org/officeDocument/2006/relationships/vmlDrawing" Target="../drawings/vmlDrawing54.vml"/><Relationship Id="rId1" Type="http://schemas.openxmlformats.org/officeDocument/2006/relationships/oleObject" Target="../embeddings/oleObject214.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8" Type="http://schemas.openxmlformats.org/officeDocument/2006/relationships/vmlDrawing" Target="../drawings/vmlDrawing55.vml"/><Relationship Id="rId7" Type="http://schemas.openxmlformats.org/officeDocument/2006/relationships/slideLayout" Target="../slideLayouts/slideLayout7.xml"/><Relationship Id="rId6" Type="http://schemas.openxmlformats.org/officeDocument/2006/relationships/image" Target="../media/image212.wmf"/><Relationship Id="rId5" Type="http://schemas.openxmlformats.org/officeDocument/2006/relationships/oleObject" Target="../embeddings/oleObject220.bin"/><Relationship Id="rId4" Type="http://schemas.openxmlformats.org/officeDocument/2006/relationships/image" Target="../media/image211.wmf"/><Relationship Id="rId3" Type="http://schemas.openxmlformats.org/officeDocument/2006/relationships/oleObject" Target="../embeddings/oleObject219.bin"/><Relationship Id="rId2" Type="http://schemas.openxmlformats.org/officeDocument/2006/relationships/image" Target="../media/image210.wmf"/><Relationship Id="rId1" Type="http://schemas.openxmlformats.org/officeDocument/2006/relationships/oleObject" Target="../embeddings/oleObject218.bin"/></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6.wmf"/><Relationship Id="rId7" Type="http://schemas.openxmlformats.org/officeDocument/2006/relationships/oleObject" Target="../embeddings/oleObject224.bin"/><Relationship Id="rId6" Type="http://schemas.openxmlformats.org/officeDocument/2006/relationships/image" Target="../media/image215.wmf"/><Relationship Id="rId5" Type="http://schemas.openxmlformats.org/officeDocument/2006/relationships/oleObject" Target="../embeddings/oleObject223.bin"/><Relationship Id="rId4" Type="http://schemas.openxmlformats.org/officeDocument/2006/relationships/image" Target="../media/image214.wmf"/><Relationship Id="rId3" Type="http://schemas.openxmlformats.org/officeDocument/2006/relationships/oleObject" Target="../embeddings/oleObject222.bin"/><Relationship Id="rId2" Type="http://schemas.openxmlformats.org/officeDocument/2006/relationships/image" Target="../media/image213.wmf"/><Relationship Id="rId10" Type="http://schemas.openxmlformats.org/officeDocument/2006/relationships/vmlDrawing" Target="../drawings/vmlDrawing56.vml"/><Relationship Id="rId1" Type="http://schemas.openxmlformats.org/officeDocument/2006/relationships/oleObject" Target="../embeddings/oleObject221.bin"/></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57.vml"/><Relationship Id="rId5" Type="http://schemas.openxmlformats.org/officeDocument/2006/relationships/slideLayout" Target="../slideLayouts/slideLayout7.xml"/><Relationship Id="rId4" Type="http://schemas.openxmlformats.org/officeDocument/2006/relationships/image" Target="../media/image218.wmf"/><Relationship Id="rId3" Type="http://schemas.openxmlformats.org/officeDocument/2006/relationships/oleObject" Target="../embeddings/oleObject226.bin"/><Relationship Id="rId2" Type="http://schemas.openxmlformats.org/officeDocument/2006/relationships/image" Target="../media/image217.wmf"/><Relationship Id="rId1" Type="http://schemas.openxmlformats.org/officeDocument/2006/relationships/oleObject" Target="../embeddings/oleObject225.bin"/></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7.xml"/><Relationship Id="rId4" Type="http://schemas.openxmlformats.org/officeDocument/2006/relationships/image" Target="../media/image218.wmf"/><Relationship Id="rId3" Type="http://schemas.openxmlformats.org/officeDocument/2006/relationships/oleObject" Target="../embeddings/oleObject228.bin"/><Relationship Id="rId2" Type="http://schemas.openxmlformats.org/officeDocument/2006/relationships/image" Target="../media/image219.wmf"/><Relationship Id="rId1" Type="http://schemas.openxmlformats.org/officeDocument/2006/relationships/oleObject" Target="../embeddings/oleObject227.bin"/></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59.vml"/><Relationship Id="rId3" Type="http://schemas.openxmlformats.org/officeDocument/2006/relationships/slideLayout" Target="../slideLayouts/slideLayout7.xml"/><Relationship Id="rId2" Type="http://schemas.openxmlformats.org/officeDocument/2006/relationships/image" Target="../media/image220.wmf"/><Relationship Id="rId1" Type="http://schemas.openxmlformats.org/officeDocument/2006/relationships/oleObject" Target="../embeddings/oleObject229.bin"/></Relationships>
</file>

<file path=ppt/slides/_rels/slide78.xml.rels><?xml version="1.0" encoding="UTF-8" standalone="yes"?>
<Relationships xmlns="http://schemas.openxmlformats.org/package/2006/relationships"><Relationship Id="rId6" Type="http://schemas.openxmlformats.org/officeDocument/2006/relationships/vmlDrawing" Target="../drawings/vmlDrawing60.vml"/><Relationship Id="rId5" Type="http://schemas.openxmlformats.org/officeDocument/2006/relationships/slideLayout" Target="../slideLayouts/slideLayout7.xml"/><Relationship Id="rId4" Type="http://schemas.openxmlformats.org/officeDocument/2006/relationships/image" Target="../media/image222.wmf"/><Relationship Id="rId3" Type="http://schemas.openxmlformats.org/officeDocument/2006/relationships/oleObject" Target="../embeddings/oleObject231.bin"/><Relationship Id="rId2" Type="http://schemas.openxmlformats.org/officeDocument/2006/relationships/image" Target="../media/image221.wmf"/><Relationship Id="rId1" Type="http://schemas.openxmlformats.org/officeDocument/2006/relationships/oleObject" Target="../embeddings/oleObject230.bin"/></Relationships>
</file>

<file path=ppt/slides/_rels/slide79.xml.rels><?xml version="1.0" encoding="UTF-8" standalone="yes"?>
<Relationships xmlns="http://schemas.openxmlformats.org/package/2006/relationships"><Relationship Id="rId8" Type="http://schemas.openxmlformats.org/officeDocument/2006/relationships/vmlDrawing" Target="../drawings/vmlDrawing61.vml"/><Relationship Id="rId7" Type="http://schemas.openxmlformats.org/officeDocument/2006/relationships/slideLayout" Target="../slideLayouts/slideLayout7.xml"/><Relationship Id="rId6" Type="http://schemas.openxmlformats.org/officeDocument/2006/relationships/image" Target="../media/image225.wmf"/><Relationship Id="rId5" Type="http://schemas.openxmlformats.org/officeDocument/2006/relationships/oleObject" Target="../embeddings/oleObject234.bin"/><Relationship Id="rId4" Type="http://schemas.openxmlformats.org/officeDocument/2006/relationships/image" Target="../media/image224.wmf"/><Relationship Id="rId3" Type="http://schemas.openxmlformats.org/officeDocument/2006/relationships/oleObject" Target="../embeddings/oleObject233.bin"/><Relationship Id="rId2" Type="http://schemas.openxmlformats.org/officeDocument/2006/relationships/image" Target="../media/image223.wmf"/><Relationship Id="rId1" Type="http://schemas.openxmlformats.org/officeDocument/2006/relationships/oleObject" Target="../embeddings/oleObject232.bin"/></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227.png"/><Relationship Id="rId1" Type="http://schemas.openxmlformats.org/officeDocument/2006/relationships/image" Target="../media/image226.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9.png"/></Relationships>
</file>

<file path=ppt/slides/_rels/slide83.xml.rels><?xml version="1.0" encoding="UTF-8" standalone="yes"?>
<Relationships xmlns="http://schemas.openxmlformats.org/package/2006/relationships"><Relationship Id="rId6" Type="http://schemas.openxmlformats.org/officeDocument/2006/relationships/vmlDrawing" Target="../drawings/vmlDrawing62.vml"/><Relationship Id="rId5" Type="http://schemas.openxmlformats.org/officeDocument/2006/relationships/slideLayout" Target="../slideLayouts/slideLayout7.xml"/><Relationship Id="rId4" Type="http://schemas.openxmlformats.org/officeDocument/2006/relationships/image" Target="../media/image231.wmf"/><Relationship Id="rId3" Type="http://schemas.openxmlformats.org/officeDocument/2006/relationships/oleObject" Target="../embeddings/oleObject236.bin"/><Relationship Id="rId2" Type="http://schemas.openxmlformats.org/officeDocument/2006/relationships/image" Target="../media/image230.wmf"/><Relationship Id="rId1" Type="http://schemas.openxmlformats.org/officeDocument/2006/relationships/oleObject" Target="../embeddings/oleObject235.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63.vml"/><Relationship Id="rId5" Type="http://schemas.openxmlformats.org/officeDocument/2006/relationships/slideLayout" Target="../slideLayouts/slideLayout7.xml"/><Relationship Id="rId4" Type="http://schemas.openxmlformats.org/officeDocument/2006/relationships/image" Target="../media/image233.wmf"/><Relationship Id="rId3" Type="http://schemas.openxmlformats.org/officeDocument/2006/relationships/oleObject" Target="../embeddings/oleObject238.bin"/><Relationship Id="rId2" Type="http://schemas.openxmlformats.org/officeDocument/2006/relationships/image" Target="../media/image232.wmf"/><Relationship Id="rId1" Type="http://schemas.openxmlformats.org/officeDocument/2006/relationships/oleObject" Target="../embeddings/oleObject237.bin"/></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64.vml"/><Relationship Id="rId5" Type="http://schemas.openxmlformats.org/officeDocument/2006/relationships/slideLayout" Target="../slideLayouts/slideLayout7.xml"/><Relationship Id="rId4" Type="http://schemas.openxmlformats.org/officeDocument/2006/relationships/image" Target="../media/image234.wmf"/><Relationship Id="rId3" Type="http://schemas.openxmlformats.org/officeDocument/2006/relationships/oleObject" Target="../embeddings/oleObject240.bin"/><Relationship Id="rId2" Type="http://schemas.openxmlformats.org/officeDocument/2006/relationships/image" Target="../media/image232.wmf"/><Relationship Id="rId1" Type="http://schemas.openxmlformats.org/officeDocument/2006/relationships/oleObject" Target="../embeddings/oleObject239.bin"/></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65.vml"/><Relationship Id="rId5" Type="http://schemas.openxmlformats.org/officeDocument/2006/relationships/slideLayout" Target="../slideLayouts/slideLayout7.xml"/><Relationship Id="rId4" Type="http://schemas.openxmlformats.org/officeDocument/2006/relationships/image" Target="../media/image236.wmf"/><Relationship Id="rId3" Type="http://schemas.openxmlformats.org/officeDocument/2006/relationships/oleObject" Target="../embeddings/oleObject242.bin"/><Relationship Id="rId2" Type="http://schemas.openxmlformats.org/officeDocument/2006/relationships/image" Target="../media/image235.wmf"/><Relationship Id="rId1" Type="http://schemas.openxmlformats.org/officeDocument/2006/relationships/oleObject" Target="../embeddings/oleObject241.bin"/></Relationships>
</file>

<file path=ppt/slides/_rels/slide87.xml.rels><?xml version="1.0" encoding="UTF-8" standalone="yes"?>
<Relationships xmlns="http://schemas.openxmlformats.org/package/2006/relationships"><Relationship Id="rId9" Type="http://schemas.openxmlformats.org/officeDocument/2006/relationships/image" Target="../media/image241.png"/><Relationship Id="rId8" Type="http://schemas.openxmlformats.org/officeDocument/2006/relationships/image" Target="../media/image240.wmf"/><Relationship Id="rId7" Type="http://schemas.openxmlformats.org/officeDocument/2006/relationships/oleObject" Target="../embeddings/oleObject246.bin"/><Relationship Id="rId6" Type="http://schemas.openxmlformats.org/officeDocument/2006/relationships/image" Target="../media/image239.wmf"/><Relationship Id="rId5" Type="http://schemas.openxmlformats.org/officeDocument/2006/relationships/oleObject" Target="../embeddings/oleObject245.bin"/><Relationship Id="rId4" Type="http://schemas.openxmlformats.org/officeDocument/2006/relationships/image" Target="../media/image238.wmf"/><Relationship Id="rId3" Type="http://schemas.openxmlformats.org/officeDocument/2006/relationships/oleObject" Target="../embeddings/oleObject244.bin"/><Relationship Id="rId2" Type="http://schemas.openxmlformats.org/officeDocument/2006/relationships/image" Target="../media/image237.wmf"/><Relationship Id="rId11" Type="http://schemas.openxmlformats.org/officeDocument/2006/relationships/vmlDrawing" Target="../drawings/vmlDrawing66.vml"/><Relationship Id="rId10" Type="http://schemas.openxmlformats.org/officeDocument/2006/relationships/slideLayout" Target="../slideLayouts/slideLayout7.xml"/><Relationship Id="rId1" Type="http://schemas.openxmlformats.org/officeDocument/2006/relationships/oleObject" Target="../embeddings/oleObject243.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9" Type="http://schemas.openxmlformats.org/officeDocument/2006/relationships/oleObject" Target="../embeddings/oleObject251.bin"/><Relationship Id="rId8" Type="http://schemas.openxmlformats.org/officeDocument/2006/relationships/image" Target="../media/image245.wmf"/><Relationship Id="rId7" Type="http://schemas.openxmlformats.org/officeDocument/2006/relationships/oleObject" Target="../embeddings/oleObject250.bin"/><Relationship Id="rId6" Type="http://schemas.openxmlformats.org/officeDocument/2006/relationships/image" Target="../media/image244.wmf"/><Relationship Id="rId5" Type="http://schemas.openxmlformats.org/officeDocument/2006/relationships/oleObject" Target="../embeddings/oleObject249.bin"/><Relationship Id="rId4" Type="http://schemas.openxmlformats.org/officeDocument/2006/relationships/image" Target="../media/image243.wmf"/><Relationship Id="rId3" Type="http://schemas.openxmlformats.org/officeDocument/2006/relationships/oleObject" Target="../embeddings/oleObject248.bin"/><Relationship Id="rId2" Type="http://schemas.openxmlformats.org/officeDocument/2006/relationships/image" Target="../media/image242.wmf"/><Relationship Id="rId16" Type="http://schemas.openxmlformats.org/officeDocument/2006/relationships/vmlDrawing" Target="../drawings/vmlDrawing67.vml"/><Relationship Id="rId15" Type="http://schemas.openxmlformats.org/officeDocument/2006/relationships/slideLayout" Target="../slideLayouts/slideLayout7.xml"/><Relationship Id="rId14" Type="http://schemas.openxmlformats.org/officeDocument/2006/relationships/image" Target="../media/image248.wmf"/><Relationship Id="rId13" Type="http://schemas.openxmlformats.org/officeDocument/2006/relationships/oleObject" Target="../embeddings/oleObject253.bin"/><Relationship Id="rId12" Type="http://schemas.openxmlformats.org/officeDocument/2006/relationships/image" Target="../media/image247.wmf"/><Relationship Id="rId11" Type="http://schemas.openxmlformats.org/officeDocument/2006/relationships/oleObject" Target="../embeddings/oleObject252.bin"/><Relationship Id="rId10" Type="http://schemas.openxmlformats.org/officeDocument/2006/relationships/image" Target="../media/image246.wmf"/><Relationship Id="rId1" Type="http://schemas.openxmlformats.org/officeDocument/2006/relationships/oleObject" Target="../embeddings/oleObject247.bin"/></Relationships>
</file>

<file path=ppt/slides/_rels/slide90.xml.rels><?xml version="1.0" encoding="UTF-8" standalone="yes"?>
<Relationships xmlns="http://schemas.openxmlformats.org/package/2006/relationships"><Relationship Id="rId9" Type="http://schemas.openxmlformats.org/officeDocument/2006/relationships/oleObject" Target="../embeddings/oleObject258.bin"/><Relationship Id="rId8" Type="http://schemas.openxmlformats.org/officeDocument/2006/relationships/image" Target="../media/image252.wmf"/><Relationship Id="rId7" Type="http://schemas.openxmlformats.org/officeDocument/2006/relationships/oleObject" Target="../embeddings/oleObject257.bin"/><Relationship Id="rId6" Type="http://schemas.openxmlformats.org/officeDocument/2006/relationships/image" Target="../media/image251.wmf"/><Relationship Id="rId5" Type="http://schemas.openxmlformats.org/officeDocument/2006/relationships/oleObject" Target="../embeddings/oleObject256.bin"/><Relationship Id="rId4" Type="http://schemas.openxmlformats.org/officeDocument/2006/relationships/image" Target="../media/image250.wmf"/><Relationship Id="rId32" Type="http://schemas.openxmlformats.org/officeDocument/2006/relationships/vmlDrawing" Target="../drawings/vmlDrawing68.vml"/><Relationship Id="rId31" Type="http://schemas.openxmlformats.org/officeDocument/2006/relationships/slideLayout" Target="../slideLayouts/slideLayout7.xml"/><Relationship Id="rId30" Type="http://schemas.openxmlformats.org/officeDocument/2006/relationships/image" Target="../media/image263.wmf"/><Relationship Id="rId3" Type="http://schemas.openxmlformats.org/officeDocument/2006/relationships/oleObject" Target="../embeddings/oleObject255.bin"/><Relationship Id="rId29" Type="http://schemas.openxmlformats.org/officeDocument/2006/relationships/oleObject" Target="../embeddings/oleObject268.bin"/><Relationship Id="rId28" Type="http://schemas.openxmlformats.org/officeDocument/2006/relationships/image" Target="../media/image262.wmf"/><Relationship Id="rId27" Type="http://schemas.openxmlformats.org/officeDocument/2006/relationships/oleObject" Target="../embeddings/oleObject267.bin"/><Relationship Id="rId26" Type="http://schemas.openxmlformats.org/officeDocument/2006/relationships/image" Target="../media/image261.wmf"/><Relationship Id="rId25" Type="http://schemas.openxmlformats.org/officeDocument/2006/relationships/oleObject" Target="../embeddings/oleObject266.bin"/><Relationship Id="rId24" Type="http://schemas.openxmlformats.org/officeDocument/2006/relationships/image" Target="../media/image260.wmf"/><Relationship Id="rId23" Type="http://schemas.openxmlformats.org/officeDocument/2006/relationships/oleObject" Target="../embeddings/oleObject265.bin"/><Relationship Id="rId22" Type="http://schemas.openxmlformats.org/officeDocument/2006/relationships/image" Target="../media/image259.wmf"/><Relationship Id="rId21" Type="http://schemas.openxmlformats.org/officeDocument/2006/relationships/oleObject" Target="../embeddings/oleObject264.bin"/><Relationship Id="rId20" Type="http://schemas.openxmlformats.org/officeDocument/2006/relationships/image" Target="../media/image258.wmf"/><Relationship Id="rId2" Type="http://schemas.openxmlformats.org/officeDocument/2006/relationships/image" Target="../media/image249.wmf"/><Relationship Id="rId19" Type="http://schemas.openxmlformats.org/officeDocument/2006/relationships/oleObject" Target="../embeddings/oleObject263.bin"/><Relationship Id="rId18" Type="http://schemas.openxmlformats.org/officeDocument/2006/relationships/image" Target="../media/image257.wmf"/><Relationship Id="rId17" Type="http://schemas.openxmlformats.org/officeDocument/2006/relationships/oleObject" Target="../embeddings/oleObject262.bin"/><Relationship Id="rId16" Type="http://schemas.openxmlformats.org/officeDocument/2006/relationships/image" Target="../media/image256.wmf"/><Relationship Id="rId15" Type="http://schemas.openxmlformats.org/officeDocument/2006/relationships/oleObject" Target="../embeddings/oleObject261.bin"/><Relationship Id="rId14" Type="http://schemas.openxmlformats.org/officeDocument/2006/relationships/image" Target="../media/image255.wmf"/><Relationship Id="rId13" Type="http://schemas.openxmlformats.org/officeDocument/2006/relationships/oleObject" Target="../embeddings/oleObject260.bin"/><Relationship Id="rId12" Type="http://schemas.openxmlformats.org/officeDocument/2006/relationships/image" Target="../media/image254.wmf"/><Relationship Id="rId11" Type="http://schemas.openxmlformats.org/officeDocument/2006/relationships/oleObject" Target="../embeddings/oleObject259.bin"/><Relationship Id="rId10" Type="http://schemas.openxmlformats.org/officeDocument/2006/relationships/image" Target="../media/image253.wmf"/><Relationship Id="rId1" Type="http://schemas.openxmlformats.org/officeDocument/2006/relationships/oleObject" Target="../embeddings/oleObject254.bin"/></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69.vml"/><Relationship Id="rId3" Type="http://schemas.openxmlformats.org/officeDocument/2006/relationships/slideLayout" Target="../slideLayouts/slideLayout7.xml"/><Relationship Id="rId2" Type="http://schemas.openxmlformats.org/officeDocument/2006/relationships/image" Target="../media/image232.wmf"/><Relationship Id="rId1" Type="http://schemas.openxmlformats.org/officeDocument/2006/relationships/oleObject" Target="../embeddings/oleObject269.bin"/></Relationships>
</file>

<file path=ppt/slides/_rels/slide92.xml.rels><?xml version="1.0" encoding="UTF-8" standalone="yes"?>
<Relationships xmlns="http://schemas.openxmlformats.org/package/2006/relationships"><Relationship Id="rId8" Type="http://schemas.openxmlformats.org/officeDocument/2006/relationships/vmlDrawing" Target="../drawings/vmlDrawing70.vml"/><Relationship Id="rId7" Type="http://schemas.openxmlformats.org/officeDocument/2006/relationships/slideLayout" Target="../slideLayouts/slideLayout7.xml"/><Relationship Id="rId6" Type="http://schemas.openxmlformats.org/officeDocument/2006/relationships/image" Target="../media/image266.wmf"/><Relationship Id="rId5" Type="http://schemas.openxmlformats.org/officeDocument/2006/relationships/oleObject" Target="../embeddings/oleObject272.bin"/><Relationship Id="rId4" Type="http://schemas.openxmlformats.org/officeDocument/2006/relationships/image" Target="../media/image265.wmf"/><Relationship Id="rId3" Type="http://schemas.openxmlformats.org/officeDocument/2006/relationships/oleObject" Target="../embeddings/oleObject271.bin"/><Relationship Id="rId2" Type="http://schemas.openxmlformats.org/officeDocument/2006/relationships/image" Target="../media/image264.wmf"/><Relationship Id="rId1" Type="http://schemas.openxmlformats.org/officeDocument/2006/relationships/oleObject" Target="../embeddings/oleObject270.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6" Type="http://schemas.openxmlformats.org/officeDocument/2006/relationships/vmlDrawing" Target="../drawings/vmlDrawing71.vml"/><Relationship Id="rId5" Type="http://schemas.openxmlformats.org/officeDocument/2006/relationships/slideLayout" Target="../slideLayouts/slideLayout7.xml"/><Relationship Id="rId4" Type="http://schemas.openxmlformats.org/officeDocument/2006/relationships/image" Target="../media/image268.wmf"/><Relationship Id="rId3" Type="http://schemas.openxmlformats.org/officeDocument/2006/relationships/oleObject" Target="../embeddings/oleObject274.bin"/><Relationship Id="rId2" Type="http://schemas.openxmlformats.org/officeDocument/2006/relationships/image" Target="../media/image267.wmf"/><Relationship Id="rId1" Type="http://schemas.openxmlformats.org/officeDocument/2006/relationships/oleObject" Target="../embeddings/oleObject273.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72.vml"/><Relationship Id="rId3" Type="http://schemas.openxmlformats.org/officeDocument/2006/relationships/slideLayout" Target="../slideLayouts/slideLayout7.xml"/><Relationship Id="rId2" Type="http://schemas.openxmlformats.org/officeDocument/2006/relationships/image" Target="../media/image269.wmf"/><Relationship Id="rId1" Type="http://schemas.openxmlformats.org/officeDocument/2006/relationships/oleObject" Target="../embeddings/oleObject275.bin"/></Relationships>
</file>

<file path=ppt/slides/_rels/slide97.xml.rels><?xml version="1.0" encoding="UTF-8" standalone="yes"?>
<Relationships xmlns="http://schemas.openxmlformats.org/package/2006/relationships"><Relationship Id="rId9" Type="http://schemas.openxmlformats.org/officeDocument/2006/relationships/oleObject" Target="../embeddings/oleObject280.bin"/><Relationship Id="rId8" Type="http://schemas.openxmlformats.org/officeDocument/2006/relationships/image" Target="../media/image273.wmf"/><Relationship Id="rId7" Type="http://schemas.openxmlformats.org/officeDocument/2006/relationships/oleObject" Target="../embeddings/oleObject279.bin"/><Relationship Id="rId6" Type="http://schemas.openxmlformats.org/officeDocument/2006/relationships/image" Target="../media/image272.wmf"/><Relationship Id="rId5" Type="http://schemas.openxmlformats.org/officeDocument/2006/relationships/oleObject" Target="../embeddings/oleObject278.bin"/><Relationship Id="rId4" Type="http://schemas.openxmlformats.org/officeDocument/2006/relationships/image" Target="../media/image271.wmf"/><Relationship Id="rId3" Type="http://schemas.openxmlformats.org/officeDocument/2006/relationships/oleObject" Target="../embeddings/oleObject277.bin"/><Relationship Id="rId2" Type="http://schemas.openxmlformats.org/officeDocument/2006/relationships/image" Target="../media/image270.wmf"/><Relationship Id="rId14" Type="http://schemas.openxmlformats.org/officeDocument/2006/relationships/vmlDrawing" Target="../drawings/vmlDrawing73.vml"/><Relationship Id="rId13" Type="http://schemas.openxmlformats.org/officeDocument/2006/relationships/slideLayout" Target="../slideLayouts/slideLayout7.xml"/><Relationship Id="rId12" Type="http://schemas.openxmlformats.org/officeDocument/2006/relationships/image" Target="../media/image275.wmf"/><Relationship Id="rId11" Type="http://schemas.openxmlformats.org/officeDocument/2006/relationships/oleObject" Target="../embeddings/oleObject281.bin"/><Relationship Id="rId10" Type="http://schemas.openxmlformats.org/officeDocument/2006/relationships/image" Target="../media/image274.wmf"/><Relationship Id="rId1" Type="http://schemas.openxmlformats.org/officeDocument/2006/relationships/oleObject" Target="../embeddings/oleObject276.bin"/></Relationships>
</file>

<file path=ppt/slides/_rels/slide9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9.wmf"/><Relationship Id="rId7" Type="http://schemas.openxmlformats.org/officeDocument/2006/relationships/oleObject" Target="../embeddings/oleObject285.bin"/><Relationship Id="rId6" Type="http://schemas.openxmlformats.org/officeDocument/2006/relationships/image" Target="../media/image278.wmf"/><Relationship Id="rId5" Type="http://schemas.openxmlformats.org/officeDocument/2006/relationships/oleObject" Target="../embeddings/oleObject284.bin"/><Relationship Id="rId4" Type="http://schemas.openxmlformats.org/officeDocument/2006/relationships/image" Target="../media/image277.wmf"/><Relationship Id="rId3" Type="http://schemas.openxmlformats.org/officeDocument/2006/relationships/oleObject" Target="../embeddings/oleObject283.bin"/><Relationship Id="rId2" Type="http://schemas.openxmlformats.org/officeDocument/2006/relationships/image" Target="../media/image276.wmf"/><Relationship Id="rId10" Type="http://schemas.openxmlformats.org/officeDocument/2006/relationships/vmlDrawing" Target="../drawings/vmlDrawing74.vml"/><Relationship Id="rId1" Type="http://schemas.openxmlformats.org/officeDocument/2006/relationships/oleObject" Target="../embeddings/oleObject282.bin"/></Relationships>
</file>

<file path=ppt/slides/_rels/slide99.xml.rels><?xml version="1.0" encoding="UTF-8" standalone="yes"?>
<Relationships xmlns="http://schemas.openxmlformats.org/package/2006/relationships"><Relationship Id="rId9" Type="http://schemas.openxmlformats.org/officeDocument/2006/relationships/oleObject" Target="../embeddings/oleObject290.bin"/><Relationship Id="rId8" Type="http://schemas.openxmlformats.org/officeDocument/2006/relationships/image" Target="../media/image283.wmf"/><Relationship Id="rId7" Type="http://schemas.openxmlformats.org/officeDocument/2006/relationships/oleObject" Target="../embeddings/oleObject289.bin"/><Relationship Id="rId6" Type="http://schemas.openxmlformats.org/officeDocument/2006/relationships/image" Target="../media/image282.wmf"/><Relationship Id="rId5" Type="http://schemas.openxmlformats.org/officeDocument/2006/relationships/oleObject" Target="../embeddings/oleObject288.bin"/><Relationship Id="rId4" Type="http://schemas.openxmlformats.org/officeDocument/2006/relationships/image" Target="../media/image281.wmf"/><Relationship Id="rId3" Type="http://schemas.openxmlformats.org/officeDocument/2006/relationships/oleObject" Target="../embeddings/oleObject287.bin"/><Relationship Id="rId2" Type="http://schemas.openxmlformats.org/officeDocument/2006/relationships/image" Target="../media/image280.wmf"/><Relationship Id="rId16" Type="http://schemas.openxmlformats.org/officeDocument/2006/relationships/vmlDrawing" Target="../drawings/vmlDrawing75.vml"/><Relationship Id="rId15" Type="http://schemas.openxmlformats.org/officeDocument/2006/relationships/slideLayout" Target="../slideLayouts/slideLayout7.xml"/><Relationship Id="rId14" Type="http://schemas.openxmlformats.org/officeDocument/2006/relationships/image" Target="../media/image286.wmf"/><Relationship Id="rId13" Type="http://schemas.openxmlformats.org/officeDocument/2006/relationships/oleObject" Target="../embeddings/oleObject292.bin"/><Relationship Id="rId12" Type="http://schemas.openxmlformats.org/officeDocument/2006/relationships/image" Target="../media/image285.wmf"/><Relationship Id="rId11" Type="http://schemas.openxmlformats.org/officeDocument/2006/relationships/oleObject" Target="../embeddings/oleObject291.bin"/><Relationship Id="rId10" Type="http://schemas.openxmlformats.org/officeDocument/2006/relationships/image" Target="../media/image284.wmf"/><Relationship Id="rId1" Type="http://schemas.openxmlformats.org/officeDocument/2006/relationships/oleObject" Target="../embeddings/oleObject286.bin"/></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6" Type="http://schemas.openxmlformats.org/officeDocument/2006/relationships/vmlDrawing" Target="../drawings/vmlDrawing76.vml"/><Relationship Id="rId5" Type="http://schemas.openxmlformats.org/officeDocument/2006/relationships/slideLayout" Target="../slideLayouts/slideLayout7.xml"/><Relationship Id="rId4" Type="http://schemas.openxmlformats.org/officeDocument/2006/relationships/image" Target="../media/image288.wmf"/><Relationship Id="rId3" Type="http://schemas.openxmlformats.org/officeDocument/2006/relationships/oleObject" Target="../embeddings/oleObject294.bin"/><Relationship Id="rId2" Type="http://schemas.openxmlformats.org/officeDocument/2006/relationships/image" Target="../media/image287.wmf"/><Relationship Id="rId1" Type="http://schemas.openxmlformats.org/officeDocument/2006/relationships/oleObject" Target="../embeddings/oleObject293.bin"/></Relationships>
</file>

<file path=ppt/slides/_rels/slide102.xml.rels><?xml version="1.0" encoding="UTF-8" standalone="yes"?>
<Relationships xmlns="http://schemas.openxmlformats.org/package/2006/relationships"><Relationship Id="rId9" Type="http://schemas.openxmlformats.org/officeDocument/2006/relationships/oleObject" Target="../embeddings/oleObject299.bin"/><Relationship Id="rId8" Type="http://schemas.openxmlformats.org/officeDocument/2006/relationships/image" Target="../media/image292.wmf"/><Relationship Id="rId7" Type="http://schemas.openxmlformats.org/officeDocument/2006/relationships/oleObject" Target="../embeddings/oleObject298.bin"/><Relationship Id="rId6" Type="http://schemas.openxmlformats.org/officeDocument/2006/relationships/image" Target="../media/image291.wmf"/><Relationship Id="rId5" Type="http://schemas.openxmlformats.org/officeDocument/2006/relationships/oleObject" Target="../embeddings/oleObject297.bin"/><Relationship Id="rId4" Type="http://schemas.openxmlformats.org/officeDocument/2006/relationships/image" Target="../media/image290.wmf"/><Relationship Id="rId3" Type="http://schemas.openxmlformats.org/officeDocument/2006/relationships/oleObject" Target="../embeddings/oleObject296.bin"/><Relationship Id="rId20" Type="http://schemas.openxmlformats.org/officeDocument/2006/relationships/vmlDrawing" Target="../drawings/vmlDrawing77.vml"/><Relationship Id="rId2" Type="http://schemas.openxmlformats.org/officeDocument/2006/relationships/image" Target="../media/image289.wmf"/><Relationship Id="rId19" Type="http://schemas.openxmlformats.org/officeDocument/2006/relationships/slideLayout" Target="../slideLayouts/slideLayout7.xml"/><Relationship Id="rId18" Type="http://schemas.openxmlformats.org/officeDocument/2006/relationships/image" Target="../media/image297.wmf"/><Relationship Id="rId17" Type="http://schemas.openxmlformats.org/officeDocument/2006/relationships/oleObject" Target="../embeddings/oleObject303.bin"/><Relationship Id="rId16" Type="http://schemas.openxmlformats.org/officeDocument/2006/relationships/image" Target="../media/image296.wmf"/><Relationship Id="rId15" Type="http://schemas.openxmlformats.org/officeDocument/2006/relationships/oleObject" Target="../embeddings/oleObject302.bin"/><Relationship Id="rId14" Type="http://schemas.openxmlformats.org/officeDocument/2006/relationships/image" Target="../media/image295.wmf"/><Relationship Id="rId13" Type="http://schemas.openxmlformats.org/officeDocument/2006/relationships/oleObject" Target="../embeddings/oleObject301.bin"/><Relationship Id="rId12" Type="http://schemas.openxmlformats.org/officeDocument/2006/relationships/image" Target="../media/image294.wmf"/><Relationship Id="rId11" Type="http://schemas.openxmlformats.org/officeDocument/2006/relationships/oleObject" Target="../embeddings/oleObject300.bin"/><Relationship Id="rId10" Type="http://schemas.openxmlformats.org/officeDocument/2006/relationships/image" Target="../media/image293.wmf"/><Relationship Id="rId1" Type="http://schemas.openxmlformats.org/officeDocument/2006/relationships/oleObject" Target="../embeddings/oleObject295.bin"/></Relationships>
</file>

<file path=ppt/slides/_rels/slide103.xml.rels><?xml version="1.0" encoding="UTF-8" standalone="yes"?>
<Relationships xmlns="http://schemas.openxmlformats.org/package/2006/relationships"><Relationship Id="rId9" Type="http://schemas.openxmlformats.org/officeDocument/2006/relationships/oleObject" Target="../embeddings/oleObject308.bin"/><Relationship Id="rId8" Type="http://schemas.openxmlformats.org/officeDocument/2006/relationships/image" Target="../media/image301.wmf"/><Relationship Id="rId7" Type="http://schemas.openxmlformats.org/officeDocument/2006/relationships/oleObject" Target="../embeddings/oleObject307.bin"/><Relationship Id="rId6" Type="http://schemas.openxmlformats.org/officeDocument/2006/relationships/image" Target="../media/image300.wmf"/><Relationship Id="rId5" Type="http://schemas.openxmlformats.org/officeDocument/2006/relationships/oleObject" Target="../embeddings/oleObject306.bin"/><Relationship Id="rId4" Type="http://schemas.openxmlformats.org/officeDocument/2006/relationships/image" Target="../media/image299.wmf"/><Relationship Id="rId3" Type="http://schemas.openxmlformats.org/officeDocument/2006/relationships/oleObject" Target="../embeddings/oleObject305.bin"/><Relationship Id="rId20" Type="http://schemas.openxmlformats.org/officeDocument/2006/relationships/vmlDrawing" Target="../drawings/vmlDrawing78.vml"/><Relationship Id="rId2" Type="http://schemas.openxmlformats.org/officeDocument/2006/relationships/image" Target="../media/image298.wmf"/><Relationship Id="rId19" Type="http://schemas.openxmlformats.org/officeDocument/2006/relationships/slideLayout" Target="../slideLayouts/slideLayout7.xml"/><Relationship Id="rId18" Type="http://schemas.openxmlformats.org/officeDocument/2006/relationships/image" Target="../media/image306.wmf"/><Relationship Id="rId17" Type="http://schemas.openxmlformats.org/officeDocument/2006/relationships/oleObject" Target="../embeddings/oleObject312.bin"/><Relationship Id="rId16" Type="http://schemas.openxmlformats.org/officeDocument/2006/relationships/image" Target="../media/image305.wmf"/><Relationship Id="rId15" Type="http://schemas.openxmlformats.org/officeDocument/2006/relationships/oleObject" Target="../embeddings/oleObject311.bin"/><Relationship Id="rId14" Type="http://schemas.openxmlformats.org/officeDocument/2006/relationships/image" Target="../media/image304.wmf"/><Relationship Id="rId13" Type="http://schemas.openxmlformats.org/officeDocument/2006/relationships/oleObject" Target="../embeddings/oleObject310.bin"/><Relationship Id="rId12" Type="http://schemas.openxmlformats.org/officeDocument/2006/relationships/image" Target="../media/image303.wmf"/><Relationship Id="rId11" Type="http://schemas.openxmlformats.org/officeDocument/2006/relationships/oleObject" Target="../embeddings/oleObject309.bin"/><Relationship Id="rId10" Type="http://schemas.openxmlformats.org/officeDocument/2006/relationships/image" Target="../media/image302.wmf"/><Relationship Id="rId1" Type="http://schemas.openxmlformats.org/officeDocument/2006/relationships/oleObject" Target="../embeddings/oleObject304.bin"/></Relationships>
</file>

<file path=ppt/slides/_rels/slide104.xml.rels><?xml version="1.0" encoding="UTF-8" standalone="yes"?>
<Relationships xmlns="http://schemas.openxmlformats.org/package/2006/relationships"><Relationship Id="rId9" Type="http://schemas.openxmlformats.org/officeDocument/2006/relationships/oleObject" Target="../embeddings/oleObject317.bin"/><Relationship Id="rId8" Type="http://schemas.openxmlformats.org/officeDocument/2006/relationships/image" Target="../media/image310.wmf"/><Relationship Id="rId7" Type="http://schemas.openxmlformats.org/officeDocument/2006/relationships/oleObject" Target="../embeddings/oleObject316.bin"/><Relationship Id="rId6" Type="http://schemas.openxmlformats.org/officeDocument/2006/relationships/image" Target="../media/image309.wmf"/><Relationship Id="rId5" Type="http://schemas.openxmlformats.org/officeDocument/2006/relationships/oleObject" Target="../embeddings/oleObject315.bin"/><Relationship Id="rId4" Type="http://schemas.openxmlformats.org/officeDocument/2006/relationships/image" Target="../media/image308.wmf"/><Relationship Id="rId3" Type="http://schemas.openxmlformats.org/officeDocument/2006/relationships/oleObject" Target="../embeddings/oleObject314.bin"/><Relationship Id="rId20" Type="http://schemas.openxmlformats.org/officeDocument/2006/relationships/vmlDrawing" Target="../drawings/vmlDrawing79.vml"/><Relationship Id="rId2" Type="http://schemas.openxmlformats.org/officeDocument/2006/relationships/image" Target="../media/image307.wmf"/><Relationship Id="rId19" Type="http://schemas.openxmlformats.org/officeDocument/2006/relationships/slideLayout" Target="../slideLayouts/slideLayout7.xml"/><Relationship Id="rId18" Type="http://schemas.openxmlformats.org/officeDocument/2006/relationships/image" Target="../media/image293.wmf"/><Relationship Id="rId17" Type="http://schemas.openxmlformats.org/officeDocument/2006/relationships/oleObject" Target="../embeddings/oleObject321.bin"/><Relationship Id="rId16" Type="http://schemas.openxmlformats.org/officeDocument/2006/relationships/image" Target="../media/image292.wmf"/><Relationship Id="rId15" Type="http://schemas.openxmlformats.org/officeDocument/2006/relationships/oleObject" Target="../embeddings/oleObject320.bin"/><Relationship Id="rId14" Type="http://schemas.openxmlformats.org/officeDocument/2006/relationships/image" Target="../media/image291.wmf"/><Relationship Id="rId13" Type="http://schemas.openxmlformats.org/officeDocument/2006/relationships/oleObject" Target="../embeddings/oleObject319.bin"/><Relationship Id="rId12" Type="http://schemas.openxmlformats.org/officeDocument/2006/relationships/image" Target="../media/image290.wmf"/><Relationship Id="rId11" Type="http://schemas.openxmlformats.org/officeDocument/2006/relationships/oleObject" Target="../embeddings/oleObject318.bin"/><Relationship Id="rId10" Type="http://schemas.openxmlformats.org/officeDocument/2006/relationships/image" Target="../media/image311.wmf"/><Relationship Id="rId1" Type="http://schemas.openxmlformats.org/officeDocument/2006/relationships/oleObject" Target="../embeddings/oleObject313.bin"/></Relationships>
</file>

<file path=ppt/slides/_rels/slide105.xml.rels><?xml version="1.0" encoding="UTF-8" standalone="yes"?>
<Relationships xmlns="http://schemas.openxmlformats.org/package/2006/relationships"><Relationship Id="rId9" Type="http://schemas.openxmlformats.org/officeDocument/2006/relationships/oleObject" Target="../embeddings/oleObject326.bin"/><Relationship Id="rId8" Type="http://schemas.openxmlformats.org/officeDocument/2006/relationships/image" Target="../media/image315.wmf"/><Relationship Id="rId7" Type="http://schemas.openxmlformats.org/officeDocument/2006/relationships/oleObject" Target="../embeddings/oleObject325.bin"/><Relationship Id="rId6" Type="http://schemas.openxmlformats.org/officeDocument/2006/relationships/image" Target="../media/image314.wmf"/><Relationship Id="rId5" Type="http://schemas.openxmlformats.org/officeDocument/2006/relationships/oleObject" Target="../embeddings/oleObject324.bin"/><Relationship Id="rId4" Type="http://schemas.openxmlformats.org/officeDocument/2006/relationships/image" Target="../media/image313.wmf"/><Relationship Id="rId3" Type="http://schemas.openxmlformats.org/officeDocument/2006/relationships/oleObject" Target="../embeddings/oleObject323.bin"/><Relationship Id="rId2" Type="http://schemas.openxmlformats.org/officeDocument/2006/relationships/image" Target="../media/image312.wmf"/><Relationship Id="rId16" Type="http://schemas.openxmlformats.org/officeDocument/2006/relationships/vmlDrawing" Target="../drawings/vmlDrawing80.vml"/><Relationship Id="rId15" Type="http://schemas.openxmlformats.org/officeDocument/2006/relationships/slideLayout" Target="../slideLayouts/slideLayout7.xml"/><Relationship Id="rId14" Type="http://schemas.openxmlformats.org/officeDocument/2006/relationships/image" Target="../media/image318.wmf"/><Relationship Id="rId13" Type="http://schemas.openxmlformats.org/officeDocument/2006/relationships/oleObject" Target="../embeddings/oleObject328.bin"/><Relationship Id="rId12" Type="http://schemas.openxmlformats.org/officeDocument/2006/relationships/image" Target="../media/image317.wmf"/><Relationship Id="rId11" Type="http://schemas.openxmlformats.org/officeDocument/2006/relationships/oleObject" Target="../embeddings/oleObject327.bin"/><Relationship Id="rId10" Type="http://schemas.openxmlformats.org/officeDocument/2006/relationships/image" Target="../media/image316.wmf"/><Relationship Id="rId1" Type="http://schemas.openxmlformats.org/officeDocument/2006/relationships/oleObject" Target="../embeddings/oleObject322.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9.png"/></Relationships>
</file>

<file path=ppt/slides/_rels/slide10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23.wmf"/><Relationship Id="rId7" Type="http://schemas.openxmlformats.org/officeDocument/2006/relationships/oleObject" Target="../embeddings/oleObject332.bin"/><Relationship Id="rId6" Type="http://schemas.openxmlformats.org/officeDocument/2006/relationships/image" Target="../media/image322.wmf"/><Relationship Id="rId5" Type="http://schemas.openxmlformats.org/officeDocument/2006/relationships/oleObject" Target="../embeddings/oleObject331.bin"/><Relationship Id="rId4" Type="http://schemas.openxmlformats.org/officeDocument/2006/relationships/image" Target="../media/image321.wmf"/><Relationship Id="rId3" Type="http://schemas.openxmlformats.org/officeDocument/2006/relationships/oleObject" Target="../embeddings/oleObject330.bin"/><Relationship Id="rId2" Type="http://schemas.openxmlformats.org/officeDocument/2006/relationships/image" Target="../media/image320.wmf"/><Relationship Id="rId10" Type="http://schemas.openxmlformats.org/officeDocument/2006/relationships/vmlDrawing" Target="../drawings/vmlDrawing81.vml"/><Relationship Id="rId1" Type="http://schemas.openxmlformats.org/officeDocument/2006/relationships/oleObject" Target="../embeddings/oleObject329.bin"/></Relationships>
</file>

<file path=ppt/slides/_rels/slide109.xml.rels><?xml version="1.0" encoding="UTF-8" standalone="yes"?>
<Relationships xmlns="http://schemas.openxmlformats.org/package/2006/relationships"><Relationship Id="rId4" Type="http://schemas.openxmlformats.org/officeDocument/2006/relationships/vmlDrawing" Target="../drawings/vmlDrawing82.vml"/><Relationship Id="rId3" Type="http://schemas.openxmlformats.org/officeDocument/2006/relationships/slideLayout" Target="../slideLayouts/slideLayout7.xml"/><Relationship Id="rId2" Type="http://schemas.openxmlformats.org/officeDocument/2006/relationships/image" Target="../media/image324.wmf"/><Relationship Id="rId1" Type="http://schemas.openxmlformats.org/officeDocument/2006/relationships/oleObject" Target="../embeddings/oleObject333.bin"/></Relationships>
</file>

<file path=ppt/slides/_rels/slide110.xml.rels><?xml version="1.0" encoding="UTF-8" standalone="yes"?>
<Relationships xmlns="http://schemas.openxmlformats.org/package/2006/relationships"><Relationship Id="rId9" Type="http://schemas.openxmlformats.org/officeDocument/2006/relationships/oleObject" Target="../embeddings/oleObject338.bin"/><Relationship Id="rId8" Type="http://schemas.openxmlformats.org/officeDocument/2006/relationships/image" Target="../media/image328.wmf"/><Relationship Id="rId7" Type="http://schemas.openxmlformats.org/officeDocument/2006/relationships/oleObject" Target="../embeddings/oleObject337.bin"/><Relationship Id="rId6" Type="http://schemas.openxmlformats.org/officeDocument/2006/relationships/image" Target="../media/image327.wmf"/><Relationship Id="rId5" Type="http://schemas.openxmlformats.org/officeDocument/2006/relationships/oleObject" Target="../embeddings/oleObject336.bin"/><Relationship Id="rId4" Type="http://schemas.openxmlformats.org/officeDocument/2006/relationships/image" Target="../media/image326.wmf"/><Relationship Id="rId3" Type="http://schemas.openxmlformats.org/officeDocument/2006/relationships/oleObject" Target="../embeddings/oleObject335.bin"/><Relationship Id="rId2" Type="http://schemas.openxmlformats.org/officeDocument/2006/relationships/image" Target="../media/image325.wmf"/><Relationship Id="rId14" Type="http://schemas.openxmlformats.org/officeDocument/2006/relationships/vmlDrawing" Target="../drawings/vmlDrawing83.vml"/><Relationship Id="rId13" Type="http://schemas.openxmlformats.org/officeDocument/2006/relationships/slideLayout" Target="../slideLayouts/slideLayout7.xml"/><Relationship Id="rId12" Type="http://schemas.openxmlformats.org/officeDocument/2006/relationships/image" Target="../media/image330.wmf"/><Relationship Id="rId11" Type="http://schemas.openxmlformats.org/officeDocument/2006/relationships/oleObject" Target="../embeddings/oleObject339.bin"/><Relationship Id="rId10" Type="http://schemas.openxmlformats.org/officeDocument/2006/relationships/image" Target="../media/image329.wmf"/><Relationship Id="rId1" Type="http://schemas.openxmlformats.org/officeDocument/2006/relationships/oleObject" Target="../embeddings/oleObject334.bin"/></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1.png"/><Relationship Id="rId1" Type="http://schemas.openxmlformats.org/officeDocument/2006/relationships/tags" Target="../tags/tag2.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2.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4.png"/><Relationship Id="rId1" Type="http://schemas.openxmlformats.org/officeDocument/2006/relationships/image" Target="../media/image333.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5.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619885" y="1772285"/>
            <a:ext cx="6115050" cy="27235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7" name="Picture 2" descr="D:\赵熙乐(13 May 2015)\exchanged\教学\数值分析\2015数值分析\素材\图片类\数值分析九阴真经.jpg"/>
          <p:cNvPicPr>
            <a:picLocks noChangeAspect="1"/>
          </p:cNvPicPr>
          <p:nvPr/>
        </p:nvPicPr>
        <p:blipFill>
          <a:blip r:embed="rId1"/>
          <a:stretch>
            <a:fillRect/>
          </a:stretch>
        </p:blipFill>
        <p:spPr>
          <a:xfrm>
            <a:off x="1735138" y="1328738"/>
            <a:ext cx="4876800" cy="3924300"/>
          </a:xfrm>
          <a:prstGeom prst="rect">
            <a:avLst/>
          </a:prstGeom>
          <a:noFill/>
          <a:ln w="9525">
            <a:noFill/>
          </a:ln>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Picture 2"/>
          <p:cNvPicPr>
            <a:picLocks noChangeAspect="1"/>
          </p:cNvPicPr>
          <p:nvPr/>
        </p:nvPicPr>
        <p:blipFill>
          <a:blip r:embed="rId1"/>
          <a:stretch>
            <a:fillRect/>
          </a:stretch>
        </p:blipFill>
        <p:spPr>
          <a:xfrm>
            <a:off x="3000375" y="642938"/>
            <a:ext cx="2838450" cy="2981325"/>
          </a:xfrm>
          <a:prstGeom prst="rect">
            <a:avLst/>
          </a:prstGeom>
          <a:noFill/>
          <a:ln w="9525">
            <a:noFill/>
          </a:ln>
        </p:spPr>
      </p:pic>
      <p:sp>
        <p:nvSpPr>
          <p:cNvPr id="67587" name="TextBox 8"/>
          <p:cNvSpPr txBox="1"/>
          <p:nvPr/>
        </p:nvSpPr>
        <p:spPr>
          <a:xfrm>
            <a:off x="631825" y="3857625"/>
            <a:ext cx="7909560" cy="2245360"/>
          </a:xfrm>
          <a:prstGeom prst="rect">
            <a:avLst/>
          </a:prstGeom>
          <a:noFill/>
          <a:ln w="9525">
            <a:noFill/>
          </a:ln>
        </p:spPr>
        <p:txBody>
          <a:bodyPr wrap="square" anchor="t">
            <a:spAutoFit/>
          </a:bodyPr>
          <a:p>
            <a:pPr eaLnBrk="0" hangingPunct="0"/>
            <a:r>
              <a:rPr lang="zh-CN" altLang="en-US" b="1" noProof="1" dirty="0">
                <a:latin typeface="楷体" panose="02010609060101010101" pitchFamily="49" charset="-122"/>
                <a:ea typeface="楷体" panose="02010609060101010101" pitchFamily="49" charset="-122"/>
                <a:cs typeface="+mn-cs"/>
              </a:rPr>
              <a:t>最重要的思想</a:t>
            </a:r>
            <a:r>
              <a:rPr lang="en-US" altLang="zh-CN" b="1" noProof="1" dirty="0">
                <a:latin typeface="楷体" panose="02010609060101010101" pitchFamily="49" charset="-122"/>
                <a:ea typeface="楷体" panose="02010609060101010101" pitchFamily="49" charset="-122"/>
                <a:cs typeface="+mn-cs"/>
              </a:rPr>
              <a:t>:</a:t>
            </a:r>
            <a:r>
              <a:rPr lang="zh-CN" altLang="en-US" b="1" noProof="1" dirty="0">
                <a:latin typeface="楷体" panose="02010609060101010101" pitchFamily="49" charset="-122"/>
                <a:ea typeface="楷体" panose="02010609060101010101" pitchFamily="49" charset="-122"/>
                <a:cs typeface="+mn-cs"/>
              </a:rPr>
              <a:t>化</a:t>
            </a:r>
            <a:r>
              <a:rPr lang="en-US" altLang="zh-CN" b="1" noProof="1" dirty="0">
                <a:latin typeface="楷体" panose="02010609060101010101" pitchFamily="49" charset="-122"/>
                <a:ea typeface="楷体" panose="02010609060101010101" pitchFamily="49" charset="-122"/>
                <a:cs typeface="+mn-cs"/>
              </a:rPr>
              <a:t>(</a:t>
            </a:r>
            <a:r>
              <a:rPr lang="zh-CN" altLang="en-US" b="1" noProof="1" dirty="0">
                <a:latin typeface="楷体" panose="02010609060101010101" pitchFamily="49" charset="-122"/>
                <a:ea typeface="楷体" panose="02010609060101010101" pitchFamily="49" charset="-122"/>
                <a:cs typeface="+mn-cs"/>
              </a:rPr>
              <a:t>近似</a:t>
            </a:r>
            <a:r>
              <a:rPr lang="en-US" altLang="zh-CN" b="1" noProof="1" dirty="0">
                <a:latin typeface="楷体" panose="02010609060101010101" pitchFamily="49" charset="-122"/>
                <a:ea typeface="楷体" panose="02010609060101010101" pitchFamily="49" charset="-122"/>
                <a:cs typeface="+mn-cs"/>
              </a:rPr>
              <a:t>)</a:t>
            </a:r>
            <a:r>
              <a:rPr lang="zh-CN" altLang="en-US" b="1" noProof="1" dirty="0">
                <a:latin typeface="楷体" panose="02010609060101010101" pitchFamily="49" charset="-122"/>
                <a:ea typeface="楷体" panose="02010609060101010101" pitchFamily="49" charset="-122"/>
                <a:cs typeface="+mn-cs"/>
              </a:rPr>
              <a:t>，如何平衡好的近似和易于计算的近似。</a:t>
            </a:r>
            <a:endParaRPr lang="zh-CN" altLang="en-US" b="1" noProof="1" dirty="0">
              <a:latin typeface="楷体" panose="02010609060101010101" pitchFamily="49" charset="-122"/>
              <a:ea typeface="楷体" panose="02010609060101010101" pitchFamily="49" charset="-122"/>
            </a:endParaRPr>
          </a:p>
          <a:p>
            <a:pPr marL="457200" indent="-457200" eaLnBrk="0" hangingPunct="0">
              <a:buFont typeface="Arial" panose="020B0604020202020204" pitchFamily="34" charset="0"/>
              <a:buChar char="•"/>
            </a:pPr>
            <a:r>
              <a:rPr lang="zh-CN" altLang="en-US" b="1" dirty="0">
                <a:latin typeface="楷体" panose="02010609060101010101" pitchFamily="49" charset="-122"/>
                <a:ea typeface="楷体" panose="02010609060101010101" pitchFamily="49" charset="-122"/>
                <a:sym typeface="+mn-ea"/>
              </a:rPr>
              <a:t>化大为小</a:t>
            </a:r>
            <a:r>
              <a:rPr lang="en-US" altLang="zh-CN" b="1" dirty="0">
                <a:latin typeface="楷体" panose="02010609060101010101" pitchFamily="49" charset="-122"/>
                <a:ea typeface="楷体" panose="02010609060101010101" pitchFamily="49" charset="-122"/>
                <a:sym typeface="+mn-ea"/>
              </a:rPr>
              <a:t>(</a:t>
            </a:r>
            <a:r>
              <a:rPr lang="zh-CN" altLang="en-US" b="1" dirty="0">
                <a:latin typeface="楷体" panose="02010609060101010101" pitchFamily="49" charset="-122"/>
                <a:ea typeface="楷体" panose="02010609060101010101" pitchFamily="49" charset="-122"/>
                <a:sym typeface="+mn-ea"/>
              </a:rPr>
              <a:t>二分、分段插值、复合积分</a:t>
            </a:r>
            <a:r>
              <a:rPr lang="en-US" altLang="zh-CN" b="1" dirty="0">
                <a:latin typeface="楷体" panose="02010609060101010101" pitchFamily="49" charset="-122"/>
                <a:ea typeface="楷体" panose="02010609060101010101" pitchFamily="49" charset="-122"/>
                <a:sym typeface="+mn-ea"/>
              </a:rPr>
              <a:t>)</a:t>
            </a:r>
            <a:endParaRPr lang="zh-CN" altLang="en-US" b="1" noProof="1" dirty="0">
              <a:latin typeface="楷体" panose="02010609060101010101" pitchFamily="49" charset="-122"/>
              <a:ea typeface="楷体" panose="02010609060101010101" pitchFamily="49" charset="-122"/>
              <a:cs typeface="+mn-cs"/>
            </a:endParaRPr>
          </a:p>
          <a:p>
            <a:pPr marL="457200" indent="-457200" eaLnBrk="0" hangingPunct="0">
              <a:buFont typeface="Arial" panose="020B0604020202020204" pitchFamily="34" charset="0"/>
              <a:buChar char="•"/>
            </a:pPr>
            <a:r>
              <a:rPr lang="zh-CN" altLang="en-US" b="1" noProof="1" dirty="0">
                <a:latin typeface="楷体" panose="02010609060101010101" pitchFamily="49" charset="-122"/>
                <a:ea typeface="楷体" panose="02010609060101010101" pitchFamily="49" charset="-122"/>
                <a:cs typeface="+mn-cs"/>
              </a:rPr>
              <a:t>化难为易</a:t>
            </a:r>
            <a:r>
              <a:rPr lang="en-US" altLang="zh-CN" b="1" noProof="1" dirty="0">
                <a:latin typeface="楷体" panose="02010609060101010101" pitchFamily="49" charset="-122"/>
                <a:ea typeface="楷体" panose="02010609060101010101" pitchFamily="49" charset="-122"/>
                <a:cs typeface="+mn-cs"/>
              </a:rPr>
              <a:t>(</a:t>
            </a:r>
            <a:r>
              <a:rPr lang="zh-CN" altLang="en-US" b="1" noProof="1" dirty="0">
                <a:latin typeface="楷体" panose="02010609060101010101" pitchFamily="49" charset="-122"/>
                <a:ea typeface="楷体" panose="02010609060101010101" pitchFamily="49" charset="-122"/>
                <a:cs typeface="+mn-cs"/>
              </a:rPr>
              <a:t>化非线性为线性、</a:t>
            </a:r>
            <a:r>
              <a:rPr lang="zh-CN" altLang="en-US" b="1" dirty="0">
                <a:latin typeface="楷体" panose="02010609060101010101" pitchFamily="49" charset="-122"/>
                <a:ea typeface="楷体" panose="02010609060101010101" pitchFamily="49" charset="-122"/>
                <a:sym typeface="+mn-ea"/>
              </a:rPr>
              <a:t>化连续为离散</a:t>
            </a:r>
            <a:r>
              <a:rPr lang="en-US" altLang="zh-CN" b="1" noProof="1" dirty="0">
                <a:latin typeface="楷体" panose="02010609060101010101" pitchFamily="49" charset="-122"/>
                <a:ea typeface="楷体" panose="02010609060101010101" pitchFamily="49" charset="-122"/>
                <a:cs typeface="+mn-cs"/>
              </a:rPr>
              <a:t>)</a:t>
            </a:r>
            <a:endParaRPr lang="zh-CN" altLang="en-US" b="1" noProof="1" dirty="0">
              <a:latin typeface="楷体" panose="02010609060101010101" pitchFamily="49" charset="-122"/>
              <a:ea typeface="楷体" panose="02010609060101010101" pitchFamily="49" charset="-122"/>
              <a:cs typeface="+mn-cs"/>
            </a:endParaRPr>
          </a:p>
          <a:p>
            <a:pPr marL="457200" indent="-457200" eaLnBrk="0" hangingPunct="0">
              <a:buFont typeface="Arial" panose="020B0604020202020204" pitchFamily="34" charset="0"/>
              <a:buChar char="•"/>
            </a:pPr>
            <a:endParaRPr lang="zh-CN" altLang="en-US" b="1" noProof="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7587">
                                            <p:txEl>
                                              <p:charRg st="0" end="31"/>
                                            </p:txEl>
                                          </p:spTgt>
                                        </p:tgtEl>
                                        <p:attrNameLst>
                                          <p:attrName>style.visibility</p:attrName>
                                        </p:attrNameLst>
                                      </p:cBhvr>
                                      <p:to>
                                        <p:strVal val="visible"/>
                                      </p:to>
                                    </p:set>
                                    <p:anim calcmode="lin" valueType="num">
                                      <p:cBhvr additive="base">
                                        <p:cTn id="7" dur="500" fill="hold"/>
                                        <p:tgtEl>
                                          <p:spTgt spid="67587">
                                            <p:txEl>
                                              <p:charRg st="0" end="3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7587">
                                            <p:txEl>
                                              <p:charRg st="0" end="3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7587">
                                            <p:txEl>
                                              <p:charRg st="1" end="1"/>
                                            </p:txEl>
                                          </p:spTgt>
                                        </p:tgtEl>
                                        <p:attrNameLst>
                                          <p:attrName>style.visibility</p:attrName>
                                        </p:attrNameLst>
                                      </p:cBhvr>
                                      <p:to>
                                        <p:strVal val="visible"/>
                                      </p:to>
                                    </p:set>
                                    <p:anim calcmode="lin" valueType="num">
                                      <p:cBhvr additive="base">
                                        <p:cTn id="13" dur="500" fill="hold"/>
                                        <p:tgtEl>
                                          <p:spTgt spid="67587">
                                            <p:txEl>
                                              <p:char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7587">
                                            <p:txEl>
                                              <p:char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7587">
                                            <p:txEl>
                                              <p:charRg st="31" end="42"/>
                                            </p:txEl>
                                          </p:spTgt>
                                        </p:tgtEl>
                                        <p:attrNameLst>
                                          <p:attrName>style.visibility</p:attrName>
                                        </p:attrNameLst>
                                      </p:cBhvr>
                                      <p:to>
                                        <p:strVal val="visible"/>
                                      </p:to>
                                    </p:set>
                                    <p:anim calcmode="lin" valueType="num">
                                      <p:cBhvr additive="base">
                                        <p:cTn id="19" dur="500" fill="hold"/>
                                        <p:tgtEl>
                                          <p:spTgt spid="67587">
                                            <p:txEl>
                                              <p:charRg st="31" end="4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7587">
                                            <p:txEl>
                                              <p:charRg st="31" end="4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7587">
                                            <p:txEl>
                                              <p:charRg st="42" end="55"/>
                                            </p:txEl>
                                          </p:spTgt>
                                        </p:tgtEl>
                                        <p:attrNameLst>
                                          <p:attrName>style.visibility</p:attrName>
                                        </p:attrNameLst>
                                      </p:cBhvr>
                                      <p:to>
                                        <p:strVal val="visible"/>
                                      </p:to>
                                    </p:set>
                                    <p:anim calcmode="lin" valueType="num">
                                      <p:cBhvr additive="base">
                                        <p:cTn id="25" dur="500" fill="hold"/>
                                        <p:tgtEl>
                                          <p:spTgt spid="67587">
                                            <p:txEl>
                                              <p:charRg st="42" end="5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7587">
                                            <p:txEl>
                                              <p:charRg st="42" end="5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副标题 2"/>
          <p:cNvSpPr txBox="1"/>
          <p:nvPr/>
        </p:nvSpPr>
        <p:spPr>
          <a:xfrm>
            <a:off x="130175" y="404813"/>
            <a:ext cx="8897938" cy="1752600"/>
          </a:xfrm>
          <a:prstGeom prst="rect">
            <a:avLst/>
          </a:prstGeom>
          <a:noFill/>
          <a:ln w="9525">
            <a:noFill/>
          </a:ln>
        </p:spPr>
        <p:txBody>
          <a:bodyPr anchor="t" anchorCtr="0"/>
          <a:p>
            <a:pPr marL="342900" indent="-342900" eaLnBrk="0" hangingPunct="0">
              <a:spcBef>
                <a:spcPct val="20000"/>
              </a:spcBef>
              <a:buChar char="•"/>
            </a:pPr>
            <a:r>
              <a:rPr lang="zh-CN" altLang="en-US" sz="3200" b="1" dirty="0">
                <a:latin typeface="楷体" panose="02010609060101010101" pitchFamily="49" charset="-122"/>
                <a:ea typeface="楷体" panose="02010609060101010101" pitchFamily="49" charset="-122"/>
              </a:rPr>
              <a:t>也许</a:t>
            </a:r>
            <a:r>
              <a:rPr lang="en-US" altLang="zh-CN" sz="3200" b="1" dirty="0">
                <a:latin typeface="楷体" panose="02010609060101010101" pitchFamily="49" charset="-122"/>
                <a:ea typeface="楷体" panose="02010609060101010101" pitchFamily="49" charset="-122"/>
              </a:rPr>
              <a:t>N</a:t>
            </a:r>
            <a:r>
              <a:rPr lang="zh-CN" altLang="en-US" sz="3200" b="1" dirty="0">
                <a:latin typeface="楷体" panose="02010609060101010101" pitchFamily="49" charset="-122"/>
                <a:ea typeface="楷体" panose="02010609060101010101" pitchFamily="49" charset="-122"/>
              </a:rPr>
              <a:t>年后，你们都不会记得这些推导，都不会记得这些定理，但是希望计算思维</a:t>
            </a:r>
            <a:r>
              <a:rPr lang="zh-CN" altLang="en-US" sz="3200" b="1" dirty="0">
                <a:latin typeface="Times New Roman" panose="02020603050405020304" pitchFamily="18" charset="0"/>
                <a:ea typeface="楷体" panose="02010609060101010101" pitchFamily="49" charset="-122"/>
              </a:rPr>
              <a:t>(computational thinking)</a:t>
            </a:r>
            <a:r>
              <a:rPr lang="zh-CN" altLang="en-US" sz="3200" b="1" dirty="0">
                <a:latin typeface="楷体" panose="02010609060101010101" pitchFamily="49" charset="-122"/>
                <a:ea typeface="楷体" panose="02010609060101010101" pitchFamily="49" charset="-122"/>
              </a:rPr>
              <a:t>方式会影响你们。</a:t>
            </a:r>
            <a:endParaRPr lang="zh-CN" altLang="en-US" sz="3200" b="1" dirty="0">
              <a:latin typeface="楷体" panose="02010609060101010101" pitchFamily="49" charset="-122"/>
              <a:ea typeface="楷体" panose="02010609060101010101" pitchFamily="49" charset="-122"/>
            </a:endParaRPr>
          </a:p>
          <a:p>
            <a:pPr marL="342900" indent="-342900" eaLnBrk="0" hangingPunct="0">
              <a:spcBef>
                <a:spcPct val="20000"/>
              </a:spcBef>
              <a:buChar char="•"/>
            </a:pPr>
            <a:endParaRPr lang="zh-CN" altLang="en-US" sz="3200" b="1" dirty="0">
              <a:latin typeface="楷体" panose="02010609060101010101" pitchFamily="49" charset="-122"/>
              <a:ea typeface="楷体" panose="02010609060101010101" pitchFamily="49" charset="-122"/>
            </a:endParaRPr>
          </a:p>
          <a:p>
            <a:pPr marL="342900" indent="-342900" eaLnBrk="0" hangingPunct="0">
              <a:spcBef>
                <a:spcPct val="20000"/>
              </a:spcBef>
              <a:buChar char="•"/>
            </a:pPr>
            <a:r>
              <a:rPr lang="zh-CN" altLang="en-US" sz="3200" b="1" dirty="0">
                <a:latin typeface="楷体" panose="02010609060101010101" pitchFamily="49" charset="-122"/>
                <a:ea typeface="楷体" panose="02010609060101010101" pitchFamily="49" charset="-122"/>
              </a:rPr>
              <a:t>迭代</a:t>
            </a:r>
            <a:endParaRPr lang="zh-CN" altLang="en-US" sz="3200" b="1" dirty="0">
              <a:latin typeface="楷体" panose="02010609060101010101" pitchFamily="49" charset="-122"/>
              <a:ea typeface="楷体" panose="02010609060101010101" pitchFamily="49" charset="-122"/>
            </a:endParaRPr>
          </a:p>
          <a:p>
            <a:pPr marL="342900" indent="-342900" eaLnBrk="0" hangingPunct="0">
              <a:spcBef>
                <a:spcPct val="20000"/>
              </a:spcBef>
              <a:buChar char="•"/>
            </a:pPr>
            <a:r>
              <a:rPr lang="zh-CN" altLang="en-US" sz="3200" b="1" dirty="0">
                <a:latin typeface="楷体" panose="02010609060101010101" pitchFamily="49" charset="-122"/>
                <a:ea typeface="楷体" panose="02010609060101010101" pitchFamily="49" charset="-122"/>
              </a:rPr>
              <a:t>分段</a:t>
            </a:r>
            <a:endParaRPr lang="zh-CN" altLang="en-US" sz="3200" b="1" dirty="0">
              <a:latin typeface="楷体" panose="02010609060101010101" pitchFamily="49" charset="-122"/>
              <a:ea typeface="楷体" panose="02010609060101010101" pitchFamily="49" charset="-122"/>
            </a:endParaRPr>
          </a:p>
          <a:p>
            <a:pPr marL="342900" indent="-342900" eaLnBrk="0" hangingPunct="0">
              <a:spcBef>
                <a:spcPct val="20000"/>
              </a:spcBef>
              <a:buChar char="•"/>
            </a:pPr>
            <a:r>
              <a:rPr lang="zh-CN" altLang="en-US" sz="3200" b="1" dirty="0">
                <a:latin typeface="楷体" panose="02010609060101010101" pitchFamily="49" charset="-122"/>
                <a:ea typeface="楷体" panose="02010609060101010101" pitchFamily="49" charset="-122"/>
              </a:rPr>
              <a:t>松弛</a:t>
            </a:r>
            <a:endParaRPr lang="zh-CN" altLang="en-US" sz="3200" b="1" dirty="0">
              <a:latin typeface="楷体" panose="02010609060101010101" pitchFamily="49" charset="-122"/>
              <a:ea typeface="楷体" panose="02010609060101010101" pitchFamily="49" charset="-122"/>
            </a:endParaRPr>
          </a:p>
          <a:p>
            <a:pPr marL="342900" indent="-342900" eaLnBrk="0" hangingPunct="0">
              <a:spcBef>
                <a:spcPct val="20000"/>
              </a:spcBef>
              <a:buChar char="•"/>
            </a:pPr>
            <a:r>
              <a:rPr lang="zh-CN" altLang="en-US" sz="3200" b="1" dirty="0">
                <a:latin typeface="楷体" panose="02010609060101010101" pitchFamily="49" charset="-122"/>
                <a:ea typeface="楷体" panose="02010609060101010101" pitchFamily="49" charset="-122"/>
                <a:sym typeface="+mn-ea"/>
              </a:rPr>
              <a:t>矩阵</a:t>
            </a:r>
            <a:endParaRPr lang="zh-CN" altLang="en-US" sz="3200" b="1" dirty="0">
              <a:latin typeface="楷体" panose="02010609060101010101" pitchFamily="49" charset="-122"/>
              <a:ea typeface="楷体" panose="02010609060101010101" pitchFamily="49" charset="-122"/>
            </a:endParaRPr>
          </a:p>
          <a:p>
            <a:pPr marL="342900" indent="-342900" eaLnBrk="0" hangingPunct="0">
              <a:spcBef>
                <a:spcPct val="20000"/>
              </a:spcBef>
              <a:buChar char="•"/>
            </a:pPr>
            <a:endParaRPr lang="zh-CN" altLang="en-US" sz="3200" b="1" dirty="0">
              <a:latin typeface="楷体" panose="02010609060101010101" pitchFamily="49" charset="-122"/>
              <a:ea typeface="楷体" panose="02010609060101010101" pitchFamily="49" charset="-122"/>
            </a:endParaRPr>
          </a:p>
          <a:p>
            <a:pPr marL="342900" indent="-342900" eaLnBrk="0" hangingPunct="0">
              <a:spcBef>
                <a:spcPct val="20000"/>
              </a:spcBef>
              <a:buChar char="•"/>
            </a:pPr>
            <a:endParaRPr lang="zh-CN" altLang="en-US" sz="3200" b="1" dirty="0">
              <a:latin typeface="楷体" panose="02010609060101010101" pitchFamily="49" charset="-122"/>
              <a:ea typeface="楷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
          <p:cNvSpPr txBox="1"/>
          <p:nvPr/>
        </p:nvSpPr>
        <p:spPr>
          <a:xfrm>
            <a:off x="952500" y="3489325"/>
            <a:ext cx="7231380" cy="1076325"/>
          </a:xfrm>
          <a:prstGeom prst="rect">
            <a:avLst/>
          </a:prstGeom>
          <a:noFill/>
          <a:ln w="9525">
            <a:noFill/>
          </a:ln>
        </p:spPr>
        <p:txBody>
          <a:bodyPr wrap="square" anchor="t" anchorCtr="0">
            <a:spAutoFit/>
          </a:bodyPr>
          <a:p>
            <a:pPr eaLnBrk="0" hangingPunct="0"/>
            <a:r>
              <a:rPr lang="zh-CN" altLang="en-US" sz="3200" b="1" dirty="0">
                <a:latin typeface="楷体" panose="02010609060101010101" pitchFamily="49" charset="-122"/>
                <a:ea typeface="楷体" panose="02010609060101010101" pitchFamily="49" charset="-122"/>
              </a:rPr>
              <a:t>应试：快速、精准（耐烦、</a:t>
            </a:r>
            <a:r>
              <a:rPr lang="zh-CN" altLang="en-US" sz="3200" b="1" dirty="0">
                <a:solidFill>
                  <a:srgbClr val="FF0000"/>
                </a:solidFill>
                <a:latin typeface="楷体" panose="02010609060101010101" pitchFamily="49" charset="-122"/>
                <a:ea typeface="楷体" panose="02010609060101010101" pitchFamily="49" charset="-122"/>
              </a:rPr>
              <a:t>审题、区分重点和难点、出题者的视角、判分点）</a:t>
            </a:r>
            <a:endParaRPr lang="zh-CN" altLang="en-US" sz="3200" b="1" dirty="0">
              <a:solidFill>
                <a:srgbClr val="FF0000"/>
              </a:solidFill>
              <a:latin typeface="楷体" panose="02010609060101010101" pitchFamily="49" charset="-122"/>
              <a:ea typeface="楷体" panose="02010609060101010101" pitchFamily="49" charset="-122"/>
            </a:endParaRPr>
          </a:p>
        </p:txBody>
      </p:sp>
      <p:sp>
        <p:nvSpPr>
          <p:cNvPr id="12290" name="文本框 1"/>
          <p:cNvSpPr txBox="1"/>
          <p:nvPr/>
        </p:nvSpPr>
        <p:spPr>
          <a:xfrm>
            <a:off x="952500" y="277813"/>
            <a:ext cx="6264275" cy="584200"/>
          </a:xfrm>
          <a:prstGeom prst="rect">
            <a:avLst/>
          </a:prstGeom>
          <a:noFill/>
          <a:ln w="9525">
            <a:noFill/>
          </a:ln>
        </p:spPr>
        <p:txBody>
          <a:bodyPr anchor="t" anchorCtr="0">
            <a:spAutoFit/>
          </a:bodyPr>
          <a:p>
            <a:pPr>
              <a:buFont typeface="Arial" panose="020B0604020202020204" pitchFamily="34" charset="0"/>
            </a:pPr>
            <a:r>
              <a:rPr lang="zh-CN" altLang="en-US" sz="3200" b="1" dirty="0">
                <a:latin typeface="楷体" panose="02010609060101010101" pitchFamily="49" charset="-122"/>
                <a:ea typeface="楷体" panose="02010609060101010101" pitchFamily="49" charset="-122"/>
              </a:rPr>
              <a:t>题型：无编程，计算和小证明</a:t>
            </a:r>
            <a:endParaRPr lang="zh-CN" altLang="en-US" sz="3200" b="1" dirty="0">
              <a:latin typeface="楷体" panose="02010609060101010101" pitchFamily="49" charset="-122"/>
              <a:ea typeface="楷体" panose="02010609060101010101" pitchFamily="49" charset="-122"/>
            </a:endParaRPr>
          </a:p>
        </p:txBody>
      </p:sp>
      <p:sp>
        <p:nvSpPr>
          <p:cNvPr id="12291" name="文本框 1"/>
          <p:cNvSpPr txBox="1"/>
          <p:nvPr/>
        </p:nvSpPr>
        <p:spPr>
          <a:xfrm>
            <a:off x="854075" y="1536700"/>
            <a:ext cx="6264275" cy="2061210"/>
          </a:xfrm>
          <a:prstGeom prst="rect">
            <a:avLst/>
          </a:prstGeom>
          <a:noFill/>
          <a:ln w="9525">
            <a:noFill/>
          </a:ln>
        </p:spPr>
        <p:txBody>
          <a:bodyPr anchor="t" anchorCtr="0">
            <a:spAutoFit/>
          </a:bodyPr>
          <a:p>
            <a:pPr>
              <a:buFont typeface="Arial" panose="020B0604020202020204" pitchFamily="34" charset="0"/>
            </a:pPr>
            <a:r>
              <a:rPr lang="zh-CN" altLang="en-US" sz="3200" b="1" dirty="0">
                <a:latin typeface="楷体" panose="02010609060101010101" pitchFamily="49" charset="-122"/>
                <a:ea typeface="楷体" panose="02010609060101010101" pitchFamily="49" charset="-122"/>
              </a:rPr>
              <a:t>考核方式：闭卷</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答题卡</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；考核需要参加考试并及格</a:t>
            </a:r>
            <a:endParaRPr lang="zh-CN" altLang="en-US" sz="3200" b="1" dirty="0">
              <a:latin typeface="楷体" panose="02010609060101010101" pitchFamily="49" charset="-122"/>
              <a:ea typeface="楷体" panose="02010609060101010101" pitchFamily="49" charset="-122"/>
            </a:endParaRPr>
          </a:p>
          <a:p>
            <a:pPr>
              <a:buFont typeface="Arial" panose="020B0604020202020204" pitchFamily="34" charset="0"/>
            </a:pPr>
            <a:endParaRPr lang="zh-CN" altLang="en-US" sz="3200" b="1" dirty="0">
              <a:latin typeface="楷体" panose="02010609060101010101" pitchFamily="49" charset="-122"/>
              <a:ea typeface="楷体" panose="02010609060101010101" pitchFamily="49" charset="-122"/>
            </a:endParaRPr>
          </a:p>
          <a:p>
            <a:pPr>
              <a:buFont typeface="Arial" panose="020B0604020202020204" pitchFamily="34" charset="0"/>
            </a:pPr>
            <a:endParaRPr lang="zh-CN" altLang="en-US" sz="3200" b="1" dirty="0">
              <a:latin typeface="楷体" panose="02010609060101010101" pitchFamily="49" charset="-122"/>
              <a:ea typeface="楷体" panose="02010609060101010101" pitchFamily="49" charset="-122"/>
            </a:endParaRPr>
          </a:p>
        </p:txBody>
      </p:sp>
      <p:sp>
        <p:nvSpPr>
          <p:cNvPr id="12292" name="文本框 1"/>
          <p:cNvSpPr txBox="1"/>
          <p:nvPr/>
        </p:nvSpPr>
        <p:spPr>
          <a:xfrm>
            <a:off x="755650" y="5097463"/>
            <a:ext cx="6264275" cy="1076325"/>
          </a:xfrm>
          <a:prstGeom prst="rect">
            <a:avLst/>
          </a:prstGeom>
          <a:noFill/>
          <a:ln w="9525">
            <a:noFill/>
          </a:ln>
        </p:spPr>
        <p:txBody>
          <a:bodyPr anchor="t" anchorCtr="0">
            <a:spAutoFit/>
          </a:bodyPr>
          <a:p>
            <a:pPr>
              <a:buFont typeface="Arial" panose="020B0604020202020204" pitchFamily="34" charset="0"/>
            </a:pPr>
            <a:r>
              <a:rPr lang="zh-CN" altLang="en-US" sz="3200" b="1" dirty="0">
                <a:latin typeface="楷体" panose="02010609060101010101" pitchFamily="49" charset="-122"/>
                <a:ea typeface="楷体" panose="02010609060101010101" pitchFamily="49" charset="-122"/>
              </a:rPr>
              <a:t>作业名单</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截止</a:t>
            </a:r>
            <a:r>
              <a:rPr lang="en-US" altLang="zh-CN" sz="3200" b="1" dirty="0">
                <a:latin typeface="Times New Roman" panose="02020603050405020304" pitchFamily="18" charset="0"/>
                <a:ea typeface="楷体" panose="02010609060101010101" pitchFamily="49" charset="-122"/>
              </a:rPr>
              <a:t>12</a:t>
            </a:r>
            <a:r>
              <a:rPr lang="zh-CN" altLang="en-US" sz="3200" b="1" dirty="0">
                <a:latin typeface="Times New Roman" panose="02020603050405020304" pitchFamily="18" charset="0"/>
                <a:ea typeface="楷体" panose="02010609060101010101" pitchFamily="49" charset="-122"/>
              </a:rPr>
              <a:t>月</a:t>
            </a:r>
            <a:r>
              <a:rPr lang="en-US" altLang="zh-CN" sz="3200" b="1" dirty="0">
                <a:latin typeface="Times New Roman" panose="02020603050405020304" pitchFamily="18" charset="0"/>
                <a:ea typeface="楷体" panose="02010609060101010101" pitchFamily="49" charset="-122"/>
              </a:rPr>
              <a:t>31</a:t>
            </a:r>
            <a:r>
              <a:rPr lang="zh-CN" altLang="en-US" sz="3200" b="1" dirty="0">
                <a:latin typeface="Times New Roman" panose="02020603050405020304" pitchFamily="18" charset="0"/>
                <a:ea typeface="楷体" panose="02010609060101010101" pitchFamily="49" charset="-122"/>
              </a:rPr>
              <a:t>日</a:t>
            </a:r>
            <a:r>
              <a:rPr lang="en-US" altLang="zh-CN" sz="3200" b="1" dirty="0">
                <a:latin typeface="Times New Roman" panose="02020603050405020304" pitchFamily="18" charset="0"/>
                <a:ea typeface="楷体" panose="02010609060101010101" pitchFamily="49" charset="-122"/>
              </a:rPr>
              <a:t>24:00</a:t>
            </a:r>
            <a:endParaRPr lang="en-US" altLang="zh-CN" sz="3200" b="1" dirty="0">
              <a:latin typeface="Times New Roman" panose="02020603050405020304" pitchFamily="18" charset="0"/>
              <a:ea typeface="楷体" panose="02010609060101010101" pitchFamily="49" charset="-122"/>
            </a:endParaRPr>
          </a:p>
          <a:p>
            <a:pPr>
              <a:buFont typeface="Arial" panose="020B0604020202020204" pitchFamily="34" charset="0"/>
            </a:pPr>
            <a:r>
              <a:rPr lang="zh-CN" altLang="en-US" sz="3200" b="1" dirty="0">
                <a:latin typeface="Times New Roman" panose="02020603050405020304" pitchFamily="18" charset="0"/>
                <a:ea typeface="楷体" panose="02010609060101010101" pitchFamily="49" charset="-122"/>
              </a:rPr>
              <a:t>随后</a:t>
            </a:r>
            <a:r>
              <a:rPr lang="en-US" altLang="zh-CN" sz="3200" b="1" dirty="0">
                <a:latin typeface="Times New Roman" panose="02020603050405020304" pitchFamily="18" charset="0"/>
                <a:ea typeface="楷体" panose="02010609060101010101" pitchFamily="49" charset="-122"/>
              </a:rPr>
              <a:t>QQ</a:t>
            </a:r>
            <a:r>
              <a:rPr lang="zh-CN" altLang="en-US" sz="3200" b="1" dirty="0">
                <a:latin typeface="Times New Roman" panose="02020603050405020304" pitchFamily="18" charset="0"/>
                <a:ea typeface="楷体" panose="02010609060101010101" pitchFamily="49" charset="-122"/>
              </a:rPr>
              <a:t>群</a:t>
            </a:r>
            <a:r>
              <a:rPr lang="zh-CN" altLang="en-US" sz="3200" b="1" dirty="0">
                <a:latin typeface="楷体" panose="02010609060101010101" pitchFamily="49" charset="-122"/>
                <a:ea typeface="楷体" panose="02010609060101010101" pitchFamily="49" charset="-122"/>
              </a:rPr>
              <a:t>公布确认清单</a:t>
            </a:r>
            <a:endParaRPr lang="zh-CN" altLang="en-US" sz="3200" b="1" dirty="0">
              <a:latin typeface="楷体" panose="02010609060101010101" pitchFamily="49" charset="-122"/>
              <a:ea typeface="楷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07540" y="1412240"/>
            <a:ext cx="4471035" cy="521970"/>
          </a:xfrm>
          <a:prstGeom prst="rect">
            <a:avLst/>
          </a:prstGeom>
          <a:noFill/>
        </p:spPr>
        <p:txBody>
          <a:bodyPr wrap="none" rtlCol="0" anchor="t">
            <a:spAutoFit/>
          </a:bodyPr>
          <a:p>
            <a:r>
              <a:rPr lang="zh-CN" altLang="en-US" b="1" dirty="0">
                <a:ea typeface="黑体" panose="02010609060101010101" pitchFamily="49" charset="-122"/>
                <a:sym typeface="+mn-ea"/>
              </a:rPr>
              <a:t>关冶</a:t>
            </a:r>
            <a:r>
              <a:rPr lang="en-US" altLang="zh-CN" b="1" dirty="0">
                <a:ea typeface="黑体" panose="02010609060101010101" pitchFamily="49" charset="-122"/>
                <a:sym typeface="+mn-ea"/>
              </a:rPr>
              <a:t>, </a:t>
            </a:r>
            <a:r>
              <a:rPr lang="zh-CN" altLang="en-US" b="1" dirty="0">
                <a:ea typeface="黑体" panose="02010609060101010101" pitchFamily="49" charset="-122"/>
                <a:sym typeface="+mn-ea"/>
              </a:rPr>
              <a:t>陆金甫</a:t>
            </a:r>
            <a:r>
              <a:rPr lang="en-US" altLang="zh-CN" b="1" dirty="0">
                <a:ea typeface="黑体" panose="02010609060101010101" pitchFamily="49" charset="-122"/>
                <a:sym typeface="+mn-ea"/>
              </a:rPr>
              <a:t>, </a:t>
            </a:r>
            <a:r>
              <a:rPr lang="zh-CN" altLang="en-US" b="1" dirty="0">
                <a:ea typeface="黑体" panose="02010609060101010101" pitchFamily="49" charset="-122"/>
                <a:sym typeface="+mn-ea"/>
              </a:rPr>
              <a:t>数值分析基础</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23365" y="1628775"/>
            <a:ext cx="6097270" cy="38055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0175" y="311785"/>
            <a:ext cx="8884285" cy="62344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7" name="图片 2"/>
          <p:cNvPicPr>
            <a:picLocks noChangeAspect="1"/>
          </p:cNvPicPr>
          <p:nvPr/>
        </p:nvPicPr>
        <p:blipFill>
          <a:blip r:embed="rId1"/>
          <a:stretch>
            <a:fillRect/>
          </a:stretch>
        </p:blipFill>
        <p:spPr>
          <a:xfrm>
            <a:off x="1260475" y="1412875"/>
            <a:ext cx="6846888" cy="442912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1" name="图片 1"/>
          <p:cNvPicPr>
            <a:picLocks noChangeAspect="1"/>
          </p:cNvPicPr>
          <p:nvPr/>
        </p:nvPicPr>
        <p:blipFill>
          <a:blip r:embed="rId1"/>
          <a:stretch>
            <a:fillRect/>
          </a:stretch>
        </p:blipFill>
        <p:spPr>
          <a:xfrm>
            <a:off x="107315" y="972503"/>
            <a:ext cx="8855075" cy="491172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539750" y="1412875"/>
            <a:ext cx="8457565" cy="41281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13" name="Text Box 17"/>
          <p:cNvSpPr txBox="1"/>
          <p:nvPr/>
        </p:nvSpPr>
        <p:spPr>
          <a:xfrm>
            <a:off x="0" y="2060575"/>
            <a:ext cx="8001000" cy="1077913"/>
          </a:xfrm>
          <a:prstGeom prst="rect">
            <a:avLst/>
          </a:prstGeom>
          <a:noFill/>
          <a:ln w="9525">
            <a:noFill/>
          </a:ln>
        </p:spPr>
        <p:txBody>
          <a:bodyPr anchor="t" anchorCtr="0">
            <a:spAutoFit/>
          </a:bodyPr>
          <a:p>
            <a:pPr>
              <a:buClr>
                <a:srgbClr val="FF0000"/>
              </a:buClr>
            </a:pPr>
            <a:r>
              <a:rPr lang="zh-CN" altLang="en-US" sz="3200" b="1" dirty="0">
                <a:latin typeface="Times New Roman" panose="02020603050405020304" pitchFamily="18" charset="0"/>
                <a:ea typeface="黑体" panose="02010609060101010101" pitchFamily="49" charset="-122"/>
              </a:rPr>
              <a:t>    研究内容</a:t>
            </a:r>
            <a:r>
              <a:rPr lang="en-US" altLang="zh-CN" sz="3200" b="1" dirty="0">
                <a:latin typeface="Times New Roman" panose="02020603050405020304" pitchFamily="18" charset="0"/>
                <a:ea typeface="黑体" panose="02010609060101010101" pitchFamily="49" charset="-122"/>
              </a:rPr>
              <a:t>:</a:t>
            </a:r>
            <a:endParaRPr lang="zh-CN" altLang="en-US" sz="3200" b="1" dirty="0">
              <a:solidFill>
                <a:srgbClr val="4D4D4D"/>
              </a:solidFill>
              <a:latin typeface="楷体_GB2312" pitchFamily="49" charset="-122"/>
              <a:ea typeface="宋体" panose="02010600030101010101" pitchFamily="2" charset="-122"/>
            </a:endParaRPr>
          </a:p>
          <a:p>
            <a:endParaRPr lang="zh-CN" altLang="en-US" sz="3200" b="1" dirty="0">
              <a:latin typeface="Times New Roman" panose="02020603050405020304" pitchFamily="18" charset="0"/>
              <a:ea typeface="黑体" panose="02010609060101010101" pitchFamily="49" charset="-122"/>
            </a:endParaRPr>
          </a:p>
        </p:txBody>
      </p:sp>
      <p:sp>
        <p:nvSpPr>
          <p:cNvPr id="14" name="Text Box 3"/>
          <p:cNvSpPr txBox="1"/>
          <p:nvPr/>
        </p:nvSpPr>
        <p:spPr>
          <a:xfrm>
            <a:off x="468313" y="2997200"/>
            <a:ext cx="8072437" cy="1076325"/>
          </a:xfrm>
          <a:prstGeom prst="rect">
            <a:avLst/>
          </a:prstGeom>
          <a:noFill/>
          <a:ln w="9525">
            <a:noFill/>
          </a:ln>
        </p:spPr>
        <p:txBody>
          <a:bodyPr anchor="t" anchorCtr="0">
            <a:spAutoFit/>
          </a:bodyPr>
          <a:p>
            <a:pPr>
              <a:buClr>
                <a:srgbClr val="FF0000"/>
              </a:buClr>
              <a:buFont typeface="Wingdings" panose="05000000000000000000" pitchFamily="2" charset="2"/>
              <a:buChar char="Ø"/>
            </a:pPr>
            <a:r>
              <a:rPr lang="zh-CN" altLang="en-US" sz="3200" b="1" dirty="0">
                <a:solidFill>
                  <a:srgbClr val="FF0000"/>
                </a:solidFill>
                <a:latin typeface="Times New Roman" panose="02020603050405020304" pitchFamily="18" charset="0"/>
                <a:ea typeface="黑体" panose="02010609060101010101" pitchFamily="49" charset="-122"/>
              </a:rPr>
              <a:t>近似的手段构造适合计算机的数值算法（近似思想）</a:t>
            </a:r>
            <a:endParaRPr lang="zh-CN" altLang="en-US" sz="3200" b="1" dirty="0">
              <a:solidFill>
                <a:srgbClr val="FF0000"/>
              </a:solidFill>
              <a:latin typeface="Times New Roman" panose="02020603050405020304" pitchFamily="18" charset="0"/>
              <a:ea typeface="黑体" panose="02010609060101010101" pitchFamily="49" charset="-122"/>
            </a:endParaRPr>
          </a:p>
        </p:txBody>
      </p:sp>
      <p:sp>
        <p:nvSpPr>
          <p:cNvPr id="15" name="Text Box 3"/>
          <p:cNvSpPr txBox="1"/>
          <p:nvPr/>
        </p:nvSpPr>
        <p:spPr>
          <a:xfrm>
            <a:off x="395288" y="4081463"/>
            <a:ext cx="8482012" cy="1014730"/>
          </a:xfrm>
          <a:prstGeom prst="rect">
            <a:avLst/>
          </a:prstGeom>
          <a:noFill/>
          <a:ln w="9525">
            <a:noFill/>
          </a:ln>
        </p:spPr>
        <p:txBody>
          <a:bodyPr anchor="t" anchorCtr="0">
            <a:spAutoFit/>
          </a:bodyPr>
          <a:p>
            <a:pPr>
              <a:lnSpc>
                <a:spcPts val="3000"/>
              </a:lnSpc>
              <a:spcBef>
                <a:spcPts val="1200"/>
              </a:spcBef>
              <a:buClr>
                <a:srgbClr val="FF0000"/>
              </a:buClr>
              <a:buFont typeface="Wingdings" panose="05000000000000000000" pitchFamily="2" charset="2"/>
              <a:buChar char="Ø"/>
            </a:pPr>
            <a:r>
              <a:rPr lang="zh-CN" altLang="en-US" sz="3200" b="1" dirty="0">
                <a:solidFill>
                  <a:srgbClr val="00B050"/>
                </a:solidFill>
                <a:latin typeface="Times New Roman" panose="02020603050405020304" pitchFamily="18" charset="0"/>
                <a:ea typeface="黑体" panose="02010609060101010101" pitchFamily="49" charset="-122"/>
              </a:rPr>
              <a:t>理论分析近似对计算结果的影响</a:t>
            </a:r>
            <a:r>
              <a:rPr lang="en-US" altLang="zh-CN" sz="3200" b="1" dirty="0">
                <a:solidFill>
                  <a:srgbClr val="00B050"/>
                </a:solidFill>
                <a:latin typeface="Times New Roman" panose="02020603050405020304" pitchFamily="18" charset="0"/>
                <a:ea typeface="黑体" panose="02010609060101010101" pitchFamily="49" charset="-122"/>
              </a:rPr>
              <a:t>(</a:t>
            </a:r>
            <a:r>
              <a:rPr lang="zh-CN" altLang="en-US" sz="3200" b="1" dirty="0">
                <a:solidFill>
                  <a:srgbClr val="00B050"/>
                </a:solidFill>
                <a:latin typeface="Times New Roman" panose="02020603050405020304" pitchFamily="18" charset="0"/>
                <a:ea typeface="黑体" panose="02010609060101010101" pitchFamily="49" charset="-122"/>
              </a:rPr>
              <a:t>评价标准</a:t>
            </a:r>
            <a:r>
              <a:rPr lang="en-US" altLang="zh-CN" sz="3200" b="1" dirty="0">
                <a:solidFill>
                  <a:srgbClr val="00B050"/>
                </a:solidFill>
                <a:latin typeface="Times New Roman" panose="02020603050405020304" pitchFamily="18" charset="0"/>
                <a:ea typeface="黑体" panose="02010609060101010101" pitchFamily="49" charset="-122"/>
              </a:rPr>
              <a:t>)</a:t>
            </a:r>
            <a:r>
              <a:rPr lang="en-US" altLang="zh-CN" sz="3200" b="1" dirty="0">
                <a:latin typeface="Times New Roman" panose="02020603050405020304" pitchFamily="18" charset="0"/>
                <a:ea typeface="黑体" panose="02010609060101010101" pitchFamily="49" charset="-122"/>
              </a:rPr>
              <a:t> </a:t>
            </a:r>
            <a:endParaRPr lang="en-US" altLang="zh-CN" sz="3200" b="1" dirty="0">
              <a:latin typeface="Times New Roman" panose="02020603050405020304" pitchFamily="18" charset="0"/>
              <a:ea typeface="黑体" panose="02010609060101010101" pitchFamily="49" charset="-122"/>
            </a:endParaRPr>
          </a:p>
          <a:p>
            <a:pPr>
              <a:lnSpc>
                <a:spcPts val="3000"/>
              </a:lnSpc>
              <a:spcBef>
                <a:spcPts val="1200"/>
              </a:spcBef>
              <a:buClr>
                <a:srgbClr val="FF0000"/>
              </a:buClr>
            </a:pPr>
            <a:r>
              <a:rPr lang="en-US" altLang="zh-CN" sz="3200" b="1" dirty="0">
                <a:latin typeface="Times New Roman" panose="02020603050405020304" pitchFamily="18" charset="0"/>
                <a:ea typeface="黑体" panose="02010609060101010101" pitchFamily="49" charset="-122"/>
              </a:rPr>
              <a:t>   </a:t>
            </a:r>
            <a:endParaRPr lang="zh-CN" altLang="en-US" sz="3200" b="1" dirty="0">
              <a:latin typeface="楷体" panose="02010609060101010101" pitchFamily="49" charset="-122"/>
              <a:ea typeface="楷体" panose="02010609060101010101" pitchFamily="49" charset="-122"/>
            </a:endParaRPr>
          </a:p>
        </p:txBody>
      </p:sp>
      <p:sp>
        <p:nvSpPr>
          <p:cNvPr id="16" name="Text Box 3"/>
          <p:cNvSpPr txBox="1"/>
          <p:nvPr/>
        </p:nvSpPr>
        <p:spPr>
          <a:xfrm>
            <a:off x="395288" y="620713"/>
            <a:ext cx="8208962" cy="1076325"/>
          </a:xfrm>
          <a:prstGeom prst="rect">
            <a:avLst/>
          </a:prstGeom>
          <a:noFill/>
          <a:ln w="9525">
            <a:noFill/>
          </a:ln>
        </p:spPr>
        <p:txBody>
          <a:bodyPr anchor="t" anchorCtr="0">
            <a:spAutoFit/>
          </a:bodyPr>
          <a:p>
            <a:pPr>
              <a:buClr>
                <a:srgbClr val="FF0000"/>
              </a:buClr>
              <a:buFont typeface="Wingdings" panose="05000000000000000000" pitchFamily="2" charset="2"/>
              <a:buChar char="Ø"/>
            </a:pPr>
            <a:r>
              <a:rPr lang="zh-CN" altLang="en-US" sz="3200" b="1" dirty="0">
                <a:latin typeface="Times New Roman" panose="02020603050405020304" pitchFamily="18" charset="0"/>
                <a:ea typeface="黑体" panose="02010609060101010101" pitchFamily="49" charset="-122"/>
              </a:rPr>
              <a:t> 研究用计算机近似求解数学问题的</a:t>
            </a:r>
            <a:r>
              <a:rPr lang="zh-CN" altLang="en-US" sz="3200" b="1" dirty="0">
                <a:solidFill>
                  <a:srgbClr val="FF0000"/>
                </a:solidFill>
                <a:latin typeface="Times New Roman" panose="02020603050405020304" pitchFamily="18" charset="0"/>
                <a:ea typeface="黑体" panose="02010609060101010101" pitchFamily="49" charset="-122"/>
              </a:rPr>
              <a:t>数值算法</a:t>
            </a:r>
            <a:r>
              <a:rPr lang="zh-CN" altLang="en-US" sz="3200" b="1" dirty="0">
                <a:latin typeface="Times New Roman" panose="02020603050405020304" pitchFamily="18" charset="0"/>
                <a:ea typeface="黑体" panose="02010609060101010101" pitchFamily="49" charset="-122"/>
              </a:rPr>
              <a:t>及其</a:t>
            </a:r>
            <a:r>
              <a:rPr lang="zh-CN" altLang="en-US" sz="3200" b="1" dirty="0">
                <a:solidFill>
                  <a:srgbClr val="00B050"/>
                </a:solidFill>
                <a:latin typeface="Times New Roman" panose="02020603050405020304" pitchFamily="18" charset="0"/>
                <a:ea typeface="黑体" panose="02010609060101010101" pitchFamily="49" charset="-122"/>
              </a:rPr>
              <a:t>理论</a:t>
            </a:r>
            <a:r>
              <a:rPr lang="zh-CN" altLang="en-US" sz="3200" b="1" dirty="0">
                <a:latin typeface="Times New Roman" panose="02020603050405020304" pitchFamily="18" charset="0"/>
                <a:ea typeface="黑体" panose="02010609060101010101" pitchFamily="49" charset="-122"/>
              </a:rPr>
              <a:t>与</a:t>
            </a:r>
            <a:r>
              <a:rPr lang="zh-CN" altLang="en-US" sz="3200" b="1" dirty="0">
                <a:latin typeface="Times New Roman" panose="02020603050405020304" pitchFamily="18" charset="0"/>
                <a:ea typeface="黑体" panose="02010609060101010101" pitchFamily="49" charset="-122"/>
              </a:rPr>
              <a:t>实现。</a:t>
            </a:r>
            <a:endParaRPr lang="zh-CN" altLang="en-US" sz="3200" b="1" dirty="0">
              <a:latin typeface="Times New Roman" panose="02020603050405020304" pitchFamily="18" charset="0"/>
              <a:ea typeface="黑体" panose="02010609060101010101" pitchFamily="49" charset="-122"/>
            </a:endParaRPr>
          </a:p>
        </p:txBody>
      </p:sp>
      <p:sp>
        <p:nvSpPr>
          <p:cNvPr id="7" name="Text Box 3"/>
          <p:cNvSpPr txBox="1"/>
          <p:nvPr/>
        </p:nvSpPr>
        <p:spPr>
          <a:xfrm>
            <a:off x="395288" y="5040313"/>
            <a:ext cx="8482012" cy="476250"/>
          </a:xfrm>
          <a:prstGeom prst="rect">
            <a:avLst/>
          </a:prstGeom>
          <a:noFill/>
          <a:ln w="9525">
            <a:noFill/>
          </a:ln>
        </p:spPr>
        <p:txBody>
          <a:bodyPr anchor="t" anchorCtr="0">
            <a:spAutoFit/>
          </a:bodyPr>
          <a:p>
            <a:pPr>
              <a:lnSpc>
                <a:spcPts val="3000"/>
              </a:lnSpc>
              <a:spcBef>
                <a:spcPts val="1200"/>
              </a:spcBef>
              <a:buClr>
                <a:srgbClr val="FF0000"/>
              </a:buClr>
              <a:buFont typeface="Wingdings" panose="05000000000000000000" pitchFamily="2" charset="2"/>
              <a:buChar char="Ø"/>
            </a:pPr>
            <a:r>
              <a:rPr lang="zh-CN" altLang="en-US" sz="3200" b="1" dirty="0">
                <a:latin typeface="Times New Roman" panose="02020603050405020304" pitchFamily="18" charset="0"/>
                <a:ea typeface="黑体" panose="02010609060101010101" pitchFamily="49" charset="-122"/>
              </a:rPr>
              <a:t>数值算法的程序实现</a:t>
            </a:r>
            <a:r>
              <a:rPr lang="en-US" altLang="zh-CN" sz="3200" b="1" dirty="0">
                <a:latin typeface="Times New Roman" panose="02020603050405020304" pitchFamily="18" charset="0"/>
                <a:ea typeface="黑体" panose="02010609060101010101" pitchFamily="49" charset="-122"/>
              </a:rPr>
              <a:t>   </a:t>
            </a:r>
            <a:endParaRPr lang="zh-CN" altLang="en-US" sz="3200" b="1" dirty="0">
              <a:latin typeface="楷体" panose="02010609060101010101" pitchFamily="49" charset="-122"/>
              <a:ea typeface="楷体" panose="02010609060101010101" pitchFamily="49" charset="-122"/>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charRg st="0" end="29"/>
                                            </p:txEl>
                                          </p:spTgt>
                                        </p:tgtEl>
                                        <p:attrNameLst>
                                          <p:attrName>style.visibility</p:attrName>
                                        </p:attrNameLst>
                                      </p:cBhvr>
                                      <p:to>
                                        <p:strVal val="visible"/>
                                      </p:to>
                                    </p:set>
                                    <p:anim calcmode="lin" valueType="num">
                                      <p:cBhvr>
                                        <p:cTn id="7" dur="500" fill="hold"/>
                                        <p:tgtEl>
                                          <p:spTgt spid="16">
                                            <p:txEl>
                                              <p:charRg st="0" end="29"/>
                                            </p:txEl>
                                          </p:spTgt>
                                        </p:tgtEl>
                                        <p:attrNameLst>
                                          <p:attrName>ppt_x</p:attrName>
                                        </p:attrNameLst>
                                      </p:cBhvr>
                                      <p:tavLst>
                                        <p:tav tm="0">
                                          <p:val>
                                            <p:strVal val="#ppt_x"/>
                                          </p:val>
                                        </p:tav>
                                        <p:tav tm="100000">
                                          <p:val>
                                            <p:strVal val="#ppt_x"/>
                                          </p:val>
                                        </p:tav>
                                      </p:tavLst>
                                    </p:anim>
                                    <p:anim calcmode="lin" valueType="num">
                                      <p:cBhvr>
                                        <p:cTn id="8" dur="500" fill="hold"/>
                                        <p:tgtEl>
                                          <p:spTgt spid="16">
                                            <p:txEl>
                                              <p:charRg st="0" end="2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13">
                                            <p:txEl>
                                              <p:charRg st="0" end="10"/>
                                            </p:txEl>
                                          </p:spTgt>
                                        </p:tgtEl>
                                        <p:attrNameLst>
                                          <p:attrName>style.visibility</p:attrName>
                                        </p:attrNameLst>
                                      </p:cBhvr>
                                      <p:to>
                                        <p:strVal val="visible"/>
                                      </p:to>
                                    </p:set>
                                    <p:anim calcmode="lin" valueType="num">
                                      <p:cBhvr>
                                        <p:cTn id="13" dur="500" fill="hold"/>
                                        <p:tgtEl>
                                          <p:spTgt spid="4113">
                                            <p:txEl>
                                              <p:charRg st="0" end="10"/>
                                            </p:txEl>
                                          </p:spTgt>
                                        </p:tgtEl>
                                        <p:attrNameLst>
                                          <p:attrName>ppt_x</p:attrName>
                                        </p:attrNameLst>
                                      </p:cBhvr>
                                      <p:tavLst>
                                        <p:tav tm="0">
                                          <p:val>
                                            <p:strVal val="#ppt_x"/>
                                          </p:val>
                                        </p:tav>
                                        <p:tav tm="100000">
                                          <p:val>
                                            <p:strVal val="#ppt_x"/>
                                          </p:val>
                                        </p:tav>
                                      </p:tavLst>
                                    </p:anim>
                                    <p:anim calcmode="lin" valueType="num">
                                      <p:cBhvr>
                                        <p:cTn id="14" dur="500" fill="hold"/>
                                        <p:tgtEl>
                                          <p:spTgt spid="4113">
                                            <p:txEl>
                                              <p:charRg st="0" end="1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charRg st="0" end="18"/>
                                            </p:txEl>
                                          </p:spTgt>
                                        </p:tgtEl>
                                        <p:attrNameLst>
                                          <p:attrName>style.visibility</p:attrName>
                                        </p:attrNameLst>
                                      </p:cBhvr>
                                      <p:to>
                                        <p:strVal val="visible"/>
                                      </p:to>
                                    </p:set>
                                    <p:anim calcmode="lin" valueType="num">
                                      <p:cBhvr>
                                        <p:cTn id="19" dur="500" fill="hold"/>
                                        <p:tgtEl>
                                          <p:spTgt spid="14">
                                            <p:txEl>
                                              <p:charRg st="0" end="18"/>
                                            </p:txEl>
                                          </p:spTgt>
                                        </p:tgtEl>
                                        <p:attrNameLst>
                                          <p:attrName>ppt_x</p:attrName>
                                        </p:attrNameLst>
                                      </p:cBhvr>
                                      <p:tavLst>
                                        <p:tav tm="0">
                                          <p:val>
                                            <p:strVal val="#ppt_x"/>
                                          </p:val>
                                        </p:tav>
                                        <p:tav tm="100000">
                                          <p:val>
                                            <p:strVal val="#ppt_x"/>
                                          </p:val>
                                        </p:tav>
                                      </p:tavLst>
                                    </p:anim>
                                    <p:anim calcmode="lin" valueType="num">
                                      <p:cBhvr>
                                        <p:cTn id="20" dur="500" fill="hold"/>
                                        <p:tgtEl>
                                          <p:spTgt spid="14">
                                            <p:txEl>
                                              <p:charRg st="0" end="1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xEl>
                                              <p:charRg st="0" end="16"/>
                                            </p:txEl>
                                          </p:spTgt>
                                        </p:tgtEl>
                                        <p:attrNameLst>
                                          <p:attrName>style.visibility</p:attrName>
                                        </p:attrNameLst>
                                      </p:cBhvr>
                                      <p:to>
                                        <p:strVal val="visible"/>
                                      </p:to>
                                    </p:set>
                                    <p:anim calcmode="lin" valueType="num">
                                      <p:cBhvr>
                                        <p:cTn id="25" dur="500" fill="hold"/>
                                        <p:tgtEl>
                                          <p:spTgt spid="15">
                                            <p:txEl>
                                              <p:charRg st="0" end="16"/>
                                            </p:txEl>
                                          </p:spTgt>
                                        </p:tgtEl>
                                        <p:attrNameLst>
                                          <p:attrName>ppt_x</p:attrName>
                                        </p:attrNameLst>
                                      </p:cBhvr>
                                      <p:tavLst>
                                        <p:tav tm="0">
                                          <p:val>
                                            <p:strVal val="#ppt_x"/>
                                          </p:val>
                                        </p:tav>
                                        <p:tav tm="100000">
                                          <p:val>
                                            <p:strVal val="#ppt_x"/>
                                          </p:val>
                                        </p:tav>
                                      </p:tavLst>
                                    </p:anim>
                                    <p:anim calcmode="lin" valueType="num">
                                      <p:cBhvr>
                                        <p:cTn id="26" dur="500" fill="hold"/>
                                        <p:tgtEl>
                                          <p:spTgt spid="15">
                                            <p:txEl>
                                              <p:charRg st="0" end="1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0-#ppt_w/2"/>
                                          </p:val>
                                        </p:tav>
                                        <p:tav tm="100000">
                                          <p:val>
                                            <p:strVal val="#ppt_x"/>
                                          </p:val>
                                        </p:tav>
                                      </p:tavLst>
                                    </p:anim>
                                    <p:anim calcmode="lin" valueType="num">
                                      <p:cBhvr>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10"/>
          <p:cNvSpPr txBox="1"/>
          <p:nvPr/>
        </p:nvSpPr>
        <p:spPr>
          <a:xfrm>
            <a:off x="428625" y="1643063"/>
            <a:ext cx="8715375" cy="1570037"/>
          </a:xfrm>
          <a:prstGeom prst="rect">
            <a:avLst/>
          </a:prstGeom>
          <a:noFill/>
          <a:ln w="9525">
            <a:noFill/>
          </a:ln>
        </p:spPr>
        <p:txBody>
          <a:bodyPr anchor="t" anchorCtr="0">
            <a:spAutoFit/>
          </a:bodyPr>
          <a:p>
            <a:r>
              <a:rPr lang="zh-CN" altLang="en-US" sz="3200" b="1" dirty="0">
                <a:solidFill>
                  <a:srgbClr val="FF0000"/>
                </a:solidFill>
                <a:latin typeface="楷体" panose="02010609060101010101" pitchFamily="49" charset="-122"/>
                <a:ea typeface="楷体" panose="02010609060101010101" pitchFamily="49" charset="-122"/>
              </a:rPr>
              <a:t>  迭代法是一种逐次逼近法</a:t>
            </a:r>
            <a:r>
              <a:rPr lang="en-US" altLang="zh-CN" sz="3200" b="1" dirty="0">
                <a:solidFill>
                  <a:srgbClr val="FF0000"/>
                </a:solidFill>
                <a:latin typeface="楷体" panose="02010609060101010101" pitchFamily="49" charset="-122"/>
                <a:ea typeface="楷体" panose="02010609060101010101" pitchFamily="49" charset="-122"/>
              </a:rPr>
              <a:t>, </a:t>
            </a:r>
            <a:r>
              <a:rPr lang="zh-CN" altLang="en-US" sz="3200" b="1" dirty="0">
                <a:solidFill>
                  <a:srgbClr val="FF0000"/>
                </a:solidFill>
                <a:latin typeface="楷体" panose="02010609060101010101" pitchFamily="49" charset="-122"/>
                <a:ea typeface="楷体" panose="02010609060101010101" pitchFamily="49" charset="-122"/>
              </a:rPr>
              <a:t>这种方法使用某个固定公式反复校正根的近似值</a:t>
            </a:r>
            <a:r>
              <a:rPr lang="en-US" altLang="zh-CN" sz="3200" b="1" dirty="0">
                <a:solidFill>
                  <a:srgbClr val="FF0000"/>
                </a:solidFill>
                <a:latin typeface="楷体" panose="02010609060101010101" pitchFamily="49" charset="-122"/>
                <a:ea typeface="楷体" panose="02010609060101010101" pitchFamily="49" charset="-122"/>
              </a:rPr>
              <a:t>, </a:t>
            </a:r>
            <a:r>
              <a:rPr lang="zh-CN" altLang="en-US" sz="3200" b="1" dirty="0">
                <a:solidFill>
                  <a:srgbClr val="FF0000"/>
                </a:solidFill>
                <a:latin typeface="楷体" panose="02010609060101010101" pitchFamily="49" charset="-122"/>
                <a:ea typeface="楷体" panose="02010609060101010101" pitchFamily="49" charset="-122"/>
              </a:rPr>
              <a:t>使之逐步精确化</a:t>
            </a:r>
            <a:r>
              <a:rPr lang="en-US" altLang="zh-CN" sz="3200" b="1" dirty="0">
                <a:solidFill>
                  <a:srgbClr val="FF0000"/>
                </a:solidFill>
                <a:latin typeface="楷体" panose="02010609060101010101" pitchFamily="49" charset="-122"/>
                <a:ea typeface="楷体" panose="02010609060101010101" pitchFamily="49" charset="-122"/>
              </a:rPr>
              <a:t>, </a:t>
            </a:r>
            <a:r>
              <a:rPr lang="zh-CN" altLang="en-US" sz="3200" b="1" dirty="0">
                <a:solidFill>
                  <a:srgbClr val="FF0000"/>
                </a:solidFill>
                <a:latin typeface="楷体" panose="02010609060101010101" pitchFamily="49" charset="-122"/>
                <a:ea typeface="楷体" panose="02010609060101010101" pitchFamily="49" charset="-122"/>
              </a:rPr>
              <a:t>最后得到满足精度要求的结果。</a:t>
            </a:r>
            <a:endParaRPr lang="zh-CN" altLang="en-US" sz="3200" b="1" dirty="0">
              <a:solidFill>
                <a:srgbClr val="FF0000"/>
              </a:solidFill>
              <a:latin typeface="楷体" panose="02010609060101010101" pitchFamily="49" charset="-122"/>
              <a:ea typeface="楷体" panose="02010609060101010101" pitchFamily="49" charset="-122"/>
            </a:endParaRPr>
          </a:p>
        </p:txBody>
      </p:sp>
      <p:sp>
        <p:nvSpPr>
          <p:cNvPr id="69635" name="Text Box 4"/>
          <p:cNvSpPr txBox="1"/>
          <p:nvPr/>
        </p:nvSpPr>
        <p:spPr>
          <a:xfrm>
            <a:off x="2916238" y="4292600"/>
            <a:ext cx="8001000" cy="584200"/>
          </a:xfrm>
          <a:prstGeom prst="rect">
            <a:avLst/>
          </a:prstGeom>
          <a:noFill/>
          <a:ln w="9525">
            <a:noFill/>
          </a:ln>
        </p:spPr>
        <p:txBody>
          <a:bodyPr anchor="t" anchorCtr="0">
            <a:spAutoFit/>
          </a:bodyPr>
          <a:p>
            <a:pPr>
              <a:spcBef>
                <a:spcPct val="50000"/>
              </a:spcBef>
            </a:pPr>
            <a:r>
              <a:rPr lang="zh-CN" altLang="en-US" sz="3200" b="1" dirty="0">
                <a:solidFill>
                  <a:srgbClr val="FF0000"/>
                </a:solidFill>
                <a:latin typeface="Times New Roman" panose="02020603050405020304" pitchFamily="18" charset="0"/>
                <a:ea typeface="宋体" panose="02010600030101010101" pitchFamily="2" charset="-122"/>
              </a:rPr>
              <a:t>重复就是力量！</a:t>
            </a:r>
            <a:endParaRPr lang="zh-CN" altLang="en-US" sz="32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9635"/>
                                        </p:tgtEl>
                                        <p:attrNameLst>
                                          <p:attrName>style.visibility</p:attrName>
                                        </p:attrNameLst>
                                      </p:cBhvr>
                                      <p:to>
                                        <p:strVal val="visible"/>
                                      </p:to>
                                    </p:set>
                                    <p:anim calcmode="lin" valueType="num">
                                      <p:cBhvr additive="base">
                                        <p:cTn id="12" dur="500" fill="hold"/>
                                        <p:tgtEl>
                                          <p:spTgt spid="69635"/>
                                        </p:tgtEl>
                                        <p:attrNameLst>
                                          <p:attrName>ppt_x</p:attrName>
                                        </p:attrNameLst>
                                      </p:cBhvr>
                                      <p:tavLst>
                                        <p:tav tm="0">
                                          <p:val>
                                            <p:strVal val="0-#ppt_w/2"/>
                                          </p:val>
                                        </p:tav>
                                        <p:tav tm="100000">
                                          <p:val>
                                            <p:strVal val="#ppt_x"/>
                                          </p:val>
                                        </p:tav>
                                      </p:tavLst>
                                    </p:anim>
                                    <p:anim calcmode="lin" valueType="num">
                                      <p:cBhvr additive="base">
                                        <p:cTn id="13" dur="500" fill="hold"/>
                                        <p:tgtEl>
                                          <p:spTgt spid="696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96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
          <p:cNvGrpSpPr/>
          <p:nvPr/>
        </p:nvGrpSpPr>
        <p:grpSpPr>
          <a:xfrm>
            <a:off x="1976438" y="1214438"/>
            <a:ext cx="2047875" cy="676275"/>
            <a:chOff x="1500" y="630"/>
            <a:chExt cx="1290" cy="426"/>
          </a:xfrm>
        </p:grpSpPr>
        <p:sp>
          <p:nvSpPr>
            <p:cNvPr id="7170" name="AutoShape 6"/>
            <p:cNvSpPr/>
            <p:nvPr/>
          </p:nvSpPr>
          <p:spPr>
            <a:xfrm>
              <a:off x="1680" y="960"/>
              <a:ext cx="912" cy="96"/>
            </a:xfrm>
            <a:prstGeom prst="leftRightArrow">
              <a:avLst>
                <a:gd name="adj1" fmla="val 50000"/>
                <a:gd name="adj2" fmla="val 190000"/>
              </a:avLst>
            </a:prstGeom>
            <a:solidFill>
              <a:schemeClr val="tx1"/>
            </a:solidFill>
            <a:ln w="9525" cap="flat" cmpd="sng">
              <a:solidFill>
                <a:schemeClr val="tx1"/>
              </a:solidFill>
              <a:prstDash val="solid"/>
              <a:miter/>
              <a:headEnd type="none" w="med" len="med"/>
              <a:tailEnd type="none" w="med" len="med"/>
            </a:ln>
          </p:spPr>
          <p:txBody>
            <a:bodyPr wrap="none" anchor="ctr" anchorCtr="0"/>
            <a:p>
              <a:pPr algn="just" eaLnBrk="0" hangingPunct="0"/>
              <a:endParaRPr lang="zh-CN" altLang="en-US" dirty="0">
                <a:latin typeface="Times New Roman" panose="02020603050405020304" pitchFamily="18" charset="0"/>
                <a:ea typeface="宋体" panose="02010600030101010101" pitchFamily="2" charset="-122"/>
              </a:endParaRPr>
            </a:p>
          </p:txBody>
        </p:sp>
        <p:sp>
          <p:nvSpPr>
            <p:cNvPr id="7171" name="Text Box 7"/>
            <p:cNvSpPr txBox="1"/>
            <p:nvPr/>
          </p:nvSpPr>
          <p:spPr>
            <a:xfrm>
              <a:off x="1500" y="630"/>
              <a:ext cx="1290" cy="291"/>
            </a:xfrm>
            <a:prstGeom prst="rect">
              <a:avLst/>
            </a:prstGeom>
            <a:noFill/>
            <a:ln w="9525">
              <a:noFill/>
            </a:ln>
          </p:spPr>
          <p:txBody>
            <a:bodyPr anchor="t" anchorCtr="0">
              <a:spAutoFit/>
            </a:bodyPr>
            <a:p>
              <a:pPr algn="ctr" eaLnBrk="0" hangingPunct="0">
                <a:spcBef>
                  <a:spcPct val="50000"/>
                </a:spcBef>
              </a:pPr>
              <a:r>
                <a:rPr lang="zh-CN" altLang="en-US" sz="2400" b="1" dirty="0">
                  <a:latin typeface="Times New Roman" panose="02020603050405020304" pitchFamily="18" charset="0"/>
                  <a:ea typeface="黑体" panose="02010609060101010101" pitchFamily="49" charset="-122"/>
                </a:rPr>
                <a:t>等价变换</a:t>
              </a:r>
              <a:endParaRPr lang="zh-CN" altLang="en-US" sz="2400" b="1" dirty="0">
                <a:latin typeface="Times New Roman" panose="02020603050405020304" pitchFamily="18" charset="0"/>
                <a:ea typeface="黑体" panose="02010609060101010101" pitchFamily="49" charset="-122"/>
              </a:endParaRPr>
            </a:p>
          </p:txBody>
        </p:sp>
      </p:grpSp>
      <p:sp>
        <p:nvSpPr>
          <p:cNvPr id="18" name="AutoShape 9"/>
          <p:cNvSpPr>
            <a:spLocks noChangeArrowheads="1"/>
          </p:cNvSpPr>
          <p:nvPr/>
        </p:nvSpPr>
        <p:spPr bwMode="auto">
          <a:xfrm>
            <a:off x="428625" y="2614613"/>
            <a:ext cx="2643188" cy="681038"/>
          </a:xfrm>
          <a:prstGeom prst="wedgeEllipseCallout">
            <a:avLst>
              <a:gd name="adj1" fmla="val -18981"/>
              <a:gd name="adj2" fmla="val -132032"/>
            </a:avLst>
          </a:prstGeom>
          <a:gradFill rotWithShape="0">
            <a:gsLst>
              <a:gs pos="0">
                <a:srgbClr val="CCFFCC"/>
              </a:gs>
              <a:gs pos="50000">
                <a:schemeClr val="bg1"/>
              </a:gs>
              <a:gs pos="100000">
                <a:srgbClr val="CCFFCC"/>
              </a:gs>
            </a:gsLst>
            <a:lin ang="5400000" scaled="1"/>
          </a:gradFill>
          <a:ln w="9525">
            <a:solidFill>
              <a:srgbClr val="CCFFFF"/>
            </a:solidFill>
            <a:miter lim="800000"/>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 </a:t>
            </a:r>
            <a:r>
              <a:rPr kumimoji="0" lang="en-US"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0"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x</a:t>
            </a:r>
            <a:r>
              <a:rPr kumimoji="0" lang="en-US"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的根</a:t>
            </a:r>
            <a:endPar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9" name="AutoShape 10"/>
          <p:cNvSpPr>
            <a:spLocks noChangeArrowheads="1"/>
          </p:cNvSpPr>
          <p:nvPr/>
        </p:nvSpPr>
        <p:spPr bwMode="auto">
          <a:xfrm>
            <a:off x="4095750" y="2571750"/>
            <a:ext cx="3905250" cy="795338"/>
          </a:xfrm>
          <a:prstGeom prst="wedgeEllipseCallout">
            <a:avLst>
              <a:gd name="adj1" fmla="val -30366"/>
              <a:gd name="adj2" fmla="val -119009"/>
            </a:avLst>
          </a:prstGeom>
          <a:gradFill rotWithShape="0">
            <a:gsLst>
              <a:gs pos="0">
                <a:srgbClr val="CCFFCC"/>
              </a:gs>
              <a:gs pos="50000">
                <a:schemeClr val="bg1"/>
              </a:gs>
              <a:gs pos="100000">
                <a:srgbClr val="CCFFCC"/>
              </a:gs>
            </a:gsLst>
            <a:lin ang="5400000" scaled="1"/>
          </a:gradFill>
          <a:ln w="9525">
            <a:solidFill>
              <a:srgbClr val="CCFFFF"/>
            </a:solidFill>
            <a:miter lim="800000"/>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的不动点</a:t>
            </a:r>
            <a:endPar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0" name="AutoShape 11"/>
          <p:cNvSpPr/>
          <p:nvPr/>
        </p:nvSpPr>
        <p:spPr>
          <a:xfrm>
            <a:off x="3124200" y="2781300"/>
            <a:ext cx="914400" cy="228600"/>
          </a:xfrm>
          <a:prstGeom prst="leftRightArrow">
            <a:avLst>
              <a:gd name="adj1" fmla="val 50000"/>
              <a:gd name="adj2" fmla="val 80000"/>
            </a:avLst>
          </a:prstGeom>
          <a:solidFill>
            <a:schemeClr val="tx1"/>
          </a:solidFill>
          <a:ln w="9525" cap="flat" cmpd="sng">
            <a:solidFill>
              <a:schemeClr val="tx1"/>
            </a:solidFill>
            <a:prstDash val="solid"/>
            <a:miter/>
            <a:headEnd type="none" w="med" len="med"/>
            <a:tailEnd type="none" w="med" len="med"/>
          </a:ln>
        </p:spPr>
        <p:txBody>
          <a:bodyPr wrap="none" anchor="ctr" anchorCtr="0"/>
          <a:p>
            <a:pPr algn="just" eaLnBrk="0" hangingPunct="0"/>
            <a:endParaRPr lang="zh-CN" altLang="en-US" dirty="0">
              <a:latin typeface="Times New Roman" panose="02020603050405020304" pitchFamily="18" charset="0"/>
              <a:ea typeface="宋体" panose="02010600030101010101" pitchFamily="2" charset="-122"/>
            </a:endParaRPr>
          </a:p>
        </p:txBody>
      </p:sp>
      <p:sp>
        <p:nvSpPr>
          <p:cNvPr id="22" name="TextBox 8"/>
          <p:cNvSpPr txBox="1"/>
          <p:nvPr/>
        </p:nvSpPr>
        <p:spPr>
          <a:xfrm>
            <a:off x="428625" y="142875"/>
            <a:ext cx="8715375" cy="584200"/>
          </a:xfrm>
          <a:prstGeom prst="rect">
            <a:avLst/>
          </a:prstGeom>
          <a:noFill/>
          <a:ln w="9525">
            <a:noFill/>
          </a:ln>
        </p:spPr>
        <p:txBody>
          <a:bodyPr anchor="t" anchorCtr="0">
            <a:spAutoFit/>
          </a:bodyPr>
          <a:p>
            <a:pPr algn="just" eaLnBrk="0" hangingPunct="0"/>
            <a:r>
              <a:rPr lang="zh-CN" altLang="en-US" sz="3200" b="1" dirty="0">
                <a:latin typeface="黑体" panose="02010609060101010101" pitchFamily="49" charset="-122"/>
                <a:ea typeface="黑体" panose="02010609060101010101" pitchFamily="49" charset="-122"/>
              </a:rPr>
              <a:t>不动点迭代</a:t>
            </a:r>
            <a:r>
              <a:rPr lang="en-US" altLang="zh-CN" sz="3200" b="1" dirty="0">
                <a:latin typeface="Times New Roman" panose="02020603050405020304" pitchFamily="18" charset="0"/>
                <a:ea typeface="黑体" panose="02010609060101010101" pitchFamily="49" charset="-122"/>
              </a:rPr>
              <a:t>(Fixed Point Iteration)</a:t>
            </a:r>
            <a:endParaRPr lang="zh-CN" altLang="en-US" sz="3200" b="1" dirty="0">
              <a:latin typeface="Times New Roman" panose="02020603050405020304" pitchFamily="18" charset="0"/>
              <a:ea typeface="黑体" panose="02010609060101010101" pitchFamily="49" charset="-122"/>
            </a:endParaRPr>
          </a:p>
        </p:txBody>
      </p:sp>
      <p:graphicFrame>
        <p:nvGraphicFramePr>
          <p:cNvPr id="3076" name="Object 14"/>
          <p:cNvGraphicFramePr/>
          <p:nvPr/>
        </p:nvGraphicFramePr>
        <p:xfrm>
          <a:off x="3711575" y="1527175"/>
          <a:ext cx="1666875" cy="519113"/>
        </p:xfrm>
        <a:graphic>
          <a:graphicData uri="http://schemas.openxmlformats.org/presentationml/2006/ole">
            <mc:AlternateContent xmlns:mc="http://schemas.openxmlformats.org/markup-compatibility/2006">
              <mc:Choice xmlns:v="urn:schemas-microsoft-com:vml" Requires="v">
                <p:oleObj spid="_x0000_s3083" name="" r:id="rId1" imgW="939165" imgH="292100" progId="Equation.DSMT4">
                  <p:embed/>
                </p:oleObj>
              </mc:Choice>
              <mc:Fallback>
                <p:oleObj name="" r:id="rId1" imgW="939165" imgH="292100" progId="Equation.DSMT4">
                  <p:embed/>
                  <p:pic>
                    <p:nvPicPr>
                      <p:cNvPr id="0" name="图片 3082"/>
                      <p:cNvPicPr/>
                      <p:nvPr/>
                    </p:nvPicPr>
                    <p:blipFill>
                      <a:blip r:embed="rId2"/>
                      <a:stretch>
                        <a:fillRect/>
                      </a:stretch>
                    </p:blipFill>
                    <p:spPr>
                      <a:xfrm>
                        <a:off x="3711575" y="1527175"/>
                        <a:ext cx="1666875" cy="519113"/>
                      </a:xfrm>
                      <a:prstGeom prst="rect">
                        <a:avLst/>
                      </a:prstGeom>
                      <a:noFill/>
                      <a:ln w="38100">
                        <a:noFill/>
                        <a:miter/>
                      </a:ln>
                    </p:spPr>
                  </p:pic>
                </p:oleObj>
              </mc:Fallback>
            </mc:AlternateContent>
          </a:graphicData>
        </a:graphic>
      </p:graphicFrame>
      <p:graphicFrame>
        <p:nvGraphicFramePr>
          <p:cNvPr id="3077" name="Object 16"/>
          <p:cNvGraphicFramePr/>
          <p:nvPr/>
        </p:nvGraphicFramePr>
        <p:xfrm>
          <a:off x="4354513" y="2795588"/>
          <a:ext cx="788987" cy="428625"/>
        </p:xfrm>
        <a:graphic>
          <a:graphicData uri="http://schemas.openxmlformats.org/presentationml/2006/ole">
            <mc:AlternateContent xmlns:mc="http://schemas.openxmlformats.org/markup-compatibility/2006">
              <mc:Choice xmlns:v="urn:schemas-microsoft-com:vml" Requires="v">
                <p:oleObj spid="_x0000_s3081" name="" r:id="rId3" imgW="444500" imgH="241300" progId="Equation.DSMT4">
                  <p:embed/>
                </p:oleObj>
              </mc:Choice>
              <mc:Fallback>
                <p:oleObj name="" r:id="rId3" imgW="444500" imgH="241300" progId="Equation.DSMT4">
                  <p:embed/>
                  <p:pic>
                    <p:nvPicPr>
                      <p:cNvPr id="0" name="图片 3080"/>
                      <p:cNvPicPr/>
                      <p:nvPr/>
                    </p:nvPicPr>
                    <p:blipFill>
                      <a:blip r:embed="rId4"/>
                      <a:stretch>
                        <a:fillRect/>
                      </a:stretch>
                    </p:blipFill>
                    <p:spPr>
                      <a:xfrm>
                        <a:off x="4354513" y="2795588"/>
                        <a:ext cx="788987" cy="428625"/>
                      </a:xfrm>
                      <a:prstGeom prst="rect">
                        <a:avLst/>
                      </a:prstGeom>
                      <a:noFill/>
                      <a:ln w="38100">
                        <a:noFill/>
                        <a:miter/>
                      </a:ln>
                    </p:spPr>
                  </p:pic>
                </p:oleObj>
              </mc:Fallback>
            </mc:AlternateContent>
          </a:graphicData>
        </a:graphic>
      </p:graphicFrame>
      <p:graphicFrame>
        <p:nvGraphicFramePr>
          <p:cNvPr id="3" name="Object 17"/>
          <p:cNvGraphicFramePr/>
          <p:nvPr/>
        </p:nvGraphicFramePr>
        <p:xfrm>
          <a:off x="6810375" y="1428750"/>
          <a:ext cx="2263775" cy="593725"/>
        </p:xfrm>
        <a:graphic>
          <a:graphicData uri="http://schemas.openxmlformats.org/presentationml/2006/ole">
            <mc:AlternateContent xmlns:mc="http://schemas.openxmlformats.org/markup-compatibility/2006">
              <mc:Choice xmlns:v="urn:schemas-microsoft-com:vml" Requires="v">
                <p:oleObj spid="_x0000_s3080" name="" r:id="rId5" imgW="1066800" imgH="279400" progId="Equation.DSMT4">
                  <p:embed/>
                </p:oleObj>
              </mc:Choice>
              <mc:Fallback>
                <p:oleObj name="" r:id="rId5" imgW="1066800" imgH="279400" progId="Equation.DSMT4">
                  <p:embed/>
                  <p:pic>
                    <p:nvPicPr>
                      <p:cNvPr id="0" name="图片 3079"/>
                      <p:cNvPicPr/>
                      <p:nvPr/>
                    </p:nvPicPr>
                    <p:blipFill>
                      <a:blip r:embed="rId6"/>
                      <a:stretch>
                        <a:fillRect/>
                      </a:stretch>
                    </p:blipFill>
                    <p:spPr>
                      <a:xfrm>
                        <a:off x="6810375" y="1428750"/>
                        <a:ext cx="2263775" cy="593725"/>
                      </a:xfrm>
                      <a:prstGeom prst="rect">
                        <a:avLst/>
                      </a:prstGeom>
                      <a:noFill/>
                      <a:ln w="38100">
                        <a:noFill/>
                        <a:miter/>
                      </a:ln>
                    </p:spPr>
                  </p:pic>
                </p:oleObj>
              </mc:Fallback>
            </mc:AlternateContent>
          </a:graphicData>
        </a:graphic>
      </p:graphicFrame>
      <p:sp>
        <p:nvSpPr>
          <p:cNvPr id="21" name="右箭头 20"/>
          <p:cNvSpPr/>
          <p:nvPr/>
        </p:nvSpPr>
        <p:spPr>
          <a:xfrm>
            <a:off x="5738813" y="1643063"/>
            <a:ext cx="1000125" cy="214312"/>
          </a:xfrm>
          <a:prstGeom prst="rightArrow">
            <a:avLst>
              <a:gd name="adj1" fmla="val 50000"/>
              <a:gd name="adj2" fmla="val 49648"/>
            </a:avLst>
          </a:prstGeom>
          <a:solidFill>
            <a:schemeClr val="accent1"/>
          </a:solidFill>
          <a:ln w="9525" cap="flat" cmpd="sng">
            <a:solidFill>
              <a:schemeClr val="tx1"/>
            </a:solidFill>
            <a:prstDash val="solid"/>
            <a:round/>
            <a:headEnd type="none" w="med" len="med"/>
            <a:tailEnd type="none" w="med" len="med"/>
          </a:ln>
        </p:spPr>
        <p:txBody>
          <a:bodyPr anchor="t" anchorCtr="0"/>
          <a:p>
            <a:pPr algn="just" eaLnBrk="0" hangingPunct="0"/>
            <a:endParaRPr lang="zh-CN" altLang="en-US" dirty="0">
              <a:latin typeface="Times New Roman" panose="02020603050405020304" pitchFamily="18" charset="0"/>
              <a:ea typeface="宋体" panose="02010600030101010101" pitchFamily="2" charset="-122"/>
            </a:endParaRPr>
          </a:p>
        </p:txBody>
      </p:sp>
      <p:sp>
        <p:nvSpPr>
          <p:cNvPr id="25" name="AutoShape 11"/>
          <p:cNvSpPr>
            <a:spLocks noChangeArrowheads="1"/>
          </p:cNvSpPr>
          <p:nvPr/>
        </p:nvSpPr>
        <p:spPr bwMode="auto">
          <a:xfrm>
            <a:off x="4143375" y="642938"/>
            <a:ext cx="1428750" cy="714375"/>
          </a:xfrm>
          <a:prstGeom prst="wedgeRectCallout">
            <a:avLst>
              <a:gd name="adj1" fmla="val 25122"/>
              <a:gd name="adj2" fmla="val 79221"/>
            </a:avLst>
          </a:prstGeom>
          <a:solidFill>
            <a:srgbClr val="CCFF99"/>
          </a:solidFill>
          <a:ln w="28575">
            <a:solidFill>
              <a:srgbClr val="006600"/>
            </a:solidFill>
            <a:miter lim="800000"/>
          </a:ln>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mj-lt"/>
                <a:ea typeface="楷体" panose="02010609060101010101" pitchFamily="49" charset="-122"/>
                <a:cs typeface="+mn-cs"/>
              </a:rPr>
              <a:t>x</a:t>
            </a:r>
            <a:r>
              <a:rPr kumimoji="0" lang="en-US" altLang="zh-CN" sz="2400" b="1" i="1" u="none" strike="noStrike" kern="1200" cap="none" spc="0" normalizeH="0" baseline="30000" noProof="0" dirty="0">
                <a:ln>
                  <a:noFill/>
                </a:ln>
                <a:solidFill>
                  <a:schemeClr val="tx1"/>
                </a:solidFill>
                <a:effectLst/>
                <a:uLnTx/>
                <a:uFillTx/>
                <a:latin typeface="+mj-lt"/>
                <a:ea typeface="楷体" panose="02010609060101010101" pitchFamily="49" charset="-122"/>
                <a:cs typeface="+mn-cs"/>
              </a:rPr>
              <a:t>*</a:t>
            </a:r>
            <a:r>
              <a:rPr kumimoji="0" lang="zh-CN" altLang="en-US" sz="24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称为不  动点</a:t>
            </a:r>
            <a:endParaRPr kumimoji="0" lang="zh-CN" altLang="en-US" sz="24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graphicFrame>
        <p:nvGraphicFramePr>
          <p:cNvPr id="4" name="Object 7"/>
          <p:cNvGraphicFramePr/>
          <p:nvPr/>
        </p:nvGraphicFramePr>
        <p:xfrm>
          <a:off x="500063" y="1500188"/>
          <a:ext cx="1509712" cy="519112"/>
        </p:xfrm>
        <a:graphic>
          <a:graphicData uri="http://schemas.openxmlformats.org/presentationml/2006/ole">
            <mc:AlternateContent xmlns:mc="http://schemas.openxmlformats.org/markup-compatibility/2006">
              <mc:Choice xmlns:v="urn:schemas-microsoft-com:vml" Requires="v">
                <p:oleObj spid="_x0000_s3082" name="" r:id="rId7" imgW="850265" imgH="292100" progId="Equation.DSMT4">
                  <p:embed/>
                </p:oleObj>
              </mc:Choice>
              <mc:Fallback>
                <p:oleObj name="" r:id="rId7" imgW="850265" imgH="292100" progId="Equation.DSMT4">
                  <p:embed/>
                  <p:pic>
                    <p:nvPicPr>
                      <p:cNvPr id="0" name="图片 3081"/>
                      <p:cNvPicPr/>
                      <p:nvPr/>
                    </p:nvPicPr>
                    <p:blipFill>
                      <a:blip r:embed="rId8"/>
                      <a:stretch>
                        <a:fillRect/>
                      </a:stretch>
                    </p:blipFill>
                    <p:spPr>
                      <a:xfrm>
                        <a:off x="500063" y="1500188"/>
                        <a:ext cx="1509712" cy="519112"/>
                      </a:xfrm>
                      <a:prstGeom prst="rect">
                        <a:avLst/>
                      </a:prstGeom>
                      <a:noFill/>
                      <a:ln w="38100">
                        <a:noFill/>
                        <a:miter/>
                      </a:ln>
                    </p:spPr>
                  </p:pic>
                </p:oleObj>
              </mc:Fallback>
            </mc:AlternateContent>
          </a:graphicData>
        </a:graphic>
      </p:graphicFrame>
      <p:sp>
        <p:nvSpPr>
          <p:cNvPr id="24" name="Text Box 3"/>
          <p:cNvSpPr txBox="1"/>
          <p:nvPr/>
        </p:nvSpPr>
        <p:spPr>
          <a:xfrm>
            <a:off x="79375" y="3659188"/>
            <a:ext cx="8877300" cy="2306637"/>
          </a:xfrm>
          <a:prstGeom prst="rect">
            <a:avLst/>
          </a:prstGeom>
          <a:noFill/>
          <a:ln w="9525">
            <a:noFill/>
          </a:ln>
        </p:spPr>
        <p:txBody>
          <a:bodyPr wrap="square" anchor="t" anchorCtr="0">
            <a:spAutoFit/>
          </a:bodyPr>
          <a:p>
            <a:pPr algn="just" eaLnBrk="0" hangingPunct="0">
              <a:buFont typeface="Wingdings" panose="05000000000000000000" pitchFamily="2" charset="2"/>
            </a:pPr>
            <a:r>
              <a:rPr lang="zh-CN" altLang="en-US" sz="3200" b="1" dirty="0">
                <a:solidFill>
                  <a:srgbClr val="0070C0"/>
                </a:solidFill>
                <a:latin typeface="楷体" panose="02010609060101010101" pitchFamily="49" charset="-122"/>
                <a:ea typeface="楷体" panose="02010609060101010101" pitchFamily="49" charset="-122"/>
              </a:rPr>
              <a:t>基本思想是将非线性方程求解化为一系列显式的函数值计算。</a:t>
            </a:r>
            <a:r>
              <a:rPr lang="zh-CN" altLang="en-US" sz="3200" b="1" dirty="0">
                <a:latin typeface="Times New Roman" panose="02020603050405020304" pitchFamily="18" charset="0"/>
                <a:ea typeface="黑体" panose="02010609060101010101" pitchFamily="49" charset="-122"/>
              </a:rPr>
              <a:t> 如果数列</a:t>
            </a:r>
            <a:r>
              <a:rPr lang="en-US"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黑体" panose="02010609060101010101" pitchFamily="49" charset="-122"/>
              </a:rPr>
              <a:t>x</a:t>
            </a:r>
            <a:r>
              <a:rPr lang="en-US" altLang="zh-CN" sz="3200" b="1" i="1" baseline="-25000" dirty="0">
                <a:latin typeface="Times New Roman" panose="02020603050405020304" pitchFamily="18" charset="0"/>
                <a:ea typeface="黑体" panose="02010609060101010101" pitchFamily="49" charset="-122"/>
              </a:rPr>
              <a:t>n</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有极限                   </a:t>
            </a:r>
            <a:r>
              <a:rPr lang="en-US" altLang="zh-CN" sz="3200" b="1" dirty="0">
                <a:latin typeface="Times New Roman" panose="02020603050405020304" pitchFamily="18" charset="0"/>
                <a:ea typeface="黑体" panose="02010609060101010101" pitchFamily="49" charset="-122"/>
              </a:rPr>
              <a:t>, </a:t>
            </a:r>
            <a:r>
              <a:rPr lang="zh-CN" altLang="en-US" sz="3200" b="1" dirty="0">
                <a:latin typeface="Times New Roman" panose="02020603050405020304" pitchFamily="18" charset="0"/>
                <a:ea typeface="黑体" panose="02010609060101010101" pitchFamily="49" charset="-122"/>
              </a:rPr>
              <a:t>则称迭代是收敛的。</a:t>
            </a:r>
            <a:endParaRPr lang="en-US" altLang="zh-CN" sz="3200" b="1" dirty="0">
              <a:latin typeface="Times New Roman" panose="02020603050405020304" pitchFamily="18" charset="0"/>
              <a:ea typeface="黑体" panose="02010609060101010101" pitchFamily="49" charset="-122"/>
            </a:endParaRPr>
          </a:p>
          <a:p>
            <a:pPr eaLnBrk="0" hangingPunct="0">
              <a:spcBef>
                <a:spcPct val="50000"/>
              </a:spcBef>
            </a:pPr>
            <a:endParaRPr lang="zh-CN" altLang="en-US" sz="3200" b="1" dirty="0">
              <a:solidFill>
                <a:srgbClr val="7030A0"/>
              </a:solidFill>
              <a:latin typeface="Times New Roman" panose="02020603050405020304" pitchFamily="18" charset="0"/>
              <a:ea typeface="宋体" panose="02010600030101010101" pitchFamily="2" charset="-122"/>
            </a:endParaRPr>
          </a:p>
        </p:txBody>
      </p:sp>
      <p:graphicFrame>
        <p:nvGraphicFramePr>
          <p:cNvPr id="4102" name="Object 7"/>
          <p:cNvGraphicFramePr/>
          <p:nvPr/>
        </p:nvGraphicFramePr>
        <p:xfrm>
          <a:off x="6335713" y="4100513"/>
          <a:ext cx="1928812" cy="727075"/>
        </p:xfrm>
        <a:graphic>
          <a:graphicData uri="http://schemas.openxmlformats.org/presentationml/2006/ole">
            <mc:AlternateContent xmlns:mc="http://schemas.openxmlformats.org/markup-compatibility/2006">
              <mc:Choice xmlns:v="urn:schemas-microsoft-com:vml" Requires="v">
                <p:oleObj spid="_x0000_s3078" name="" r:id="rId9" imgW="977900" imgH="368300" progId="Equation.DSMT4">
                  <p:embed/>
                </p:oleObj>
              </mc:Choice>
              <mc:Fallback>
                <p:oleObj name="" r:id="rId9" imgW="977900" imgH="368300" progId="Equation.DSMT4">
                  <p:embed/>
                  <p:pic>
                    <p:nvPicPr>
                      <p:cNvPr id="0" name="图片 3077"/>
                      <p:cNvPicPr/>
                      <p:nvPr/>
                    </p:nvPicPr>
                    <p:blipFill>
                      <a:blip r:embed="rId10"/>
                      <a:stretch>
                        <a:fillRect/>
                      </a:stretch>
                    </p:blipFill>
                    <p:spPr>
                      <a:xfrm>
                        <a:off x="6335713" y="4100513"/>
                        <a:ext cx="1928812" cy="7270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22" presetClass="entr" presetSubtype="8" fill="hold" nodeType="withEffect">
                                  <p:stCondLst>
                                    <p:cond delay="0"/>
                                  </p:stCondLst>
                                  <p:childTnLst>
                                    <p:set>
                                      <p:cBhvr>
                                        <p:cTn id="15" dur="1" fill="hold">
                                          <p:stCondLst>
                                            <p:cond delay="0"/>
                                          </p:stCondLst>
                                        </p:cTn>
                                        <p:tgtEl>
                                          <p:spTgt spid="3076"/>
                                        </p:tgtEl>
                                        <p:attrNameLst>
                                          <p:attrName>style.visibility</p:attrName>
                                        </p:attrNameLst>
                                      </p:cBhvr>
                                      <p:to>
                                        <p:strVal val="visible"/>
                                      </p:to>
                                    </p:set>
                                    <p:animEffect transition="in" filter="wipe(left)">
                                      <p:cBhvr>
                                        <p:cTn id="16" dur="500"/>
                                        <p:tgtEl>
                                          <p:spTgt spid="307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left)">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077"/>
                                        </p:tgtEl>
                                        <p:attrNameLst>
                                          <p:attrName>style.visibility</p:attrName>
                                        </p:attrNameLst>
                                      </p:cBhvr>
                                      <p:to>
                                        <p:strVal val="visible"/>
                                      </p:to>
                                    </p:set>
                                    <p:animEffect transition="in" filter="wipe(left)">
                                      <p:cBhvr>
                                        <p:cTn id="46" dur="500"/>
                                        <p:tgtEl>
                                          <p:spTgt spid="3077"/>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0-#ppt_w/2"/>
                                          </p:val>
                                        </p:tav>
                                        <p:tav tm="100000">
                                          <p:val>
                                            <p:strVal val="#ppt_x"/>
                                          </p:val>
                                        </p:tav>
                                      </p:tavLst>
                                    </p:anim>
                                    <p:anim calcmode="lin" valueType="num">
                                      <p:cBhvr additive="base">
                                        <p:cTn id="55"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par>
                                <p:cTn id="61" presetID="22" presetClass="entr" presetSubtype="8" fill="hold" nodeType="withEffect">
                                  <p:stCondLst>
                                    <p:cond delay="0"/>
                                  </p:stCondLst>
                                  <p:childTnLst>
                                    <p:set>
                                      <p:cBhvr>
                                        <p:cTn id="62" dur="1" fill="hold">
                                          <p:stCondLst>
                                            <p:cond delay="0"/>
                                          </p:stCondLst>
                                        </p:cTn>
                                        <p:tgtEl>
                                          <p:spTgt spid="4102"/>
                                        </p:tgtEl>
                                        <p:attrNameLst>
                                          <p:attrName>style.visibility</p:attrName>
                                        </p:attrNameLst>
                                      </p:cBhvr>
                                      <p:to>
                                        <p:strVal val="visible"/>
                                      </p:to>
                                    </p:set>
                                    <p:animEffect transition="in" filter="wipe(left)">
                                      <p:cBhvr>
                                        <p:cTn id="63" dur="500"/>
                                        <p:tgtEl>
                                          <p:spTgt spid="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0" grpId="0" bldLvl="0" animBg="1"/>
      <p:bldP spid="22" grpId="0"/>
      <p:bldP spid="21" grpId="0" bldLvl="0" animBg="1"/>
      <p:bldP spid="25" grpId="0" bldLvl="0" animBg="1"/>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3569" name="Object 17"/>
          <p:cNvGraphicFramePr/>
          <p:nvPr/>
        </p:nvGraphicFramePr>
        <p:xfrm>
          <a:off x="1958975" y="2028825"/>
          <a:ext cx="4568825" cy="790575"/>
        </p:xfrm>
        <a:graphic>
          <a:graphicData uri="http://schemas.openxmlformats.org/presentationml/2006/ole">
            <mc:AlternateContent xmlns:mc="http://schemas.openxmlformats.org/markup-compatibility/2006">
              <mc:Choice xmlns:v="urn:schemas-microsoft-com:vml" Requires="v">
                <p:oleObj spid="_x0000_s3079" name="" r:id="rId1" imgW="1397000" imgH="241300" progId="Equation.3">
                  <p:embed/>
                </p:oleObj>
              </mc:Choice>
              <mc:Fallback>
                <p:oleObj name="" r:id="rId1" imgW="1397000" imgH="241300" progId="Equation.3">
                  <p:embed/>
                  <p:pic>
                    <p:nvPicPr>
                      <p:cNvPr id="0" name="图片 3078"/>
                      <p:cNvPicPr/>
                      <p:nvPr/>
                    </p:nvPicPr>
                    <p:blipFill>
                      <a:blip r:embed="rId2"/>
                      <a:stretch>
                        <a:fillRect/>
                      </a:stretch>
                    </p:blipFill>
                    <p:spPr>
                      <a:xfrm>
                        <a:off x="1958975" y="2028825"/>
                        <a:ext cx="4568825" cy="790575"/>
                      </a:xfrm>
                      <a:prstGeom prst="rect">
                        <a:avLst/>
                      </a:prstGeom>
                      <a:noFill/>
                      <a:ln w="38100">
                        <a:noFill/>
                        <a:miter/>
                      </a:ln>
                    </p:spPr>
                  </p:pic>
                </p:oleObj>
              </mc:Fallback>
            </mc:AlternateContent>
          </a:graphicData>
        </a:graphic>
      </p:graphicFrame>
      <p:sp>
        <p:nvSpPr>
          <p:cNvPr id="10" name="AutoShape 11"/>
          <p:cNvSpPr/>
          <p:nvPr/>
        </p:nvSpPr>
        <p:spPr>
          <a:xfrm>
            <a:off x="6105525" y="3014663"/>
            <a:ext cx="1785938" cy="500062"/>
          </a:xfrm>
          <a:prstGeom prst="wedgeRectCallout">
            <a:avLst>
              <a:gd name="adj1" fmla="val -36671"/>
              <a:gd name="adj2" fmla="val -94264"/>
            </a:avLst>
          </a:prstGeom>
          <a:solidFill>
            <a:srgbClr val="CCFF99"/>
          </a:solidFill>
          <a:ln w="28575" cap="flat" cmpd="sng">
            <a:solidFill>
              <a:srgbClr val="006600"/>
            </a:solidFill>
            <a:prstDash val="solid"/>
            <a:miter/>
            <a:headEnd type="none" w="med" len="med"/>
            <a:tailEnd type="none" w="med" len="med"/>
          </a:ln>
        </p:spPr>
        <p:txBody>
          <a:bodyPr anchor="t" anchorCtr="0"/>
          <a:p>
            <a:pPr algn="ctr" eaLnBrk="0" hangingPunct="0"/>
            <a:r>
              <a:rPr lang="zh-CN" altLang="en-US" b="1" dirty="0">
                <a:solidFill>
                  <a:srgbClr val="003E00"/>
                </a:solidFill>
                <a:latin typeface="楷体" panose="02010609060101010101" pitchFamily="49" charset="-122"/>
                <a:ea typeface="楷体" panose="02010609060101010101" pitchFamily="49" charset="-122"/>
              </a:rPr>
              <a:t>压缩映像</a:t>
            </a:r>
            <a:endParaRPr lang="zh-CN" altLang="en-US" b="1" dirty="0">
              <a:solidFill>
                <a:srgbClr val="003E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569"/>
                                        </p:tgtEl>
                                        <p:attrNameLst>
                                          <p:attrName>style.visibility</p:attrName>
                                        </p:attrNameLst>
                                      </p:cBhvr>
                                      <p:to>
                                        <p:strVal val="visible"/>
                                      </p:to>
                                    </p:set>
                                    <p:animEffect transition="in" filter="wipe(left)">
                                      <p:cBhvr>
                                        <p:cTn id="7" dur="500"/>
                                        <p:tgtEl>
                                          <p:spTgt spid="235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289" name="Object 1036"/>
          <p:cNvGraphicFramePr/>
          <p:nvPr/>
        </p:nvGraphicFramePr>
        <p:xfrm>
          <a:off x="490538" y="500063"/>
          <a:ext cx="8085137" cy="1550987"/>
        </p:xfrm>
        <a:graphic>
          <a:graphicData uri="http://schemas.openxmlformats.org/presentationml/2006/ole">
            <mc:AlternateContent xmlns:mc="http://schemas.openxmlformats.org/markup-compatibility/2006">
              <mc:Choice xmlns:v="urn:schemas-microsoft-com:vml" Requires="v">
                <p:oleObj spid="_x0000_s3093" name="" r:id="rId1" imgW="3491230" imgH="711200" progId="Equation.DSMT4">
                  <p:embed/>
                </p:oleObj>
              </mc:Choice>
              <mc:Fallback>
                <p:oleObj name="" r:id="rId1" imgW="3491230" imgH="711200" progId="Equation.DSMT4">
                  <p:embed/>
                  <p:pic>
                    <p:nvPicPr>
                      <p:cNvPr id="0" name="图片 3092"/>
                      <p:cNvPicPr/>
                      <p:nvPr/>
                    </p:nvPicPr>
                    <p:blipFill>
                      <a:blip r:embed="rId2"/>
                      <a:stretch>
                        <a:fillRect/>
                      </a:stretch>
                    </p:blipFill>
                    <p:spPr>
                      <a:xfrm>
                        <a:off x="490538" y="500063"/>
                        <a:ext cx="8085137" cy="1550987"/>
                      </a:xfrm>
                      <a:prstGeom prst="rect">
                        <a:avLst/>
                      </a:prstGeom>
                      <a:noFill/>
                      <a:ln w="38100">
                        <a:noFill/>
                        <a:miter/>
                      </a:ln>
                    </p:spPr>
                  </p:pic>
                </p:oleObj>
              </mc:Fallback>
            </mc:AlternateContent>
          </a:graphicData>
        </a:graphic>
      </p:graphicFrame>
      <p:grpSp>
        <p:nvGrpSpPr>
          <p:cNvPr id="2" name="Group 35"/>
          <p:cNvGrpSpPr/>
          <p:nvPr/>
        </p:nvGrpSpPr>
        <p:grpSpPr>
          <a:xfrm>
            <a:off x="457200" y="2438400"/>
            <a:ext cx="8458200" cy="579438"/>
            <a:chOff x="288" y="1536"/>
            <a:chExt cx="5328" cy="365"/>
          </a:xfrm>
        </p:grpSpPr>
        <p:sp>
          <p:nvSpPr>
            <p:cNvPr id="12291" name="Text Box 10"/>
            <p:cNvSpPr txBox="1"/>
            <p:nvPr/>
          </p:nvSpPr>
          <p:spPr>
            <a:xfrm>
              <a:off x="288" y="1536"/>
              <a:ext cx="5328" cy="365"/>
            </a:xfrm>
            <a:prstGeom prst="rect">
              <a:avLst/>
            </a:prstGeom>
            <a:noFill/>
            <a:ln w="9525">
              <a:noFill/>
            </a:ln>
          </p:spPr>
          <p:txBody>
            <a:bodyPr anchor="t" anchorCtr="0">
              <a:spAutoFit/>
            </a:bodyPr>
            <a:p>
              <a:pPr algn="just" eaLnBrk="0" hangingPunct="0">
                <a:spcBef>
                  <a:spcPct val="50000"/>
                </a:spcBef>
              </a:pPr>
              <a:r>
                <a:rPr lang="zh-CN" altLang="en-US" sz="3200" b="1" dirty="0">
                  <a:solidFill>
                    <a:schemeClr val="accent2"/>
                  </a:solidFill>
                  <a:latin typeface="Times New Roman" panose="02020603050405020304" pitchFamily="18" charset="0"/>
                  <a:ea typeface="黑体" panose="02010609060101010101" pitchFamily="49" charset="-122"/>
                </a:rPr>
                <a:t>证</a:t>
              </a:r>
              <a:r>
                <a:rPr lang="zh-CN" altLang="en-US"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若</a:t>
              </a:r>
              <a:r>
                <a:rPr lang="zh-CN" altLang="en-US"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或</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显然</a:t>
              </a:r>
              <a:r>
                <a:rPr lang="zh-CN" altLang="en-US"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有不动点</a:t>
              </a:r>
              <a:endParaRPr lang="zh-CN" altLang="en-US" sz="3200" b="1" dirty="0">
                <a:latin typeface="Times New Roman" panose="02020603050405020304" pitchFamily="18" charset="0"/>
                <a:ea typeface="黑体" panose="02010609060101010101" pitchFamily="49" charset="-122"/>
              </a:endParaRPr>
            </a:p>
          </p:txBody>
        </p:sp>
        <p:graphicFrame>
          <p:nvGraphicFramePr>
            <p:cNvPr id="12292" name="Object 1033"/>
            <p:cNvGraphicFramePr/>
            <p:nvPr/>
          </p:nvGraphicFramePr>
          <p:xfrm>
            <a:off x="949" y="1549"/>
            <a:ext cx="982" cy="349"/>
          </p:xfrm>
          <a:graphic>
            <a:graphicData uri="http://schemas.openxmlformats.org/presentationml/2006/ole">
              <mc:AlternateContent xmlns:mc="http://schemas.openxmlformats.org/markup-compatibility/2006">
                <mc:Choice xmlns:v="urn:schemas-microsoft-com:vml" Requires="v">
                  <p:oleObj spid="_x0000_s3103" name="" r:id="rId3" imgW="570865" imgH="203200" progId="Equation.3">
                    <p:embed/>
                  </p:oleObj>
                </mc:Choice>
                <mc:Fallback>
                  <p:oleObj name="" r:id="rId3" imgW="570865" imgH="203200" progId="Equation.3">
                    <p:embed/>
                    <p:pic>
                      <p:nvPicPr>
                        <p:cNvPr id="0" name="图片 3102"/>
                        <p:cNvPicPr/>
                        <p:nvPr/>
                      </p:nvPicPr>
                      <p:blipFill>
                        <a:blip r:embed="rId4"/>
                        <a:stretch>
                          <a:fillRect/>
                        </a:stretch>
                      </p:blipFill>
                      <p:spPr>
                        <a:xfrm>
                          <a:off x="949" y="1549"/>
                          <a:ext cx="982" cy="349"/>
                        </a:xfrm>
                        <a:prstGeom prst="rect">
                          <a:avLst/>
                        </a:prstGeom>
                        <a:noFill/>
                        <a:ln w="38100">
                          <a:noFill/>
                          <a:miter/>
                        </a:ln>
                      </p:spPr>
                    </p:pic>
                  </p:oleObj>
                </mc:Fallback>
              </mc:AlternateContent>
            </a:graphicData>
          </a:graphic>
        </p:graphicFrame>
        <p:graphicFrame>
          <p:nvGraphicFramePr>
            <p:cNvPr id="12293" name="Object 1034"/>
            <p:cNvGraphicFramePr/>
            <p:nvPr/>
          </p:nvGraphicFramePr>
          <p:xfrm>
            <a:off x="2209" y="1536"/>
            <a:ext cx="959" cy="349"/>
          </p:xfrm>
          <a:graphic>
            <a:graphicData uri="http://schemas.openxmlformats.org/presentationml/2006/ole">
              <mc:AlternateContent xmlns:mc="http://schemas.openxmlformats.org/markup-compatibility/2006">
                <mc:Choice xmlns:v="urn:schemas-microsoft-com:vml" Requires="v">
                  <p:oleObj spid="_x0000_s3099" name="" r:id="rId5" imgW="558165" imgH="203200" progId="Equation.3">
                    <p:embed/>
                  </p:oleObj>
                </mc:Choice>
                <mc:Fallback>
                  <p:oleObj name="" r:id="rId5" imgW="558165" imgH="203200" progId="Equation.3">
                    <p:embed/>
                    <p:pic>
                      <p:nvPicPr>
                        <p:cNvPr id="0" name="图片 3098"/>
                        <p:cNvPicPr/>
                        <p:nvPr/>
                      </p:nvPicPr>
                      <p:blipFill>
                        <a:blip r:embed="rId6"/>
                        <a:stretch>
                          <a:fillRect/>
                        </a:stretch>
                      </p:blipFill>
                      <p:spPr>
                        <a:xfrm>
                          <a:off x="2209" y="1536"/>
                          <a:ext cx="959" cy="349"/>
                        </a:xfrm>
                        <a:prstGeom prst="rect">
                          <a:avLst/>
                        </a:prstGeom>
                        <a:noFill/>
                        <a:ln w="38100">
                          <a:noFill/>
                          <a:miter/>
                        </a:ln>
                      </p:spPr>
                    </p:pic>
                  </p:oleObj>
                </mc:Fallback>
              </mc:AlternateContent>
            </a:graphicData>
          </a:graphic>
        </p:graphicFrame>
        <p:graphicFrame>
          <p:nvGraphicFramePr>
            <p:cNvPr id="12294" name="Object 1035"/>
            <p:cNvGraphicFramePr/>
            <p:nvPr/>
          </p:nvGraphicFramePr>
          <p:xfrm>
            <a:off x="3781" y="1536"/>
            <a:ext cx="589" cy="349"/>
          </p:xfrm>
          <a:graphic>
            <a:graphicData uri="http://schemas.openxmlformats.org/presentationml/2006/ole">
              <mc:AlternateContent xmlns:mc="http://schemas.openxmlformats.org/markup-compatibility/2006">
                <mc:Choice xmlns:v="urn:schemas-microsoft-com:vml" Requires="v">
                  <p:oleObj spid="_x0000_s3096" name="" r:id="rId7" imgW="342900" imgH="203200" progId="Equation.3">
                    <p:embed/>
                  </p:oleObj>
                </mc:Choice>
                <mc:Fallback>
                  <p:oleObj name="" r:id="rId7" imgW="342900" imgH="203200" progId="Equation.3">
                    <p:embed/>
                    <p:pic>
                      <p:nvPicPr>
                        <p:cNvPr id="0" name="图片 3095"/>
                        <p:cNvPicPr/>
                        <p:nvPr/>
                      </p:nvPicPr>
                      <p:blipFill>
                        <a:blip r:embed="rId8"/>
                        <a:stretch>
                          <a:fillRect/>
                        </a:stretch>
                      </p:blipFill>
                      <p:spPr>
                        <a:xfrm>
                          <a:off x="3781" y="1536"/>
                          <a:ext cx="589" cy="349"/>
                        </a:xfrm>
                        <a:prstGeom prst="rect">
                          <a:avLst/>
                        </a:prstGeom>
                        <a:noFill/>
                        <a:ln w="38100">
                          <a:noFill/>
                          <a:miter/>
                        </a:ln>
                      </p:spPr>
                    </p:pic>
                  </p:oleObj>
                </mc:Fallback>
              </mc:AlternateContent>
            </a:graphicData>
          </a:graphic>
        </p:graphicFrame>
      </p:grpSp>
      <p:grpSp>
        <p:nvGrpSpPr>
          <p:cNvPr id="3" name="Group 36"/>
          <p:cNvGrpSpPr/>
          <p:nvPr/>
        </p:nvGrpSpPr>
        <p:grpSpPr>
          <a:xfrm>
            <a:off x="685800" y="3133725"/>
            <a:ext cx="8229600" cy="600075"/>
            <a:chOff x="432" y="1974"/>
            <a:chExt cx="5184" cy="378"/>
          </a:xfrm>
        </p:grpSpPr>
        <p:sp>
          <p:nvSpPr>
            <p:cNvPr id="12296" name="Text Box 15"/>
            <p:cNvSpPr txBox="1"/>
            <p:nvPr/>
          </p:nvSpPr>
          <p:spPr>
            <a:xfrm>
              <a:off x="432" y="1987"/>
              <a:ext cx="5184" cy="365"/>
            </a:xfrm>
            <a:prstGeom prst="rect">
              <a:avLst/>
            </a:prstGeom>
            <a:noFill/>
            <a:ln w="9525">
              <a:noFill/>
            </a:ln>
          </p:spPr>
          <p:txBody>
            <a:bodyPr anchor="t" anchorCtr="0">
              <a:spAutoFit/>
            </a:bodyPr>
            <a:p>
              <a:pPr algn="just" eaLnBrk="0" hangingPunct="0">
                <a:spcBef>
                  <a:spcPct val="50000"/>
                </a:spcBef>
              </a:pPr>
              <a:r>
                <a:rPr lang="zh-CN" altLang="en-US" sz="3200" b="1" dirty="0">
                  <a:latin typeface="Times New Roman" panose="02020603050405020304" pitchFamily="18" charset="0"/>
                  <a:ea typeface="黑体" panose="02010609060101010101" pitchFamily="49" charset="-122"/>
                </a:rPr>
                <a:t>设</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则有</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p:txBody>
        </p:sp>
        <p:graphicFrame>
          <p:nvGraphicFramePr>
            <p:cNvPr id="12297" name="Object 1029"/>
            <p:cNvGraphicFramePr/>
            <p:nvPr/>
          </p:nvGraphicFramePr>
          <p:xfrm>
            <a:off x="853" y="1974"/>
            <a:ext cx="982" cy="349"/>
          </p:xfrm>
          <a:graphic>
            <a:graphicData uri="http://schemas.openxmlformats.org/presentationml/2006/ole">
              <mc:AlternateContent xmlns:mc="http://schemas.openxmlformats.org/markup-compatibility/2006">
                <mc:Choice xmlns:v="urn:schemas-microsoft-com:vml" Requires="v">
                  <p:oleObj spid="_x0000_s3095" name="" r:id="rId9" imgW="570865" imgH="203200" progId="Equation.3">
                    <p:embed/>
                  </p:oleObj>
                </mc:Choice>
                <mc:Fallback>
                  <p:oleObj name="" r:id="rId9" imgW="570865" imgH="203200" progId="Equation.3">
                    <p:embed/>
                    <p:pic>
                      <p:nvPicPr>
                        <p:cNvPr id="0" name="图片 3094"/>
                        <p:cNvPicPr/>
                        <p:nvPr/>
                      </p:nvPicPr>
                      <p:blipFill>
                        <a:blip r:embed="rId10"/>
                        <a:stretch>
                          <a:fillRect/>
                        </a:stretch>
                      </p:blipFill>
                      <p:spPr>
                        <a:xfrm>
                          <a:off x="853" y="1974"/>
                          <a:ext cx="982" cy="349"/>
                        </a:xfrm>
                        <a:prstGeom prst="rect">
                          <a:avLst/>
                        </a:prstGeom>
                        <a:noFill/>
                        <a:ln w="38100">
                          <a:noFill/>
                          <a:miter/>
                        </a:ln>
                      </p:spPr>
                    </p:pic>
                  </p:oleObj>
                </mc:Fallback>
              </mc:AlternateContent>
            </a:graphicData>
          </a:graphic>
        </p:graphicFrame>
        <p:graphicFrame>
          <p:nvGraphicFramePr>
            <p:cNvPr id="12298" name="Object 1030"/>
            <p:cNvGraphicFramePr/>
            <p:nvPr/>
          </p:nvGraphicFramePr>
          <p:xfrm>
            <a:off x="1910" y="1987"/>
            <a:ext cx="959" cy="349"/>
          </p:xfrm>
          <a:graphic>
            <a:graphicData uri="http://schemas.openxmlformats.org/presentationml/2006/ole">
              <mc:AlternateContent xmlns:mc="http://schemas.openxmlformats.org/markup-compatibility/2006">
                <mc:Choice xmlns:v="urn:schemas-microsoft-com:vml" Requires="v">
                  <p:oleObj spid="_x0000_s3097" name="" r:id="rId11" imgW="558165" imgH="203200" progId="Equation.3">
                    <p:embed/>
                  </p:oleObj>
                </mc:Choice>
                <mc:Fallback>
                  <p:oleObj name="" r:id="rId11" imgW="558165" imgH="203200" progId="Equation.3">
                    <p:embed/>
                    <p:pic>
                      <p:nvPicPr>
                        <p:cNvPr id="0" name="图片 3096"/>
                        <p:cNvPicPr/>
                        <p:nvPr/>
                      </p:nvPicPr>
                      <p:blipFill>
                        <a:blip r:embed="rId12"/>
                        <a:stretch>
                          <a:fillRect/>
                        </a:stretch>
                      </p:blipFill>
                      <p:spPr>
                        <a:xfrm>
                          <a:off x="1910" y="1987"/>
                          <a:ext cx="959" cy="349"/>
                        </a:xfrm>
                        <a:prstGeom prst="rect">
                          <a:avLst/>
                        </a:prstGeom>
                        <a:noFill/>
                        <a:ln w="38100">
                          <a:noFill/>
                          <a:miter/>
                        </a:ln>
                      </p:spPr>
                    </p:pic>
                  </p:oleObj>
                </mc:Fallback>
              </mc:AlternateContent>
            </a:graphicData>
          </a:graphic>
        </p:graphicFrame>
        <p:graphicFrame>
          <p:nvGraphicFramePr>
            <p:cNvPr id="12299" name="Object 1031"/>
            <p:cNvGraphicFramePr/>
            <p:nvPr/>
          </p:nvGraphicFramePr>
          <p:xfrm>
            <a:off x="3446" y="1987"/>
            <a:ext cx="981" cy="349"/>
          </p:xfrm>
          <a:graphic>
            <a:graphicData uri="http://schemas.openxmlformats.org/presentationml/2006/ole">
              <mc:AlternateContent xmlns:mc="http://schemas.openxmlformats.org/markup-compatibility/2006">
                <mc:Choice xmlns:v="urn:schemas-microsoft-com:vml" Requires="v">
                  <p:oleObj spid="_x0000_s3098" name="" r:id="rId13" imgW="570865" imgH="203200" progId="Equation.3">
                    <p:embed/>
                  </p:oleObj>
                </mc:Choice>
                <mc:Fallback>
                  <p:oleObj name="" r:id="rId13" imgW="570865" imgH="203200" progId="Equation.3">
                    <p:embed/>
                    <p:pic>
                      <p:nvPicPr>
                        <p:cNvPr id="0" name="图片 3097"/>
                        <p:cNvPicPr/>
                        <p:nvPr/>
                      </p:nvPicPr>
                      <p:blipFill>
                        <a:blip r:embed="rId14"/>
                        <a:stretch>
                          <a:fillRect/>
                        </a:stretch>
                      </p:blipFill>
                      <p:spPr>
                        <a:xfrm>
                          <a:off x="3446" y="1987"/>
                          <a:ext cx="981" cy="349"/>
                        </a:xfrm>
                        <a:prstGeom prst="rect">
                          <a:avLst/>
                        </a:prstGeom>
                        <a:noFill/>
                        <a:ln w="38100">
                          <a:noFill/>
                          <a:miter/>
                        </a:ln>
                      </p:spPr>
                    </p:pic>
                  </p:oleObj>
                </mc:Fallback>
              </mc:AlternateContent>
            </a:graphicData>
          </a:graphic>
        </p:graphicFrame>
        <p:graphicFrame>
          <p:nvGraphicFramePr>
            <p:cNvPr id="12300" name="Object 1032"/>
            <p:cNvGraphicFramePr/>
            <p:nvPr/>
          </p:nvGraphicFramePr>
          <p:xfrm>
            <a:off x="4523" y="1985"/>
            <a:ext cx="960" cy="349"/>
          </p:xfrm>
          <a:graphic>
            <a:graphicData uri="http://schemas.openxmlformats.org/presentationml/2006/ole">
              <mc:AlternateContent xmlns:mc="http://schemas.openxmlformats.org/markup-compatibility/2006">
                <mc:Choice xmlns:v="urn:schemas-microsoft-com:vml" Requires="v">
                  <p:oleObj spid="_x0000_s3094" name="" r:id="rId15" imgW="558165" imgH="203200" progId="Equation.3">
                    <p:embed/>
                  </p:oleObj>
                </mc:Choice>
                <mc:Fallback>
                  <p:oleObj name="" r:id="rId15" imgW="558165" imgH="203200" progId="Equation.3">
                    <p:embed/>
                    <p:pic>
                      <p:nvPicPr>
                        <p:cNvPr id="0" name="图片 3093"/>
                        <p:cNvPicPr/>
                        <p:nvPr/>
                      </p:nvPicPr>
                      <p:blipFill>
                        <a:blip r:embed="rId16"/>
                        <a:stretch>
                          <a:fillRect/>
                        </a:stretch>
                      </p:blipFill>
                      <p:spPr>
                        <a:xfrm>
                          <a:off x="4523" y="1985"/>
                          <a:ext cx="960" cy="349"/>
                        </a:xfrm>
                        <a:prstGeom prst="rect">
                          <a:avLst/>
                        </a:prstGeom>
                        <a:noFill/>
                        <a:ln w="38100">
                          <a:noFill/>
                          <a:miter/>
                        </a:ln>
                      </p:spPr>
                    </p:pic>
                  </p:oleObj>
                </mc:Fallback>
              </mc:AlternateContent>
            </a:graphicData>
          </a:graphic>
        </p:graphicFrame>
      </p:grpSp>
      <p:grpSp>
        <p:nvGrpSpPr>
          <p:cNvPr id="4" name="Group 37"/>
          <p:cNvGrpSpPr/>
          <p:nvPr/>
        </p:nvGrpSpPr>
        <p:grpSpPr>
          <a:xfrm>
            <a:off x="457200" y="3786188"/>
            <a:ext cx="8305800" cy="635000"/>
            <a:chOff x="288" y="2385"/>
            <a:chExt cx="5232" cy="400"/>
          </a:xfrm>
        </p:grpSpPr>
        <p:sp>
          <p:nvSpPr>
            <p:cNvPr id="12302" name="Text Box 21"/>
            <p:cNvSpPr txBox="1"/>
            <p:nvPr/>
          </p:nvSpPr>
          <p:spPr>
            <a:xfrm>
              <a:off x="288" y="2400"/>
              <a:ext cx="5232" cy="365"/>
            </a:xfrm>
            <a:prstGeom prst="rect">
              <a:avLst/>
            </a:prstGeom>
            <a:noFill/>
            <a:ln w="9525">
              <a:noFill/>
            </a:ln>
          </p:spPr>
          <p:txBody>
            <a:bodyPr anchor="t" anchorCtr="0">
              <a:spAutoFit/>
            </a:bodyPr>
            <a:p>
              <a:pPr algn="just" eaLnBrk="0" hangingPunct="0">
                <a:spcBef>
                  <a:spcPct val="50000"/>
                </a:spcBef>
              </a:pPr>
              <a:r>
                <a:rPr lang="zh-CN" altLang="en-US" sz="3200" b="1" dirty="0">
                  <a:latin typeface="Times New Roman" panose="02020603050405020304" pitchFamily="18" charset="0"/>
                  <a:ea typeface="黑体" panose="02010609060101010101" pitchFamily="49" charset="-122"/>
                </a:rPr>
                <a:t>记</a:t>
              </a:r>
              <a:r>
                <a:rPr lang="zh-CN" altLang="en-US"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则有</a:t>
              </a:r>
              <a:endParaRPr lang="zh-CN" altLang="en-US" sz="3200" b="1" dirty="0">
                <a:latin typeface="Times New Roman" panose="02020603050405020304" pitchFamily="18" charset="0"/>
                <a:ea typeface="黑体" panose="02010609060101010101" pitchFamily="49" charset="-122"/>
              </a:endParaRPr>
            </a:p>
          </p:txBody>
        </p:sp>
        <p:graphicFrame>
          <p:nvGraphicFramePr>
            <p:cNvPr id="12303" name="Object 1027"/>
            <p:cNvGraphicFramePr/>
            <p:nvPr/>
          </p:nvGraphicFramePr>
          <p:xfrm>
            <a:off x="759" y="2400"/>
            <a:ext cx="1890" cy="364"/>
          </p:xfrm>
          <a:graphic>
            <a:graphicData uri="http://schemas.openxmlformats.org/presentationml/2006/ole">
              <mc:AlternateContent xmlns:mc="http://schemas.openxmlformats.org/markup-compatibility/2006">
                <mc:Choice xmlns:v="urn:schemas-microsoft-com:vml" Requires="v">
                  <p:oleObj spid="_x0000_s3100" name="" r:id="rId17" imgW="1053465" imgH="203200" progId="Equation.3">
                    <p:embed/>
                  </p:oleObj>
                </mc:Choice>
                <mc:Fallback>
                  <p:oleObj name="" r:id="rId17" imgW="1053465" imgH="203200" progId="Equation.3">
                    <p:embed/>
                    <p:pic>
                      <p:nvPicPr>
                        <p:cNvPr id="0" name="图片 3099"/>
                        <p:cNvPicPr/>
                        <p:nvPr/>
                      </p:nvPicPr>
                      <p:blipFill>
                        <a:blip r:embed="rId18"/>
                        <a:stretch>
                          <a:fillRect/>
                        </a:stretch>
                      </p:blipFill>
                      <p:spPr>
                        <a:xfrm>
                          <a:off x="759" y="2400"/>
                          <a:ext cx="1890" cy="364"/>
                        </a:xfrm>
                        <a:prstGeom prst="rect">
                          <a:avLst/>
                        </a:prstGeom>
                        <a:noFill/>
                        <a:ln w="38100">
                          <a:noFill/>
                          <a:miter/>
                        </a:ln>
                      </p:spPr>
                    </p:pic>
                  </p:oleObj>
                </mc:Fallback>
              </mc:AlternateContent>
            </a:graphicData>
          </a:graphic>
        </p:graphicFrame>
        <p:graphicFrame>
          <p:nvGraphicFramePr>
            <p:cNvPr id="12304" name="Object 1028"/>
            <p:cNvGraphicFramePr/>
            <p:nvPr/>
          </p:nvGraphicFramePr>
          <p:xfrm>
            <a:off x="3252" y="2385"/>
            <a:ext cx="1849" cy="400"/>
          </p:xfrm>
          <a:graphic>
            <a:graphicData uri="http://schemas.openxmlformats.org/presentationml/2006/ole">
              <mc:AlternateContent xmlns:mc="http://schemas.openxmlformats.org/markup-compatibility/2006">
                <mc:Choice xmlns:v="urn:schemas-microsoft-com:vml" Requires="v">
                  <p:oleObj spid="_x0000_s3105" name="" r:id="rId19" imgW="939165" imgH="203200" progId="Equation.3">
                    <p:embed/>
                  </p:oleObj>
                </mc:Choice>
                <mc:Fallback>
                  <p:oleObj name="" r:id="rId19" imgW="939165" imgH="203200" progId="Equation.3">
                    <p:embed/>
                    <p:pic>
                      <p:nvPicPr>
                        <p:cNvPr id="0" name="图片 3104"/>
                        <p:cNvPicPr/>
                        <p:nvPr/>
                      </p:nvPicPr>
                      <p:blipFill>
                        <a:blip r:embed="rId20"/>
                        <a:stretch>
                          <a:fillRect/>
                        </a:stretch>
                      </p:blipFill>
                      <p:spPr>
                        <a:xfrm>
                          <a:off x="3252" y="2385"/>
                          <a:ext cx="1849" cy="400"/>
                        </a:xfrm>
                        <a:prstGeom prst="rect">
                          <a:avLst/>
                        </a:prstGeom>
                        <a:noFill/>
                        <a:ln w="38100">
                          <a:noFill/>
                          <a:miter/>
                        </a:ln>
                      </p:spPr>
                    </p:pic>
                  </p:oleObj>
                </mc:Fallback>
              </mc:AlternateContent>
            </a:graphicData>
          </a:graphic>
        </p:graphicFrame>
      </p:grpSp>
      <p:grpSp>
        <p:nvGrpSpPr>
          <p:cNvPr id="5" name="Group 41"/>
          <p:cNvGrpSpPr/>
          <p:nvPr/>
        </p:nvGrpSpPr>
        <p:grpSpPr>
          <a:xfrm>
            <a:off x="533400" y="4500563"/>
            <a:ext cx="7924800" cy="1392237"/>
            <a:chOff x="336" y="2835"/>
            <a:chExt cx="4992" cy="877"/>
          </a:xfrm>
        </p:grpSpPr>
        <p:sp>
          <p:nvSpPr>
            <p:cNvPr id="12306" name="Text Box 26"/>
            <p:cNvSpPr txBox="1"/>
            <p:nvPr/>
          </p:nvSpPr>
          <p:spPr>
            <a:xfrm>
              <a:off x="336" y="2866"/>
              <a:ext cx="4992" cy="826"/>
            </a:xfrm>
            <a:prstGeom prst="rect">
              <a:avLst/>
            </a:prstGeom>
            <a:noFill/>
            <a:ln w="9525">
              <a:noFill/>
            </a:ln>
          </p:spPr>
          <p:txBody>
            <a:bodyPr anchor="t" anchorCtr="0">
              <a:spAutoFit/>
            </a:bodyPr>
            <a:p>
              <a:pPr algn="just" eaLnBrk="0" hangingPunct="0">
                <a:spcBef>
                  <a:spcPct val="50000"/>
                </a:spcBef>
              </a:pPr>
              <a:r>
                <a:rPr lang="zh-CN" altLang="en-US" sz="3200" b="1" dirty="0">
                  <a:latin typeface="Times New Roman" panose="02020603050405020304" pitchFamily="18" charset="0"/>
                  <a:ea typeface="黑体" panose="02010609060101010101" pitchFamily="49" charset="-122"/>
                </a:rPr>
                <a:t>所以</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存在 </a:t>
              </a:r>
              <a:r>
                <a:rPr lang="en-US" altLang="zh-CN" sz="3200" b="1" i="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使得</a:t>
              </a:r>
              <a:endParaRPr lang="zh-CN" altLang="en-US" sz="3200" b="1" dirty="0">
                <a:latin typeface="Times New Roman" panose="02020603050405020304" pitchFamily="18" charset="0"/>
                <a:ea typeface="黑体" panose="02010609060101010101" pitchFamily="49" charset="-122"/>
              </a:endParaRPr>
            </a:p>
            <a:p>
              <a:pPr algn="just" eaLnBrk="0" hangingPunct="0">
                <a:spcBef>
                  <a:spcPct val="50000"/>
                </a:spcBef>
              </a:pPr>
              <a:r>
                <a:rPr lang="zh-CN" altLang="en-US" sz="3200" b="1" dirty="0">
                  <a:latin typeface="Times New Roman" panose="02020603050405020304" pitchFamily="18" charset="0"/>
                  <a:ea typeface="黑体" panose="02010609060101010101" pitchFamily="49" charset="-122"/>
                </a:rPr>
                <a:t>即</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故</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是          的不动点。</a:t>
              </a:r>
              <a:endParaRPr lang="en-US" altLang="zh-CN" sz="3200" b="1" dirty="0">
                <a:latin typeface="Times New Roman" panose="02020603050405020304" pitchFamily="18" charset="0"/>
                <a:ea typeface="宋体" panose="02010600030101010101" pitchFamily="2" charset="-122"/>
              </a:endParaRPr>
            </a:p>
          </p:txBody>
        </p:sp>
        <p:graphicFrame>
          <p:nvGraphicFramePr>
            <p:cNvPr id="12307" name="Object 1024"/>
            <p:cNvGraphicFramePr/>
            <p:nvPr/>
          </p:nvGraphicFramePr>
          <p:xfrm>
            <a:off x="2340" y="2835"/>
            <a:ext cx="1248" cy="385"/>
          </p:xfrm>
          <a:graphic>
            <a:graphicData uri="http://schemas.openxmlformats.org/presentationml/2006/ole">
              <mc:AlternateContent xmlns:mc="http://schemas.openxmlformats.org/markup-compatibility/2006">
                <mc:Choice xmlns:v="urn:schemas-microsoft-com:vml" Requires="v">
                  <p:oleObj spid="_x0000_s3101" name="" r:id="rId21" imgW="659765" imgH="203200" progId="Equation.3">
                    <p:embed/>
                  </p:oleObj>
                </mc:Choice>
                <mc:Fallback>
                  <p:oleObj name="" r:id="rId21" imgW="659765" imgH="203200" progId="Equation.3">
                    <p:embed/>
                    <p:pic>
                      <p:nvPicPr>
                        <p:cNvPr id="0" name="图片 3100"/>
                        <p:cNvPicPr/>
                        <p:nvPr/>
                      </p:nvPicPr>
                      <p:blipFill>
                        <a:blip r:embed="rId22"/>
                        <a:stretch>
                          <a:fillRect/>
                        </a:stretch>
                      </p:blipFill>
                      <p:spPr>
                        <a:xfrm>
                          <a:off x="2340" y="2835"/>
                          <a:ext cx="1248" cy="385"/>
                        </a:xfrm>
                        <a:prstGeom prst="rect">
                          <a:avLst/>
                        </a:prstGeom>
                        <a:noFill/>
                        <a:ln w="38100">
                          <a:noFill/>
                          <a:miter/>
                        </a:ln>
                      </p:spPr>
                    </p:pic>
                  </p:oleObj>
                </mc:Fallback>
              </mc:AlternateContent>
            </a:graphicData>
          </a:graphic>
        </p:graphicFrame>
        <p:graphicFrame>
          <p:nvGraphicFramePr>
            <p:cNvPr id="12308" name="Object 1025"/>
            <p:cNvGraphicFramePr/>
            <p:nvPr/>
          </p:nvGraphicFramePr>
          <p:xfrm>
            <a:off x="672" y="3264"/>
            <a:ext cx="1416" cy="448"/>
          </p:xfrm>
          <a:graphic>
            <a:graphicData uri="http://schemas.openxmlformats.org/presentationml/2006/ole">
              <mc:AlternateContent xmlns:mc="http://schemas.openxmlformats.org/markup-compatibility/2006">
                <mc:Choice xmlns:v="urn:schemas-microsoft-com:vml" Requires="v">
                  <p:oleObj spid="_x0000_s3104" name="" r:id="rId23" imgW="723900" imgH="228600" progId="Equation.3">
                    <p:embed/>
                  </p:oleObj>
                </mc:Choice>
                <mc:Fallback>
                  <p:oleObj name="" r:id="rId23" imgW="723900" imgH="228600" progId="Equation.3">
                    <p:embed/>
                    <p:pic>
                      <p:nvPicPr>
                        <p:cNvPr id="0" name="图片 3103"/>
                        <p:cNvPicPr/>
                        <p:nvPr/>
                      </p:nvPicPr>
                      <p:blipFill>
                        <a:blip r:embed="rId24"/>
                        <a:stretch>
                          <a:fillRect/>
                        </a:stretch>
                      </p:blipFill>
                      <p:spPr>
                        <a:xfrm>
                          <a:off x="672" y="3264"/>
                          <a:ext cx="1416" cy="448"/>
                        </a:xfrm>
                        <a:prstGeom prst="rect">
                          <a:avLst/>
                        </a:prstGeom>
                        <a:noFill/>
                        <a:ln w="38100">
                          <a:noFill/>
                          <a:miter/>
                        </a:ln>
                      </p:spPr>
                    </p:pic>
                  </p:oleObj>
                </mc:Fallback>
              </mc:AlternateContent>
            </a:graphicData>
          </a:graphic>
        </p:graphicFrame>
        <p:graphicFrame>
          <p:nvGraphicFramePr>
            <p:cNvPr id="12309" name="Object 1026"/>
            <p:cNvGraphicFramePr/>
            <p:nvPr/>
          </p:nvGraphicFramePr>
          <p:xfrm>
            <a:off x="3237" y="3339"/>
            <a:ext cx="624" cy="369"/>
          </p:xfrm>
          <a:graphic>
            <a:graphicData uri="http://schemas.openxmlformats.org/presentationml/2006/ole">
              <mc:AlternateContent xmlns:mc="http://schemas.openxmlformats.org/markup-compatibility/2006">
                <mc:Choice xmlns:v="urn:schemas-microsoft-com:vml" Requires="v">
                  <p:oleObj spid="_x0000_s3102" name="" r:id="rId25" imgW="342900" imgH="203200" progId="Equation.3">
                    <p:embed/>
                  </p:oleObj>
                </mc:Choice>
                <mc:Fallback>
                  <p:oleObj name="" r:id="rId25" imgW="342900" imgH="203200" progId="Equation.3">
                    <p:embed/>
                    <p:pic>
                      <p:nvPicPr>
                        <p:cNvPr id="0" name="图片 3101"/>
                        <p:cNvPicPr/>
                        <p:nvPr/>
                      </p:nvPicPr>
                      <p:blipFill>
                        <a:blip r:embed="rId26"/>
                        <a:stretch>
                          <a:fillRect/>
                        </a:stretch>
                      </p:blipFill>
                      <p:spPr>
                        <a:xfrm>
                          <a:off x="3237" y="3339"/>
                          <a:ext cx="624" cy="369"/>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62" name="Text Box 10"/>
          <p:cNvSpPr txBox="1"/>
          <p:nvPr/>
        </p:nvSpPr>
        <p:spPr>
          <a:xfrm>
            <a:off x="323215" y="3356610"/>
            <a:ext cx="1295400" cy="579438"/>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证</a:t>
            </a:r>
            <a:endParaRPr lang="zh-CN" altLang="en-US" sz="3200" b="1" dirty="0">
              <a:latin typeface="Times New Roman" panose="02020603050405020304" pitchFamily="18" charset="0"/>
              <a:ea typeface="黑体" panose="02010609060101010101" pitchFamily="49" charset="-122"/>
            </a:endParaRPr>
          </a:p>
        </p:txBody>
      </p:sp>
      <p:graphicFrame>
        <p:nvGraphicFramePr>
          <p:cNvPr id="23563" name="Object 11"/>
          <p:cNvGraphicFramePr/>
          <p:nvPr/>
        </p:nvGraphicFramePr>
        <p:xfrm>
          <a:off x="395605" y="4148455"/>
          <a:ext cx="2540000" cy="1393825"/>
        </p:xfrm>
        <a:graphic>
          <a:graphicData uri="http://schemas.openxmlformats.org/presentationml/2006/ole">
            <mc:AlternateContent xmlns:mc="http://schemas.openxmlformats.org/markup-compatibility/2006">
              <mc:Choice xmlns:v="urn:schemas-microsoft-com:vml" Requires="v">
                <p:oleObj spid="_x0000_s3089" name="" r:id="rId1" imgW="901065" imgH="495300" progId="Equation.3">
                  <p:embed/>
                </p:oleObj>
              </mc:Choice>
              <mc:Fallback>
                <p:oleObj name="" r:id="rId1" imgW="901065" imgH="495300" progId="Equation.3">
                  <p:embed/>
                  <p:pic>
                    <p:nvPicPr>
                      <p:cNvPr id="0" name="图片 3088"/>
                      <p:cNvPicPr/>
                      <p:nvPr/>
                    </p:nvPicPr>
                    <p:blipFill>
                      <a:blip r:embed="rId2"/>
                      <a:stretch>
                        <a:fillRect/>
                      </a:stretch>
                    </p:blipFill>
                    <p:spPr>
                      <a:xfrm>
                        <a:off x="395605" y="4148455"/>
                        <a:ext cx="2540000" cy="1393825"/>
                      </a:xfrm>
                      <a:prstGeom prst="rect">
                        <a:avLst/>
                      </a:prstGeom>
                      <a:noFill/>
                      <a:ln w="38100">
                        <a:noFill/>
                        <a:miter/>
                      </a:ln>
                    </p:spPr>
                  </p:pic>
                </p:oleObj>
              </mc:Fallback>
            </mc:AlternateContent>
          </a:graphicData>
        </a:graphic>
      </p:graphicFrame>
      <p:graphicFrame>
        <p:nvGraphicFramePr>
          <p:cNvPr id="23566" name="Object 14"/>
          <p:cNvGraphicFramePr/>
          <p:nvPr/>
        </p:nvGraphicFramePr>
        <p:xfrm>
          <a:off x="3851910" y="4220528"/>
          <a:ext cx="5372100" cy="1885950"/>
        </p:xfrm>
        <a:graphic>
          <a:graphicData uri="http://schemas.openxmlformats.org/presentationml/2006/ole">
            <mc:AlternateContent xmlns:mc="http://schemas.openxmlformats.org/markup-compatibility/2006">
              <mc:Choice xmlns:v="urn:schemas-microsoft-com:vml" Requires="v">
                <p:oleObj spid="_x0000_s3080" name="" r:id="rId3" imgW="1878965" imgH="660400" progId="Equation.DSMT4">
                  <p:embed/>
                </p:oleObj>
              </mc:Choice>
              <mc:Fallback>
                <p:oleObj name="" r:id="rId3" imgW="1878965" imgH="660400" progId="Equation.DSMT4">
                  <p:embed/>
                  <p:pic>
                    <p:nvPicPr>
                      <p:cNvPr id="0" name="图片 3079"/>
                      <p:cNvPicPr/>
                      <p:nvPr/>
                    </p:nvPicPr>
                    <p:blipFill>
                      <a:blip r:embed="rId4"/>
                      <a:stretch>
                        <a:fillRect/>
                      </a:stretch>
                    </p:blipFill>
                    <p:spPr>
                      <a:xfrm>
                        <a:off x="3851910" y="4220528"/>
                        <a:ext cx="5372100" cy="1885950"/>
                      </a:xfrm>
                      <a:prstGeom prst="rect">
                        <a:avLst/>
                      </a:prstGeom>
                      <a:noFill/>
                      <a:ln w="38100">
                        <a:noFill/>
                        <a:miter/>
                      </a:ln>
                    </p:spPr>
                  </p:pic>
                </p:oleObj>
              </mc:Fallback>
            </mc:AlternateContent>
          </a:graphicData>
        </a:graphic>
      </p:graphicFrame>
      <p:graphicFrame>
        <p:nvGraphicFramePr>
          <p:cNvPr id="23569" name="Object 17"/>
          <p:cNvGraphicFramePr/>
          <p:nvPr/>
        </p:nvGraphicFramePr>
        <p:xfrm>
          <a:off x="1763395" y="5615305"/>
          <a:ext cx="4981575" cy="790575"/>
        </p:xfrm>
        <a:graphic>
          <a:graphicData uri="http://schemas.openxmlformats.org/presentationml/2006/ole">
            <mc:AlternateContent xmlns:mc="http://schemas.openxmlformats.org/markup-compatibility/2006">
              <mc:Choice xmlns:v="urn:schemas-microsoft-com:vml" Requires="v">
                <p:oleObj spid="_x0000_s3081" name="" r:id="rId5" imgW="1523365" imgH="241300" progId="Equation.3">
                  <p:embed/>
                </p:oleObj>
              </mc:Choice>
              <mc:Fallback>
                <p:oleObj name="" r:id="rId5" imgW="1523365" imgH="241300" progId="Equation.3">
                  <p:embed/>
                  <p:pic>
                    <p:nvPicPr>
                      <p:cNvPr id="0" name="图片 3080"/>
                      <p:cNvPicPr/>
                      <p:nvPr/>
                    </p:nvPicPr>
                    <p:blipFill>
                      <a:blip r:embed="rId6"/>
                      <a:stretch>
                        <a:fillRect/>
                      </a:stretch>
                    </p:blipFill>
                    <p:spPr>
                      <a:xfrm>
                        <a:off x="1763395" y="5615305"/>
                        <a:ext cx="4981575" cy="790575"/>
                      </a:xfrm>
                      <a:prstGeom prst="rect">
                        <a:avLst/>
                      </a:prstGeom>
                      <a:noFill/>
                      <a:ln w="38100">
                        <a:noFill/>
                        <a:miter/>
                      </a:ln>
                    </p:spPr>
                  </p:pic>
                </p:oleObj>
              </mc:Fallback>
            </mc:AlternateContent>
          </a:graphicData>
        </a:graphic>
      </p:graphicFrame>
      <p:sp>
        <p:nvSpPr>
          <p:cNvPr id="23572" name="Text Box 20"/>
          <p:cNvSpPr txBox="1"/>
          <p:nvPr/>
        </p:nvSpPr>
        <p:spPr>
          <a:xfrm>
            <a:off x="3020060" y="4580890"/>
            <a:ext cx="685800" cy="641350"/>
          </a:xfrm>
          <a:prstGeom prst="rect">
            <a:avLst/>
          </a:prstGeom>
          <a:noFill/>
          <a:ln w="9525">
            <a:noFill/>
          </a:ln>
        </p:spPr>
        <p:txBody>
          <a:bodyPr anchor="t" anchorCtr="0">
            <a:spAutoFit/>
          </a:bodyPr>
          <a:p>
            <a:pPr algn="just" eaLnBrk="0" hangingPunct="0">
              <a:spcBef>
                <a:spcPct val="50000"/>
              </a:spcBef>
            </a:pPr>
            <a:r>
              <a:rPr lang="en-US" altLang="zh-CN" sz="36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600" dirty="0">
              <a:latin typeface="Times New Roman" panose="02020603050405020304" pitchFamily="18" charset="0"/>
              <a:ea typeface="宋体" panose="02010600030101010101" pitchFamily="2" charset="-122"/>
            </a:endParaRPr>
          </a:p>
        </p:txBody>
      </p:sp>
      <p:sp>
        <p:nvSpPr>
          <p:cNvPr id="23574" name="Text Box 22"/>
          <p:cNvSpPr txBox="1"/>
          <p:nvPr/>
        </p:nvSpPr>
        <p:spPr>
          <a:xfrm>
            <a:off x="971550" y="5690235"/>
            <a:ext cx="685800" cy="641350"/>
          </a:xfrm>
          <a:prstGeom prst="rect">
            <a:avLst/>
          </a:prstGeom>
          <a:noFill/>
          <a:ln w="9525">
            <a:noFill/>
          </a:ln>
        </p:spPr>
        <p:txBody>
          <a:bodyPr anchor="t" anchorCtr="0">
            <a:spAutoFit/>
          </a:bodyPr>
          <a:p>
            <a:pPr algn="just" eaLnBrk="0" hangingPunct="0">
              <a:spcBef>
                <a:spcPct val="50000"/>
              </a:spcBef>
            </a:pPr>
            <a:r>
              <a:rPr lang="en-US" altLang="zh-CN" sz="36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600" dirty="0">
              <a:latin typeface="Times New Roman" panose="02020603050405020304" pitchFamily="18" charset="0"/>
              <a:ea typeface="宋体" panose="02010600030101010101" pitchFamily="2" charset="-122"/>
            </a:endParaRPr>
          </a:p>
        </p:txBody>
      </p:sp>
      <p:graphicFrame>
        <p:nvGraphicFramePr>
          <p:cNvPr id="15367" name="Object 1036"/>
          <p:cNvGraphicFramePr/>
          <p:nvPr/>
        </p:nvGraphicFramePr>
        <p:xfrm>
          <a:off x="539115" y="332105"/>
          <a:ext cx="8226425" cy="2938463"/>
        </p:xfrm>
        <a:graphic>
          <a:graphicData uri="http://schemas.openxmlformats.org/presentationml/2006/ole">
            <mc:AlternateContent xmlns:mc="http://schemas.openxmlformats.org/markup-compatibility/2006">
              <mc:Choice xmlns:v="urn:schemas-microsoft-com:vml" Requires="v">
                <p:oleObj spid="_x0000_s3082" name="" r:id="rId7" imgW="3619500" imgH="1371600" progId="Equation.DSMT4">
                  <p:embed/>
                </p:oleObj>
              </mc:Choice>
              <mc:Fallback>
                <p:oleObj name="" r:id="rId7" imgW="3619500" imgH="1371600" progId="Equation.DSMT4">
                  <p:embed/>
                  <p:pic>
                    <p:nvPicPr>
                      <p:cNvPr id="0" name="图片 3081"/>
                      <p:cNvPicPr/>
                      <p:nvPr/>
                    </p:nvPicPr>
                    <p:blipFill>
                      <a:blip r:embed="rId8"/>
                      <a:stretch>
                        <a:fillRect/>
                      </a:stretch>
                    </p:blipFill>
                    <p:spPr>
                      <a:xfrm>
                        <a:off x="539115" y="332105"/>
                        <a:ext cx="8226425" cy="2938463"/>
                      </a:xfrm>
                      <a:prstGeom prst="rect">
                        <a:avLst/>
                      </a:prstGeom>
                      <a:noFill/>
                      <a:ln w="38100">
                        <a:noFill/>
                        <a:miter/>
                      </a:ln>
                    </p:spPr>
                  </p:pic>
                </p:oleObj>
              </mc:Fallback>
            </mc:AlternateContent>
          </a:graphicData>
        </a:graphic>
      </p:graphicFrame>
      <p:sp>
        <p:nvSpPr>
          <p:cNvPr id="10" name="AutoShape 11"/>
          <p:cNvSpPr/>
          <p:nvPr/>
        </p:nvSpPr>
        <p:spPr>
          <a:xfrm>
            <a:off x="6515735" y="6236653"/>
            <a:ext cx="1785938" cy="500062"/>
          </a:xfrm>
          <a:prstGeom prst="wedgeRectCallout">
            <a:avLst>
              <a:gd name="adj1" fmla="val -36671"/>
              <a:gd name="adj2" fmla="val -94264"/>
            </a:avLst>
          </a:prstGeom>
          <a:solidFill>
            <a:srgbClr val="CCFF99"/>
          </a:solidFill>
          <a:ln w="28575" cap="flat" cmpd="sng">
            <a:solidFill>
              <a:srgbClr val="006600"/>
            </a:solidFill>
            <a:prstDash val="solid"/>
            <a:miter/>
            <a:headEnd type="none" w="med" len="med"/>
            <a:tailEnd type="none" w="med" len="med"/>
          </a:ln>
        </p:spPr>
        <p:txBody>
          <a:bodyPr anchor="t" anchorCtr="0"/>
          <a:p>
            <a:pPr algn="ctr" eaLnBrk="0" hangingPunct="0"/>
            <a:r>
              <a:rPr lang="zh-CN" altLang="en-US" sz="2800" b="1" dirty="0">
                <a:solidFill>
                  <a:srgbClr val="003E00"/>
                </a:solidFill>
                <a:latin typeface="楷体" panose="02010609060101010101" pitchFamily="49" charset="-122"/>
                <a:ea typeface="楷体" panose="02010609060101010101" pitchFamily="49" charset="-122"/>
              </a:rPr>
              <a:t>压缩映像</a:t>
            </a:r>
            <a:endParaRPr lang="zh-CN" altLang="en-US" sz="2800" b="1" dirty="0">
              <a:solidFill>
                <a:srgbClr val="003E00"/>
              </a:solidFill>
              <a:latin typeface="楷体" panose="02010609060101010101" pitchFamily="49" charset="-122"/>
              <a:ea typeface="楷体" panose="02010609060101010101" pitchFamily="49" charset="-122"/>
            </a:endParaRPr>
          </a:p>
        </p:txBody>
      </p:sp>
      <p:graphicFrame>
        <p:nvGraphicFramePr>
          <p:cNvPr id="2" name="Object 17"/>
          <p:cNvGraphicFramePr/>
          <p:nvPr/>
        </p:nvGraphicFramePr>
        <p:xfrm>
          <a:off x="1187450" y="3385820"/>
          <a:ext cx="6613525" cy="654050"/>
        </p:xfrm>
        <a:graphic>
          <a:graphicData uri="http://schemas.openxmlformats.org/presentationml/2006/ole">
            <mc:AlternateContent xmlns:mc="http://schemas.openxmlformats.org/markup-compatibility/2006">
              <mc:Choice xmlns:v="urn:schemas-microsoft-com:vml" Requires="v">
                <p:oleObj spid="_x0000_s3" name="" r:id="rId9" imgW="2273300" imgH="228600" progId="Equation.3">
                  <p:embed/>
                </p:oleObj>
              </mc:Choice>
              <mc:Fallback>
                <p:oleObj name="" r:id="rId9" imgW="2273300" imgH="228600" progId="Equation.3">
                  <p:embed/>
                  <p:pic>
                    <p:nvPicPr>
                      <p:cNvPr id="0" name="图片 3080"/>
                      <p:cNvPicPr/>
                      <p:nvPr/>
                    </p:nvPicPr>
                    <p:blipFill>
                      <a:blip r:embed="rId10"/>
                      <a:stretch>
                        <a:fillRect/>
                      </a:stretch>
                    </p:blipFill>
                    <p:spPr>
                      <a:xfrm>
                        <a:off x="1187450" y="3385820"/>
                        <a:ext cx="6613525" cy="6540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62">
                                            <p:txEl>
                                              <p:charRg st="0" end="2"/>
                                            </p:txEl>
                                          </p:spTgt>
                                        </p:tgtEl>
                                        <p:attrNameLst>
                                          <p:attrName>style.visibility</p:attrName>
                                        </p:attrNameLst>
                                      </p:cBhvr>
                                      <p:to>
                                        <p:strVal val="visible"/>
                                      </p:to>
                                    </p:set>
                                    <p:animEffect transition="in" filter="wipe(left)">
                                      <p:cBhvr>
                                        <p:cTn id="7" dur="500"/>
                                        <p:tgtEl>
                                          <p:spTgt spid="23562">
                                            <p:txEl>
                                              <p:charRg st="0"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63"/>
                                        </p:tgtEl>
                                        <p:attrNameLst>
                                          <p:attrName>style.visibility</p:attrName>
                                        </p:attrNameLst>
                                      </p:cBhvr>
                                      <p:to>
                                        <p:strVal val="visible"/>
                                      </p:to>
                                    </p:set>
                                    <p:animEffect transition="in" filter="wipe(left)">
                                      <p:cBhvr>
                                        <p:cTn id="12" dur="500"/>
                                        <p:tgtEl>
                                          <p:spTgt spid="235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72">
                                            <p:txEl>
                                              <p:charRg st="0" end="2"/>
                                            </p:txEl>
                                          </p:spTgt>
                                        </p:tgtEl>
                                        <p:attrNameLst>
                                          <p:attrName>style.visibility</p:attrName>
                                        </p:attrNameLst>
                                      </p:cBhvr>
                                      <p:to>
                                        <p:strVal val="visible"/>
                                      </p:to>
                                    </p:set>
                                    <p:animEffect transition="in" filter="wipe(left)">
                                      <p:cBhvr>
                                        <p:cTn id="17" dur="500"/>
                                        <p:tgtEl>
                                          <p:spTgt spid="23572">
                                            <p:txEl>
                                              <p:charRg st="0"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566"/>
                                        </p:tgtEl>
                                        <p:attrNameLst>
                                          <p:attrName>style.visibility</p:attrName>
                                        </p:attrNameLst>
                                      </p:cBhvr>
                                      <p:to>
                                        <p:strVal val="visible"/>
                                      </p:to>
                                    </p:set>
                                    <p:animEffect transition="in" filter="wipe(left)">
                                      <p:cBhvr>
                                        <p:cTn id="22" dur="500"/>
                                        <p:tgtEl>
                                          <p:spTgt spid="235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574">
                                            <p:txEl>
                                              <p:charRg st="0" end="2"/>
                                            </p:txEl>
                                          </p:spTgt>
                                        </p:tgtEl>
                                        <p:attrNameLst>
                                          <p:attrName>style.visibility</p:attrName>
                                        </p:attrNameLst>
                                      </p:cBhvr>
                                      <p:to>
                                        <p:strVal val="visible"/>
                                      </p:to>
                                    </p:set>
                                    <p:animEffect transition="in" filter="wipe(left)">
                                      <p:cBhvr>
                                        <p:cTn id="27" dur="500"/>
                                        <p:tgtEl>
                                          <p:spTgt spid="23574">
                                            <p:txEl>
                                              <p:charRg st="0"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569"/>
                                        </p:tgtEl>
                                        <p:attrNameLst>
                                          <p:attrName>style.visibility</p:attrName>
                                        </p:attrNameLst>
                                      </p:cBhvr>
                                      <p:to>
                                        <p:strVal val="visible"/>
                                      </p:to>
                                    </p:set>
                                    <p:animEffect transition="in" filter="wipe(left)">
                                      <p:cBhvr>
                                        <p:cTn id="32" dur="500"/>
                                        <p:tgtEl>
                                          <p:spTgt spid="2356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2" grpId="0" build="p"/>
      <p:bldP spid="23572" grpId="0" build="p"/>
      <p:bldP spid="23574" grpId="0" build="p"/>
      <p:bldP spid="10"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385" name="Object 2"/>
          <p:cNvGraphicFramePr/>
          <p:nvPr/>
        </p:nvGraphicFramePr>
        <p:xfrm>
          <a:off x="1227138" y="381000"/>
          <a:ext cx="4171950" cy="690563"/>
        </p:xfrm>
        <a:graphic>
          <a:graphicData uri="http://schemas.openxmlformats.org/presentationml/2006/ole">
            <mc:AlternateContent xmlns:mc="http://schemas.openxmlformats.org/markup-compatibility/2006">
              <mc:Choice xmlns:v="urn:schemas-microsoft-com:vml" Requires="v">
                <p:oleObj spid="_x0000_s3116" name="" r:id="rId1" imgW="1459865" imgH="241300" progId="Equation.3">
                  <p:embed/>
                </p:oleObj>
              </mc:Choice>
              <mc:Fallback>
                <p:oleObj name="" r:id="rId1" imgW="1459865" imgH="241300" progId="Equation.3">
                  <p:embed/>
                  <p:pic>
                    <p:nvPicPr>
                      <p:cNvPr id="0" name="图片 3115"/>
                      <p:cNvPicPr/>
                      <p:nvPr/>
                    </p:nvPicPr>
                    <p:blipFill>
                      <a:blip r:embed="rId2"/>
                      <a:stretch>
                        <a:fillRect/>
                      </a:stretch>
                    </p:blipFill>
                    <p:spPr>
                      <a:xfrm>
                        <a:off x="1227138" y="381000"/>
                        <a:ext cx="4171950" cy="690563"/>
                      </a:xfrm>
                      <a:prstGeom prst="rect">
                        <a:avLst/>
                      </a:prstGeom>
                      <a:noFill/>
                      <a:ln w="38100">
                        <a:noFill/>
                        <a:miter/>
                      </a:ln>
                    </p:spPr>
                  </p:pic>
                </p:oleObj>
              </mc:Fallback>
            </mc:AlternateContent>
          </a:graphicData>
        </a:graphic>
      </p:graphicFrame>
      <p:graphicFrame>
        <p:nvGraphicFramePr>
          <p:cNvPr id="24580" name="Object 4"/>
          <p:cNvGraphicFramePr/>
          <p:nvPr/>
        </p:nvGraphicFramePr>
        <p:xfrm>
          <a:off x="487363" y="1219200"/>
          <a:ext cx="6167437" cy="836613"/>
        </p:xfrm>
        <a:graphic>
          <a:graphicData uri="http://schemas.openxmlformats.org/presentationml/2006/ole">
            <mc:AlternateContent xmlns:mc="http://schemas.openxmlformats.org/markup-compatibility/2006">
              <mc:Choice xmlns:v="urn:schemas-microsoft-com:vml" Requires="v">
                <p:oleObj spid="_x0000_s3115" name="" r:id="rId3" imgW="2158365" imgH="292100" progId="Equation.3">
                  <p:embed/>
                </p:oleObj>
              </mc:Choice>
              <mc:Fallback>
                <p:oleObj name="" r:id="rId3" imgW="2158365" imgH="292100" progId="Equation.3">
                  <p:embed/>
                  <p:pic>
                    <p:nvPicPr>
                      <p:cNvPr id="0" name="图片 3114"/>
                      <p:cNvPicPr/>
                      <p:nvPr/>
                    </p:nvPicPr>
                    <p:blipFill>
                      <a:blip r:embed="rId4"/>
                      <a:stretch>
                        <a:fillRect/>
                      </a:stretch>
                    </p:blipFill>
                    <p:spPr>
                      <a:xfrm>
                        <a:off x="487363" y="1219200"/>
                        <a:ext cx="6167437" cy="836613"/>
                      </a:xfrm>
                      <a:prstGeom prst="rect">
                        <a:avLst/>
                      </a:prstGeom>
                      <a:noFill/>
                      <a:ln w="38100">
                        <a:noFill/>
                        <a:miter/>
                      </a:ln>
                    </p:spPr>
                  </p:pic>
                </p:oleObj>
              </mc:Fallback>
            </mc:AlternateContent>
          </a:graphicData>
        </a:graphic>
      </p:graphicFrame>
      <p:sp>
        <p:nvSpPr>
          <p:cNvPr id="24581" name="Text Box 5"/>
          <p:cNvSpPr txBox="1"/>
          <p:nvPr/>
        </p:nvSpPr>
        <p:spPr>
          <a:xfrm>
            <a:off x="6858000" y="1219200"/>
            <a:ext cx="1981200" cy="579438"/>
          </a:xfrm>
          <a:prstGeom prst="rect">
            <a:avLst/>
          </a:prstGeom>
          <a:noFill/>
          <a:ln w="9525">
            <a:noFill/>
          </a:ln>
        </p:spPr>
        <p:txBody>
          <a:bodyPr anchor="t" anchorCtr="0">
            <a:spAutoFit/>
          </a:bodyPr>
          <a:p>
            <a:pPr>
              <a:spcBef>
                <a:spcPct val="50000"/>
              </a:spcBef>
            </a:pPr>
            <a:r>
              <a:rPr lang="en-US" altLang="zh-CN" sz="3200" b="1" dirty="0">
                <a:latin typeface="Times New Roman" panose="02020603050405020304" pitchFamily="18" charset="0"/>
                <a:ea typeface="宋体" panose="02010600030101010101" pitchFamily="2" charset="-122"/>
              </a:rPr>
              <a:t>( 0&lt;</a:t>
            </a:r>
            <a:r>
              <a:rPr lang="en-US" altLang="zh-CN" sz="3200" b="1" i="1" dirty="0">
                <a:latin typeface="Times New Roman" panose="02020603050405020304" pitchFamily="18" charset="0"/>
                <a:ea typeface="宋体" panose="02010600030101010101" pitchFamily="2" charset="-122"/>
              </a:rPr>
              <a:t>L</a:t>
            </a:r>
            <a:r>
              <a:rPr lang="en-US" altLang="zh-CN" sz="3200" b="1" dirty="0">
                <a:latin typeface="Times New Roman" panose="02020603050405020304" pitchFamily="18" charset="0"/>
                <a:ea typeface="宋体" panose="02010600030101010101" pitchFamily="2" charset="-122"/>
              </a:rPr>
              <a:t>&lt;1 )</a:t>
            </a:r>
            <a:endParaRPr lang="en-US" altLang="zh-CN" sz="3200" b="1" dirty="0">
              <a:latin typeface="Times New Roman" panose="02020603050405020304" pitchFamily="18" charset="0"/>
              <a:ea typeface="宋体" panose="02010600030101010101" pitchFamily="2" charset="-122"/>
            </a:endParaRPr>
          </a:p>
        </p:txBody>
      </p:sp>
      <p:grpSp>
        <p:nvGrpSpPr>
          <p:cNvPr id="2" name="Group 19"/>
          <p:cNvGrpSpPr/>
          <p:nvPr/>
        </p:nvGrpSpPr>
        <p:grpSpPr>
          <a:xfrm>
            <a:off x="457200" y="2133600"/>
            <a:ext cx="7772400" cy="835025"/>
            <a:chOff x="288" y="1344"/>
            <a:chExt cx="4896" cy="526"/>
          </a:xfrm>
        </p:grpSpPr>
        <p:sp>
          <p:nvSpPr>
            <p:cNvPr id="16389" name="Text Box 7"/>
            <p:cNvSpPr txBox="1"/>
            <p:nvPr/>
          </p:nvSpPr>
          <p:spPr>
            <a:xfrm>
              <a:off x="288" y="1392"/>
              <a:ext cx="4896" cy="365"/>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所以</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故迭代格式收敛</a:t>
              </a:r>
              <a:endParaRPr lang="zh-CN" altLang="en-US" sz="3200" b="1" dirty="0">
                <a:latin typeface="Times New Roman" panose="02020603050405020304" pitchFamily="18" charset="0"/>
                <a:ea typeface="黑体" panose="02010609060101010101" pitchFamily="49" charset="-122"/>
              </a:endParaRPr>
            </a:p>
          </p:txBody>
        </p:sp>
        <p:graphicFrame>
          <p:nvGraphicFramePr>
            <p:cNvPr id="16390" name="Object 8"/>
            <p:cNvGraphicFramePr/>
            <p:nvPr/>
          </p:nvGraphicFramePr>
          <p:xfrm>
            <a:off x="1299" y="1344"/>
            <a:ext cx="1325" cy="526"/>
          </p:xfrm>
          <a:graphic>
            <a:graphicData uri="http://schemas.openxmlformats.org/presentationml/2006/ole">
              <mc:AlternateContent xmlns:mc="http://schemas.openxmlformats.org/markup-compatibility/2006">
                <mc:Choice xmlns:v="urn:schemas-microsoft-com:vml" Requires="v">
                  <p:oleObj spid="_x0000_s3114" name="" r:id="rId5" imgW="735965" imgH="292100" progId="Equation.3">
                    <p:embed/>
                  </p:oleObj>
                </mc:Choice>
                <mc:Fallback>
                  <p:oleObj name="" r:id="rId5" imgW="735965" imgH="292100" progId="Equation.3">
                    <p:embed/>
                    <p:pic>
                      <p:nvPicPr>
                        <p:cNvPr id="0" name="图片 3113"/>
                        <p:cNvPicPr/>
                        <p:nvPr/>
                      </p:nvPicPr>
                      <p:blipFill>
                        <a:blip r:embed="rId6"/>
                        <a:stretch>
                          <a:fillRect/>
                        </a:stretch>
                      </p:blipFill>
                      <p:spPr>
                        <a:xfrm>
                          <a:off x="1299" y="1344"/>
                          <a:ext cx="1325" cy="526"/>
                        </a:xfrm>
                        <a:prstGeom prst="rect">
                          <a:avLst/>
                        </a:prstGeom>
                        <a:noFill/>
                        <a:ln w="38100">
                          <a:noFill/>
                          <a:miter/>
                        </a:ln>
                      </p:spPr>
                    </p:pic>
                  </p:oleObj>
                </mc:Fallback>
              </mc:AlternateContent>
            </a:graphicData>
          </a:graphic>
        </p:graphicFrame>
      </p:grpSp>
      <p:graphicFrame>
        <p:nvGraphicFramePr>
          <p:cNvPr id="24585" name="Object 9"/>
          <p:cNvGraphicFramePr/>
          <p:nvPr/>
        </p:nvGraphicFramePr>
        <p:xfrm>
          <a:off x="95250" y="2954338"/>
          <a:ext cx="9109075" cy="1417637"/>
        </p:xfrm>
        <a:graphic>
          <a:graphicData uri="http://schemas.openxmlformats.org/presentationml/2006/ole">
            <mc:AlternateContent xmlns:mc="http://schemas.openxmlformats.org/markup-compatibility/2006">
              <mc:Choice xmlns:v="urn:schemas-microsoft-com:vml" Requires="v">
                <p:oleObj spid="_x0000_s3117" name="" r:id="rId7" imgW="3186430" imgH="495300" progId="Equation.3">
                  <p:embed/>
                </p:oleObj>
              </mc:Choice>
              <mc:Fallback>
                <p:oleObj name="" r:id="rId7" imgW="3186430" imgH="495300" progId="Equation.3">
                  <p:embed/>
                  <p:pic>
                    <p:nvPicPr>
                      <p:cNvPr id="0" name="图片 3116"/>
                      <p:cNvPicPr/>
                      <p:nvPr/>
                    </p:nvPicPr>
                    <p:blipFill>
                      <a:blip r:embed="rId8"/>
                      <a:stretch>
                        <a:fillRect/>
                      </a:stretch>
                    </p:blipFill>
                    <p:spPr>
                      <a:xfrm>
                        <a:off x="95250" y="2954338"/>
                        <a:ext cx="9109075" cy="1417637"/>
                      </a:xfrm>
                      <a:prstGeom prst="rect">
                        <a:avLst/>
                      </a:prstGeom>
                      <a:noFill/>
                      <a:ln w="38100">
                        <a:noFill/>
                        <a:miter/>
                      </a:ln>
                    </p:spPr>
                  </p:pic>
                </p:oleObj>
              </mc:Fallback>
            </mc:AlternateContent>
          </a:graphicData>
        </a:graphic>
      </p:graphicFrame>
      <p:graphicFrame>
        <p:nvGraphicFramePr>
          <p:cNvPr id="24586" name="Object 10"/>
          <p:cNvGraphicFramePr/>
          <p:nvPr/>
        </p:nvGraphicFramePr>
        <p:xfrm>
          <a:off x="2209800" y="4572000"/>
          <a:ext cx="5078413" cy="690563"/>
        </p:xfrm>
        <a:graphic>
          <a:graphicData uri="http://schemas.openxmlformats.org/presentationml/2006/ole">
            <mc:AlternateContent xmlns:mc="http://schemas.openxmlformats.org/markup-compatibility/2006">
              <mc:Choice xmlns:v="urn:schemas-microsoft-com:vml" Requires="v">
                <p:oleObj spid="_x0000_s3118" name="" r:id="rId9" imgW="1777365" imgH="241300" progId="Equation.3">
                  <p:embed/>
                </p:oleObj>
              </mc:Choice>
              <mc:Fallback>
                <p:oleObj name="" r:id="rId9" imgW="1777365" imgH="241300" progId="Equation.3">
                  <p:embed/>
                  <p:pic>
                    <p:nvPicPr>
                      <p:cNvPr id="0" name="图片 3117"/>
                      <p:cNvPicPr/>
                      <p:nvPr/>
                    </p:nvPicPr>
                    <p:blipFill>
                      <a:blip r:embed="rId10"/>
                      <a:stretch>
                        <a:fillRect/>
                      </a:stretch>
                    </p:blipFill>
                    <p:spPr>
                      <a:xfrm>
                        <a:off x="2209800" y="4572000"/>
                        <a:ext cx="5078413" cy="690563"/>
                      </a:xfrm>
                      <a:prstGeom prst="rect">
                        <a:avLst/>
                      </a:prstGeom>
                      <a:noFill/>
                      <a:ln w="38100">
                        <a:noFill/>
                        <a:miter/>
                      </a:ln>
                    </p:spPr>
                  </p:pic>
                </p:oleObj>
              </mc:Fallback>
            </mc:AlternateContent>
          </a:graphicData>
        </a:graphic>
      </p:graphicFrame>
      <p:graphicFrame>
        <p:nvGraphicFramePr>
          <p:cNvPr id="24587" name="Object 11"/>
          <p:cNvGraphicFramePr/>
          <p:nvPr/>
        </p:nvGraphicFramePr>
        <p:xfrm>
          <a:off x="957263" y="5275263"/>
          <a:ext cx="7510462" cy="1125537"/>
        </p:xfrm>
        <a:graphic>
          <a:graphicData uri="http://schemas.openxmlformats.org/presentationml/2006/ole">
            <mc:AlternateContent xmlns:mc="http://schemas.openxmlformats.org/markup-compatibility/2006">
              <mc:Choice xmlns:v="urn:schemas-microsoft-com:vml" Requires="v">
                <p:oleObj spid="_x0000_s3119" name="" r:id="rId11" imgW="2627630" imgH="393700" progId="Equation.DSMT4">
                  <p:embed/>
                </p:oleObj>
              </mc:Choice>
              <mc:Fallback>
                <p:oleObj name="" r:id="rId11" imgW="2627630" imgH="393700" progId="Equation.DSMT4">
                  <p:embed/>
                  <p:pic>
                    <p:nvPicPr>
                      <p:cNvPr id="0" name="图片 3118"/>
                      <p:cNvPicPr/>
                      <p:nvPr/>
                    </p:nvPicPr>
                    <p:blipFill>
                      <a:blip r:embed="rId12"/>
                      <a:stretch>
                        <a:fillRect/>
                      </a:stretch>
                    </p:blipFill>
                    <p:spPr>
                      <a:xfrm>
                        <a:off x="957263" y="5275263"/>
                        <a:ext cx="7510462" cy="1125537"/>
                      </a:xfrm>
                      <a:prstGeom prst="rect">
                        <a:avLst/>
                      </a:prstGeom>
                      <a:noFill/>
                      <a:ln w="38100">
                        <a:noFill/>
                        <a:miter/>
                      </a:ln>
                    </p:spPr>
                  </p:pic>
                </p:oleObj>
              </mc:Fallback>
            </mc:AlternateContent>
          </a:graphicData>
        </a:graphic>
      </p:graphicFrame>
      <p:sp>
        <p:nvSpPr>
          <p:cNvPr id="24593" name="Text Box 17"/>
          <p:cNvSpPr txBox="1"/>
          <p:nvPr/>
        </p:nvSpPr>
        <p:spPr>
          <a:xfrm>
            <a:off x="1143000" y="4572000"/>
            <a:ext cx="914400" cy="641350"/>
          </a:xfrm>
          <a:prstGeom prst="rect">
            <a:avLst/>
          </a:prstGeom>
          <a:noFill/>
          <a:ln w="9525">
            <a:noFill/>
          </a:ln>
        </p:spPr>
        <p:txBody>
          <a:bodyPr anchor="t" anchorCtr="0">
            <a:spAutoFit/>
          </a:bodyPr>
          <a:p>
            <a:pPr algn="just" eaLnBrk="0" hangingPunct="0">
              <a:spcBef>
                <a:spcPct val="50000"/>
              </a:spcBef>
            </a:pPr>
            <a:r>
              <a:rPr lang="en-US" altLang="zh-CN" sz="36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600" dirty="0">
              <a:latin typeface="Times New Roman" panose="02020603050405020304" pitchFamily="18" charset="0"/>
              <a:ea typeface="宋体" panose="02010600030101010101" pitchFamily="2" charset="-122"/>
            </a:endParaRPr>
          </a:p>
        </p:txBody>
      </p:sp>
      <p:sp>
        <p:nvSpPr>
          <p:cNvPr id="24594" name="Text Box 18"/>
          <p:cNvSpPr txBox="1"/>
          <p:nvPr/>
        </p:nvSpPr>
        <p:spPr>
          <a:xfrm>
            <a:off x="250825" y="5516563"/>
            <a:ext cx="914400" cy="641350"/>
          </a:xfrm>
          <a:prstGeom prst="rect">
            <a:avLst/>
          </a:prstGeom>
          <a:noFill/>
          <a:ln w="9525">
            <a:noFill/>
          </a:ln>
        </p:spPr>
        <p:txBody>
          <a:bodyPr anchor="t" anchorCtr="0">
            <a:spAutoFit/>
          </a:bodyPr>
          <a:p>
            <a:pPr algn="just" eaLnBrk="0" hangingPunct="0">
              <a:spcBef>
                <a:spcPct val="50000"/>
              </a:spcBef>
            </a:pPr>
            <a:r>
              <a:rPr lang="en-US" altLang="zh-CN" sz="36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6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left)">
                                      <p:cBhvr>
                                        <p:cTn id="7" dur="50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81">
                                            <p:txEl>
                                              <p:charRg st="0" end="10"/>
                                            </p:txEl>
                                          </p:spTgt>
                                        </p:tgtEl>
                                        <p:attrNameLst>
                                          <p:attrName>style.visibility</p:attrName>
                                        </p:attrNameLst>
                                      </p:cBhvr>
                                      <p:to>
                                        <p:strVal val="visible"/>
                                      </p:to>
                                    </p:set>
                                    <p:animEffect transition="in" filter="wipe(left)">
                                      <p:cBhvr>
                                        <p:cTn id="12" dur="500"/>
                                        <p:tgtEl>
                                          <p:spTgt spid="24581">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585"/>
                                        </p:tgtEl>
                                        <p:attrNameLst>
                                          <p:attrName>style.visibility</p:attrName>
                                        </p:attrNameLst>
                                      </p:cBhvr>
                                      <p:to>
                                        <p:strVal val="visible"/>
                                      </p:to>
                                    </p:set>
                                    <p:animEffect transition="in" filter="wipe(left)">
                                      <p:cBhvr>
                                        <p:cTn id="22" dur="500"/>
                                        <p:tgtEl>
                                          <p:spTgt spid="245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593">
                                            <p:txEl>
                                              <p:charRg st="0" end="2"/>
                                            </p:txEl>
                                          </p:spTgt>
                                        </p:tgtEl>
                                        <p:attrNameLst>
                                          <p:attrName>style.visibility</p:attrName>
                                        </p:attrNameLst>
                                      </p:cBhvr>
                                      <p:to>
                                        <p:strVal val="visible"/>
                                      </p:to>
                                    </p:set>
                                    <p:animEffect transition="in" filter="wipe(left)">
                                      <p:cBhvr>
                                        <p:cTn id="27" dur="500"/>
                                        <p:tgtEl>
                                          <p:spTgt spid="24593">
                                            <p:txEl>
                                              <p:charRg st="0"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586"/>
                                        </p:tgtEl>
                                        <p:attrNameLst>
                                          <p:attrName>style.visibility</p:attrName>
                                        </p:attrNameLst>
                                      </p:cBhvr>
                                      <p:to>
                                        <p:strVal val="visible"/>
                                      </p:to>
                                    </p:set>
                                    <p:animEffect transition="in" filter="wipe(left)">
                                      <p:cBhvr>
                                        <p:cTn id="32" dur="500"/>
                                        <p:tgtEl>
                                          <p:spTgt spid="2458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594">
                                            <p:txEl>
                                              <p:charRg st="0" end="2"/>
                                            </p:txEl>
                                          </p:spTgt>
                                        </p:tgtEl>
                                        <p:attrNameLst>
                                          <p:attrName>style.visibility</p:attrName>
                                        </p:attrNameLst>
                                      </p:cBhvr>
                                      <p:to>
                                        <p:strVal val="visible"/>
                                      </p:to>
                                    </p:set>
                                    <p:animEffect transition="in" filter="wipe(left)">
                                      <p:cBhvr>
                                        <p:cTn id="37" dur="500"/>
                                        <p:tgtEl>
                                          <p:spTgt spid="24594">
                                            <p:txEl>
                                              <p:charRg st="0"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587"/>
                                        </p:tgtEl>
                                        <p:attrNameLst>
                                          <p:attrName>style.visibility</p:attrName>
                                        </p:attrNameLst>
                                      </p:cBhvr>
                                      <p:to>
                                        <p:strVal val="visible"/>
                                      </p:to>
                                    </p:set>
                                    <p:animEffect transition="in" filter="wipe(left)">
                                      <p:cBhvr>
                                        <p:cTn id="42" dur="500"/>
                                        <p:tgtEl>
                                          <p:spTgt spid="24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build="p"/>
      <p:bldP spid="24593" grpId="0" build="p"/>
      <p:bldP spid="2459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TextBox 17"/>
          <p:cNvSpPr txBox="1"/>
          <p:nvPr/>
        </p:nvSpPr>
        <p:spPr>
          <a:xfrm>
            <a:off x="214313" y="0"/>
            <a:ext cx="5715000" cy="584200"/>
          </a:xfrm>
          <a:prstGeom prst="rect">
            <a:avLst/>
          </a:prstGeom>
          <a:noFill/>
          <a:ln w="9525">
            <a:noFill/>
          </a:ln>
        </p:spPr>
        <p:txBody>
          <a:bodyPr anchor="t" anchorCtr="0">
            <a:spAutoFit/>
          </a:bodyPr>
          <a:p>
            <a:r>
              <a:rPr lang="zh-CN" altLang="en-US" sz="3200" b="1" dirty="0">
                <a:latin typeface="楷体" panose="02010609060101010101" pitchFamily="49" charset="-122"/>
                <a:ea typeface="楷体" panose="02010609060101010101" pitchFamily="49" charset="-122"/>
              </a:rPr>
              <a:t>局部收敛定理</a:t>
            </a:r>
            <a:endParaRPr lang="zh-CN" altLang="en-US" sz="3200" b="1" dirty="0">
              <a:latin typeface="楷体" panose="02010609060101010101" pitchFamily="49" charset="-122"/>
              <a:ea typeface="楷体" panose="02010609060101010101" pitchFamily="49" charset="-122"/>
            </a:endParaRPr>
          </a:p>
        </p:txBody>
      </p:sp>
      <p:graphicFrame>
        <p:nvGraphicFramePr>
          <p:cNvPr id="13319" name="Object 4"/>
          <p:cNvGraphicFramePr>
            <a:graphicFrameLocks noChangeAspect="1"/>
          </p:cNvGraphicFramePr>
          <p:nvPr/>
        </p:nvGraphicFramePr>
        <p:xfrm>
          <a:off x="39688" y="836613"/>
          <a:ext cx="8955087" cy="1681162"/>
        </p:xfrm>
        <a:graphic>
          <a:graphicData uri="http://schemas.openxmlformats.org/presentationml/2006/ole">
            <mc:AlternateContent xmlns:mc="http://schemas.openxmlformats.org/markup-compatibility/2006">
              <mc:Choice xmlns:v="urn:schemas-microsoft-com:vml" Requires="v">
                <p:oleObj spid="_x0000_s3113" name="" r:id="rId1" imgW="5537200" imgH="1041400" progId="Equation.DSMT4">
                  <p:embed/>
                </p:oleObj>
              </mc:Choice>
              <mc:Fallback>
                <p:oleObj name="" r:id="rId1" imgW="5537200" imgH="1041400" progId="Equation.DSMT4">
                  <p:embed/>
                  <p:pic>
                    <p:nvPicPr>
                      <p:cNvPr id="0" name="图片 3112"/>
                      <p:cNvPicPr/>
                      <p:nvPr/>
                    </p:nvPicPr>
                    <p:blipFill>
                      <a:blip r:embed="rId2"/>
                      <a:stretch>
                        <a:fillRect/>
                      </a:stretch>
                    </p:blipFill>
                    <p:spPr>
                      <a:xfrm>
                        <a:off x="39688" y="836613"/>
                        <a:ext cx="8955087" cy="1681162"/>
                      </a:xfrm>
                      <a:prstGeom prst="rect">
                        <a:avLst/>
                      </a:prstGeom>
                      <a:noFill/>
                      <a:ln w="38100">
                        <a:noFill/>
                        <a:miter/>
                      </a:ln>
                    </p:spPr>
                  </p:pic>
                </p:oleObj>
              </mc:Fallback>
            </mc:AlternateContent>
          </a:graphicData>
        </a:graphic>
      </p:graphicFrame>
      <p:graphicFrame>
        <p:nvGraphicFramePr>
          <p:cNvPr id="2" name="Object 10"/>
          <p:cNvGraphicFramePr/>
          <p:nvPr/>
        </p:nvGraphicFramePr>
        <p:xfrm>
          <a:off x="157163" y="2786063"/>
          <a:ext cx="8829675" cy="2762250"/>
        </p:xfrm>
        <a:graphic>
          <a:graphicData uri="http://schemas.openxmlformats.org/presentationml/2006/ole">
            <mc:AlternateContent xmlns:mc="http://schemas.openxmlformats.org/markup-compatibility/2006">
              <mc:Choice xmlns:v="urn:schemas-microsoft-com:vml" Requires="v">
                <p:oleObj spid="_x0000_s3120" name="" r:id="rId3" imgW="5029200" imgH="1587500" progId="Equation.DSMT4">
                  <p:embed/>
                </p:oleObj>
              </mc:Choice>
              <mc:Fallback>
                <p:oleObj name="" r:id="rId3" imgW="5029200" imgH="1587500" progId="Equation.DSMT4">
                  <p:embed/>
                  <p:pic>
                    <p:nvPicPr>
                      <p:cNvPr id="0" name="图片 3119"/>
                      <p:cNvPicPr/>
                      <p:nvPr/>
                    </p:nvPicPr>
                    <p:blipFill>
                      <a:blip r:embed="rId4"/>
                      <a:stretch>
                        <a:fillRect/>
                      </a:stretch>
                    </p:blipFill>
                    <p:spPr>
                      <a:xfrm>
                        <a:off x="157163" y="2786063"/>
                        <a:ext cx="8829675" cy="2762250"/>
                      </a:xfrm>
                      <a:prstGeom prst="rect">
                        <a:avLst/>
                      </a:prstGeom>
                      <a:noFill/>
                      <a:ln w="38100">
                        <a:noFill/>
                        <a:miter/>
                      </a:ln>
                    </p:spPr>
                  </p:pic>
                </p:oleObj>
              </mc:Fallback>
            </mc:AlternateContent>
          </a:graphicData>
        </a:graphic>
      </p:graphicFrame>
      <p:sp>
        <p:nvSpPr>
          <p:cNvPr id="21508" name="文本框 99"/>
          <p:cNvSpPr txBox="1"/>
          <p:nvPr/>
        </p:nvSpPr>
        <p:spPr>
          <a:xfrm>
            <a:off x="157480" y="5661025"/>
            <a:ext cx="8592820" cy="829945"/>
          </a:xfrm>
          <a:prstGeom prst="rect">
            <a:avLst/>
          </a:prstGeom>
          <a:noFill/>
          <a:ln w="9525">
            <a:noFill/>
          </a:ln>
        </p:spPr>
        <p:txBody>
          <a:bodyPr wrap="square" anchor="t" anchorCtr="0">
            <a:spAutoFit/>
          </a:bodyPr>
          <a:p>
            <a:r>
              <a:rPr lang="zh-CN" altLang="zh-CN" sz="2400" b="1">
                <a:solidFill>
                  <a:schemeClr val="accent2"/>
                </a:solidFill>
                <a:latin typeface="Times New Roman" panose="02020603050405020304" pitchFamily="18" charset="0"/>
                <a:ea typeface="宋体" panose="02010600030101010101" pitchFamily="2" charset="-122"/>
              </a:rPr>
              <a:t>注释：通常给出的是某一个离</a:t>
            </a:r>
            <a:r>
              <a:rPr lang="en-US" altLang="zh-CN" sz="2400" b="1" i="1">
                <a:solidFill>
                  <a:schemeClr val="accent2"/>
                </a:solidFill>
                <a:latin typeface="Times New Roman" panose="02020603050405020304" pitchFamily="18" charset="0"/>
                <a:ea typeface="宋体" panose="02010600030101010101" pitchFamily="2" charset="-122"/>
              </a:rPr>
              <a:t>x</a:t>
            </a:r>
            <a:r>
              <a:rPr lang="en-US" altLang="zh-CN" sz="2400" b="1" baseline="30000">
                <a:solidFill>
                  <a:schemeClr val="accent2"/>
                </a:solidFill>
                <a:latin typeface="Times New Roman" panose="02020603050405020304" pitchFamily="18" charset="0"/>
                <a:ea typeface="宋体" panose="02010600030101010101" pitchFamily="2" charset="-122"/>
              </a:rPr>
              <a:t>*</a:t>
            </a:r>
            <a:r>
              <a:rPr lang="zh-CN" altLang="zh-CN" sz="2400" b="1">
                <a:solidFill>
                  <a:schemeClr val="accent2"/>
                </a:solidFill>
                <a:latin typeface="Times New Roman" panose="02020603050405020304" pitchFamily="18" charset="0"/>
                <a:ea typeface="宋体" panose="02010600030101010101" pitchFamily="2" charset="-122"/>
              </a:rPr>
              <a:t>很近的初始点</a:t>
            </a:r>
            <a:r>
              <a:rPr lang="en-US" altLang="zh-CN" sz="2400" b="1">
                <a:solidFill>
                  <a:schemeClr val="accent2"/>
                </a:solidFill>
                <a:latin typeface="Times New Roman" panose="02020603050405020304" pitchFamily="18" charset="0"/>
                <a:ea typeface="宋体" panose="02010600030101010101" pitchFamily="2" charset="-122"/>
              </a:rPr>
              <a:t>, </a:t>
            </a:r>
            <a:r>
              <a:rPr lang="zh-CN" altLang="en-US" sz="2400" b="1">
                <a:solidFill>
                  <a:schemeClr val="accent2"/>
                </a:solidFill>
                <a:latin typeface="Times New Roman" panose="02020603050405020304" pitchFamily="18" charset="0"/>
                <a:ea typeface="宋体" panose="02010600030101010101" pitchFamily="2" charset="-122"/>
              </a:rPr>
              <a:t>所以认为初始点在邻域内。</a:t>
            </a:r>
            <a:endParaRPr lang="en-US" altLang="zh-CN" sz="2400" b="1">
              <a:solidFill>
                <a:schemeClr val="accent2"/>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anim calcmode="lin" valueType="num">
                                      <p:cBhvr>
                                        <p:cTn id="7" dur="500" fill="hold"/>
                                        <p:tgtEl>
                                          <p:spTgt spid="13319"/>
                                        </p:tgtEl>
                                        <p:attrNameLst>
                                          <p:attrName>ppt_x</p:attrName>
                                        </p:attrNameLst>
                                      </p:cBhvr>
                                      <p:tavLst>
                                        <p:tav tm="0">
                                          <p:val>
                                            <p:strVal val="0-#ppt_w/2"/>
                                          </p:val>
                                        </p:tav>
                                        <p:tav tm="100000">
                                          <p:val>
                                            <p:strVal val="#ppt_x"/>
                                          </p:val>
                                        </p:tav>
                                      </p:tavLst>
                                    </p:anim>
                                    <p:anim calcmode="lin" valueType="num">
                                      <p:cBhvr>
                                        <p:cTn id="8" dur="500" fill="hold"/>
                                        <p:tgtEl>
                                          <p:spTgt spid="133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ext Box 2"/>
          <p:cNvSpPr txBox="1"/>
          <p:nvPr/>
        </p:nvSpPr>
        <p:spPr>
          <a:xfrm>
            <a:off x="381000" y="304800"/>
            <a:ext cx="8382000" cy="579438"/>
          </a:xfrm>
          <a:prstGeom prst="rect">
            <a:avLst/>
          </a:prstGeom>
          <a:noFill/>
          <a:ln w="9525">
            <a:noFill/>
          </a:ln>
        </p:spPr>
        <p:txBody>
          <a:bodyPr anchor="t" anchorCtr="0">
            <a:spAutoFit/>
          </a:bodyPr>
          <a:p>
            <a:pPr>
              <a:spcBef>
                <a:spcPct val="50000"/>
              </a:spcBef>
              <a:buClr>
                <a:srgbClr val="FF0000"/>
              </a:buClr>
              <a:buFont typeface="Wingdings" panose="05000000000000000000" pitchFamily="2" charset="2"/>
              <a:buChar char="Ø"/>
            </a:pPr>
            <a:r>
              <a:rPr lang="zh-CN" altLang="en-US" sz="3200" b="1" dirty="0">
                <a:solidFill>
                  <a:schemeClr val="accent2"/>
                </a:solidFill>
                <a:latin typeface="Times New Roman" panose="02020603050405020304" pitchFamily="18" charset="0"/>
                <a:ea typeface="黑体" panose="02010609060101010101" pitchFamily="49" charset="-122"/>
              </a:rPr>
              <a:t>收敛速度</a:t>
            </a:r>
            <a:endParaRPr lang="zh-CN" altLang="en-US" sz="3200" b="1" dirty="0">
              <a:solidFill>
                <a:schemeClr val="accent2"/>
              </a:solidFill>
              <a:latin typeface="Times New Roman" panose="02020603050405020304" pitchFamily="18" charset="0"/>
              <a:ea typeface="黑体" panose="02010609060101010101" pitchFamily="49" charset="-122"/>
            </a:endParaRPr>
          </a:p>
        </p:txBody>
      </p:sp>
      <p:sp>
        <p:nvSpPr>
          <p:cNvPr id="24578" name="Text Box 3"/>
          <p:cNvSpPr txBox="1"/>
          <p:nvPr/>
        </p:nvSpPr>
        <p:spPr>
          <a:xfrm>
            <a:off x="304800" y="914400"/>
            <a:ext cx="6400800" cy="579438"/>
          </a:xfrm>
          <a:prstGeom prst="rect">
            <a:avLst/>
          </a:prstGeom>
          <a:noFill/>
          <a:ln w="9525">
            <a:noFill/>
          </a:ln>
        </p:spPr>
        <p:txBody>
          <a:bodyPr anchor="t" anchorCtr="0">
            <a:spAutoFit/>
          </a:bodyPr>
          <a:p>
            <a:pPr>
              <a:spcBef>
                <a:spcPct val="50000"/>
              </a:spcBef>
            </a:pPr>
            <a:r>
              <a:rPr lang="zh-CN" altLang="en-US" sz="3200" b="1" dirty="0">
                <a:latin typeface="黑体" panose="02010609060101010101" pitchFamily="49" charset="-122"/>
                <a:ea typeface="黑体" panose="02010609060101010101" pitchFamily="49" charset="-122"/>
              </a:rPr>
              <a:t>数列的</a:t>
            </a:r>
            <a:r>
              <a:rPr lang="en-US" altLang="zh-CN" sz="3200" b="1" i="1" dirty="0">
                <a:latin typeface="Times New Roman" panose="02020603050405020304" pitchFamily="18" charset="0"/>
                <a:ea typeface="宋体" panose="02010600030101010101" pitchFamily="2" charset="-122"/>
              </a:rPr>
              <a:t>p</a:t>
            </a:r>
            <a:r>
              <a:rPr lang="zh-CN" altLang="en-US" sz="3200" b="1" dirty="0">
                <a:latin typeface="黑体" panose="02010609060101010101" pitchFamily="49" charset="-122"/>
                <a:ea typeface="黑体" panose="02010609060101010101" pitchFamily="49" charset="-122"/>
              </a:rPr>
              <a:t>阶收敛概念</a:t>
            </a:r>
            <a:endParaRPr lang="zh-CN" altLang="en-US" sz="3200" b="1" dirty="0">
              <a:latin typeface="黑体" panose="02010609060101010101" pitchFamily="49" charset="-122"/>
              <a:ea typeface="黑体" panose="02010609060101010101" pitchFamily="49" charset="-122"/>
            </a:endParaRPr>
          </a:p>
        </p:txBody>
      </p:sp>
      <p:grpSp>
        <p:nvGrpSpPr>
          <p:cNvPr id="2" name="Group 16"/>
          <p:cNvGrpSpPr/>
          <p:nvPr/>
        </p:nvGrpSpPr>
        <p:grpSpPr>
          <a:xfrm>
            <a:off x="533400" y="1501775"/>
            <a:ext cx="8001000" cy="836613"/>
            <a:chOff x="336" y="946"/>
            <a:chExt cx="5040" cy="527"/>
          </a:xfrm>
        </p:grpSpPr>
        <p:graphicFrame>
          <p:nvGraphicFramePr>
            <p:cNvPr id="24580" name="Object 6"/>
            <p:cNvGraphicFramePr/>
            <p:nvPr/>
          </p:nvGraphicFramePr>
          <p:xfrm>
            <a:off x="804" y="946"/>
            <a:ext cx="1512" cy="527"/>
          </p:xfrm>
          <a:graphic>
            <a:graphicData uri="http://schemas.openxmlformats.org/presentationml/2006/ole">
              <mc:AlternateContent xmlns:mc="http://schemas.openxmlformats.org/markup-compatibility/2006">
                <mc:Choice xmlns:v="urn:schemas-microsoft-com:vml" Requires="v">
                  <p:oleObj spid="_x0000_s3100" name="" r:id="rId1" imgW="799465" imgH="279400" progId="Equation.3">
                    <p:embed/>
                  </p:oleObj>
                </mc:Choice>
                <mc:Fallback>
                  <p:oleObj name="" r:id="rId1" imgW="799465" imgH="279400" progId="Equation.3">
                    <p:embed/>
                    <p:pic>
                      <p:nvPicPr>
                        <p:cNvPr id="0" name="图片 3099"/>
                        <p:cNvPicPr/>
                        <p:nvPr/>
                      </p:nvPicPr>
                      <p:blipFill>
                        <a:blip r:embed="rId2"/>
                        <a:stretch>
                          <a:fillRect/>
                        </a:stretch>
                      </p:blipFill>
                      <p:spPr>
                        <a:xfrm>
                          <a:off x="804" y="946"/>
                          <a:ext cx="1512" cy="527"/>
                        </a:xfrm>
                        <a:prstGeom prst="rect">
                          <a:avLst/>
                        </a:prstGeom>
                        <a:noFill/>
                        <a:ln w="38100">
                          <a:noFill/>
                          <a:miter/>
                        </a:ln>
                      </p:spPr>
                    </p:pic>
                  </p:oleObj>
                </mc:Fallback>
              </mc:AlternateContent>
            </a:graphicData>
          </a:graphic>
        </p:graphicFrame>
        <p:sp>
          <p:nvSpPr>
            <p:cNvPr id="24581" name="Text Box 7"/>
            <p:cNvSpPr txBox="1"/>
            <p:nvPr/>
          </p:nvSpPr>
          <p:spPr>
            <a:xfrm>
              <a:off x="336" y="960"/>
              <a:ext cx="5040" cy="365"/>
            </a:xfrm>
            <a:prstGeom prst="rect">
              <a:avLst/>
            </a:prstGeom>
            <a:noFill/>
            <a:ln w="9525">
              <a:noFill/>
            </a:ln>
          </p:spPr>
          <p:txBody>
            <a:bodyPr anchor="t" anchorCtr="0">
              <a:spAutoFit/>
            </a:bodyPr>
            <a:p>
              <a:pPr>
                <a:spcBef>
                  <a:spcPct val="50000"/>
                </a:spcBef>
              </a:pPr>
              <a:r>
                <a:rPr lang="zh-CN" altLang="en-US" sz="3200" b="1" dirty="0">
                  <a:latin typeface="黑体" panose="02010609060101010101" pitchFamily="49" charset="-122"/>
                  <a:ea typeface="黑体" panose="02010609060101010101" pitchFamily="49" charset="-122"/>
                </a:rPr>
                <a:t>设</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 </a:t>
              </a:r>
              <a:r>
                <a:rPr lang="zh-CN" altLang="en-US" sz="3200" b="1" dirty="0">
                  <a:latin typeface="黑体" panose="02010609060101010101" pitchFamily="49" charset="-122"/>
                  <a:ea typeface="黑体" panose="02010609060101010101" pitchFamily="49" charset="-122"/>
                </a:rPr>
                <a:t>若存在</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a</a:t>
              </a:r>
              <a:r>
                <a:rPr lang="en-US" altLang="zh-CN" sz="3200" b="1" dirty="0">
                  <a:latin typeface="Times New Roman" panose="02020603050405020304" pitchFamily="18" charset="0"/>
                  <a:ea typeface="宋体" panose="02010600030101010101" pitchFamily="2" charset="-122"/>
                </a:rPr>
                <a:t>&gt;0 , </a:t>
              </a:r>
              <a:r>
                <a:rPr lang="en-US" altLang="zh-CN" sz="3200" b="1" i="1" dirty="0">
                  <a:latin typeface="Times New Roman" panose="02020603050405020304" pitchFamily="18" charset="0"/>
                  <a:ea typeface="宋体" panose="02010600030101010101" pitchFamily="2" charset="-122"/>
                </a:rPr>
                <a:t>p</a:t>
              </a:r>
              <a:r>
                <a:rPr lang="en-US" altLang="zh-CN" sz="3200" b="1" dirty="0">
                  <a:latin typeface="Times New Roman" panose="02020603050405020304" pitchFamily="18" charset="0"/>
                  <a:ea typeface="宋体" panose="02010600030101010101" pitchFamily="2" charset="-122"/>
                </a:rPr>
                <a:t>&gt;=1 </a:t>
              </a:r>
              <a:r>
                <a:rPr lang="zh-CN" altLang="en-US" sz="3200" b="1" dirty="0">
                  <a:latin typeface="黑体" panose="02010609060101010101" pitchFamily="49" charset="-122"/>
                  <a:ea typeface="黑体" panose="02010609060101010101" pitchFamily="49" charset="-122"/>
                </a:rPr>
                <a:t>使得</a:t>
              </a:r>
              <a:endParaRPr lang="zh-CN" altLang="en-US" sz="3200" b="1" dirty="0">
                <a:latin typeface="黑体" panose="02010609060101010101" pitchFamily="49" charset="-122"/>
                <a:ea typeface="黑体" panose="02010609060101010101" pitchFamily="49" charset="-122"/>
              </a:endParaRPr>
            </a:p>
          </p:txBody>
        </p:sp>
      </p:grpSp>
      <p:grpSp>
        <p:nvGrpSpPr>
          <p:cNvPr id="3" name="Group 17"/>
          <p:cNvGrpSpPr/>
          <p:nvPr/>
        </p:nvGrpSpPr>
        <p:grpSpPr>
          <a:xfrm>
            <a:off x="417513" y="2244725"/>
            <a:ext cx="8402637" cy="1262063"/>
            <a:chOff x="263" y="1414"/>
            <a:chExt cx="4900" cy="795"/>
          </a:xfrm>
        </p:grpSpPr>
        <p:graphicFrame>
          <p:nvGraphicFramePr>
            <p:cNvPr id="24583" name="Object 9"/>
            <p:cNvGraphicFramePr/>
            <p:nvPr/>
          </p:nvGraphicFramePr>
          <p:xfrm>
            <a:off x="263" y="1414"/>
            <a:ext cx="2185" cy="795"/>
          </p:xfrm>
          <a:graphic>
            <a:graphicData uri="http://schemas.openxmlformats.org/presentationml/2006/ole">
              <mc:AlternateContent xmlns:mc="http://schemas.openxmlformats.org/markup-compatibility/2006">
                <mc:Choice xmlns:v="urn:schemas-microsoft-com:vml" Requires="v">
                  <p:oleObj spid="_x0000_s3104" name="" r:id="rId3" imgW="1218565" imgH="444500" progId="Equation.DSMT4">
                    <p:embed/>
                  </p:oleObj>
                </mc:Choice>
                <mc:Fallback>
                  <p:oleObj name="" r:id="rId3" imgW="1218565" imgH="444500" progId="Equation.DSMT4">
                    <p:embed/>
                    <p:pic>
                      <p:nvPicPr>
                        <p:cNvPr id="0" name="图片 3103"/>
                        <p:cNvPicPr/>
                        <p:nvPr/>
                      </p:nvPicPr>
                      <p:blipFill>
                        <a:blip r:embed="rId4"/>
                        <a:stretch>
                          <a:fillRect/>
                        </a:stretch>
                      </p:blipFill>
                      <p:spPr>
                        <a:xfrm>
                          <a:off x="263" y="1414"/>
                          <a:ext cx="2185" cy="795"/>
                        </a:xfrm>
                        <a:prstGeom prst="rect">
                          <a:avLst/>
                        </a:prstGeom>
                        <a:noFill/>
                        <a:ln w="38100">
                          <a:noFill/>
                          <a:miter/>
                        </a:ln>
                      </p:spPr>
                    </p:pic>
                  </p:oleObj>
                </mc:Fallback>
              </mc:AlternateContent>
            </a:graphicData>
          </a:graphic>
        </p:graphicFrame>
        <p:sp>
          <p:nvSpPr>
            <p:cNvPr id="24584" name="Text Box 10"/>
            <p:cNvSpPr txBox="1"/>
            <p:nvPr/>
          </p:nvSpPr>
          <p:spPr>
            <a:xfrm>
              <a:off x="2475" y="1666"/>
              <a:ext cx="2688" cy="368"/>
            </a:xfrm>
            <a:prstGeom prst="rect">
              <a:avLst/>
            </a:prstGeom>
            <a:noFill/>
            <a:ln w="9525">
              <a:noFill/>
            </a:ln>
          </p:spPr>
          <p:txBody>
            <a:bodyPr anchor="t" anchorCtr="0">
              <a:spAutoFit/>
            </a:bodyPr>
            <a:p>
              <a:pPr>
                <a:spcBef>
                  <a:spcPct val="50000"/>
                </a:spcBef>
              </a:pPr>
              <a:r>
                <a:rPr lang="zh-CN" altLang="en-US" sz="3200" b="1" dirty="0">
                  <a:latin typeface="黑体" panose="02010609060101010101" pitchFamily="49" charset="-122"/>
                  <a:ea typeface="黑体" panose="02010609060101010101" pitchFamily="49" charset="-122"/>
                </a:rPr>
                <a:t>则称数列</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i="1" baseline="-25000"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 </a:t>
              </a:r>
              <a:r>
                <a:rPr lang="zh-CN" altLang="en-US" sz="3200" b="1" dirty="0">
                  <a:latin typeface="黑体" panose="02010609060101010101" pitchFamily="49" charset="-122"/>
                  <a:ea typeface="黑体" panose="02010609060101010101" pitchFamily="49" charset="-122"/>
                </a:rPr>
                <a:t>为</a:t>
              </a:r>
              <a:r>
                <a:rPr lang="en-US" altLang="zh-CN" sz="3200" b="1" i="1" dirty="0">
                  <a:latin typeface="Times New Roman" panose="02020603050405020304" pitchFamily="18" charset="0"/>
                  <a:ea typeface="宋体" panose="02010600030101010101" pitchFamily="2" charset="-122"/>
                </a:rPr>
                <a:t>p</a:t>
              </a:r>
              <a:r>
                <a:rPr lang="en-US" altLang="zh-CN" sz="3200" b="1" dirty="0">
                  <a:latin typeface="Times New Roman" panose="02020603050405020304" pitchFamily="18" charset="0"/>
                  <a:ea typeface="宋体" panose="02010600030101010101" pitchFamily="2" charset="-122"/>
                </a:rPr>
                <a:t> </a:t>
              </a:r>
              <a:r>
                <a:rPr lang="zh-CN" altLang="en-US" sz="3200" b="1" dirty="0">
                  <a:latin typeface="黑体" panose="02010609060101010101" pitchFamily="49" charset="-122"/>
                  <a:ea typeface="黑体" panose="02010609060101010101" pitchFamily="49" charset="-122"/>
                </a:rPr>
                <a:t>阶收敛。</a:t>
              </a:r>
              <a:endParaRPr lang="en-US" altLang="zh-CN" sz="3200" b="1" dirty="0">
                <a:latin typeface="Times New Roman" panose="02020603050405020304" pitchFamily="18" charset="0"/>
                <a:ea typeface="宋体" panose="02010600030101010101" pitchFamily="2" charset="-122"/>
              </a:endParaRPr>
            </a:p>
          </p:txBody>
        </p:sp>
      </p:grpSp>
      <p:sp>
        <p:nvSpPr>
          <p:cNvPr id="26635" name="Text Box 11"/>
          <p:cNvSpPr txBox="1"/>
          <p:nvPr/>
        </p:nvSpPr>
        <p:spPr>
          <a:xfrm>
            <a:off x="304800" y="3657600"/>
            <a:ext cx="8659813" cy="2062163"/>
          </a:xfrm>
          <a:prstGeom prst="rect">
            <a:avLst/>
          </a:prstGeom>
          <a:noFill/>
          <a:ln w="9525">
            <a:noFill/>
          </a:ln>
        </p:spPr>
        <p:txBody>
          <a:bodyPr anchor="t" anchorCtr="0">
            <a:spAutoFit/>
          </a:bodyPr>
          <a:p>
            <a:pPr>
              <a:spcBef>
                <a:spcPct val="50000"/>
              </a:spcBef>
            </a:pPr>
            <a:r>
              <a:rPr lang="zh-CN" altLang="en-US" sz="3200" b="1" dirty="0">
                <a:latin typeface="黑体" panose="02010609060101010101" pitchFamily="49" charset="-122"/>
                <a:ea typeface="黑体" panose="02010609060101010101" pitchFamily="49" charset="-122"/>
              </a:rPr>
              <a:t>特别</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 (1)  </a:t>
            </a:r>
            <a:r>
              <a:rPr lang="zh-CN" altLang="en-US" sz="3200" b="1" dirty="0">
                <a:latin typeface="黑体" panose="02010609060101010101" pitchFamily="49" charset="-122"/>
                <a:ea typeface="黑体" panose="02010609060101010101" pitchFamily="49" charset="-122"/>
                <a:sym typeface="Wingdings" panose="05000000000000000000" pitchFamily="2" charset="2"/>
              </a:rPr>
              <a:t>收敛阶</a:t>
            </a:r>
            <a:r>
              <a:rPr lang="en-US" altLang="zh-CN" sz="3200" b="1" i="1" dirty="0">
                <a:latin typeface="Times New Roman" panose="02020603050405020304" pitchFamily="18" charset="0"/>
                <a:ea typeface="宋体" panose="02010600030101010101" pitchFamily="2" charset="-122"/>
              </a:rPr>
              <a:t>p </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=1(</a:t>
            </a:r>
            <a:r>
              <a:rPr lang="en-US" altLang="zh-CN" sz="3200" b="1" i="1" dirty="0">
                <a:latin typeface="Times New Roman" panose="02020603050405020304" pitchFamily="18" charset="0"/>
                <a:ea typeface="宋体" panose="02010600030101010101" pitchFamily="2" charset="-122"/>
                <a:sym typeface="Wingdings" panose="05000000000000000000" pitchFamily="2" charset="2"/>
              </a:rPr>
              <a:t>a</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&lt;1)</a:t>
            </a:r>
            <a:r>
              <a:rPr lang="zh-CN" altLang="en-US" sz="3200" b="1" dirty="0">
                <a:latin typeface="黑体" panose="02010609060101010101" pitchFamily="49" charset="-122"/>
                <a:ea typeface="黑体" panose="02010609060101010101" pitchFamily="49" charset="-122"/>
                <a:sym typeface="Wingdings" panose="05000000000000000000" pitchFamily="2" charset="2"/>
              </a:rPr>
              <a:t>时</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a:t>
            </a:r>
            <a:r>
              <a:rPr lang="zh-CN" altLang="en-US" sz="3200" b="1" dirty="0">
                <a:latin typeface="黑体" panose="02010609060101010101" pitchFamily="49" charset="-122"/>
                <a:ea typeface="黑体" panose="02010609060101010101" pitchFamily="49" charset="-122"/>
                <a:sym typeface="Wingdings" panose="05000000000000000000" pitchFamily="2" charset="2"/>
              </a:rPr>
              <a:t>称为线性收敛</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200" b="1" dirty="0">
              <a:latin typeface="Times New Roman" panose="02020603050405020304" pitchFamily="18" charset="0"/>
              <a:ea typeface="宋体" panose="02010600030101010101" pitchFamily="2" charset="-122"/>
              <a:sym typeface="Wingdings" panose="05000000000000000000" pitchFamily="2" charset="2"/>
            </a:endParaRPr>
          </a:p>
          <a:p>
            <a:pPr>
              <a:spcBef>
                <a:spcPct val="50000"/>
              </a:spcBef>
            </a:pPr>
            <a:r>
              <a:rPr lang="en-US" altLang="zh-CN" sz="3200" b="1" dirty="0">
                <a:latin typeface="Times New Roman" panose="02020603050405020304" pitchFamily="18" charset="0"/>
                <a:ea typeface="宋体" panose="02010600030101010101" pitchFamily="2" charset="-122"/>
                <a:sym typeface="Wingdings" panose="05000000000000000000" pitchFamily="2" charset="2"/>
              </a:rPr>
              <a:t>           (2)  </a:t>
            </a:r>
            <a:r>
              <a:rPr lang="zh-CN" altLang="en-US" sz="3200" b="1" dirty="0">
                <a:latin typeface="黑体" panose="02010609060101010101" pitchFamily="49" charset="-122"/>
                <a:ea typeface="黑体" panose="02010609060101010101" pitchFamily="49" charset="-122"/>
                <a:sym typeface="Wingdings" panose="05000000000000000000" pitchFamily="2" charset="2"/>
              </a:rPr>
              <a:t>收敛阶</a:t>
            </a:r>
            <a:r>
              <a:rPr lang="en-US" altLang="zh-CN" sz="3200" b="1" i="1" dirty="0">
                <a:latin typeface="Times New Roman" panose="02020603050405020304" pitchFamily="18" charset="0"/>
                <a:ea typeface="宋体" panose="02010600030101010101" pitchFamily="2" charset="-122"/>
              </a:rPr>
              <a:t>p </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&gt;1</a:t>
            </a:r>
            <a:r>
              <a:rPr lang="zh-CN" altLang="en-US" sz="3200" b="1" dirty="0">
                <a:latin typeface="黑体" panose="02010609060101010101" pitchFamily="49" charset="-122"/>
                <a:ea typeface="黑体" panose="02010609060101010101" pitchFamily="49" charset="-122"/>
                <a:sym typeface="Wingdings" panose="05000000000000000000" pitchFamily="2" charset="2"/>
              </a:rPr>
              <a:t>时</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a:t>
            </a:r>
            <a:r>
              <a:rPr lang="zh-CN" altLang="en-US" sz="3200" b="1" dirty="0">
                <a:latin typeface="黑体" panose="02010609060101010101" pitchFamily="49" charset="-122"/>
                <a:ea typeface="黑体" panose="02010609060101010101" pitchFamily="49" charset="-122"/>
                <a:sym typeface="Wingdings" panose="05000000000000000000" pitchFamily="2" charset="2"/>
              </a:rPr>
              <a:t>称为超线性收敛</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200" b="1" dirty="0">
              <a:latin typeface="Times New Roman" panose="02020603050405020304" pitchFamily="18" charset="0"/>
              <a:ea typeface="宋体" panose="02010600030101010101" pitchFamily="2" charset="-122"/>
              <a:sym typeface="Wingdings" panose="05000000000000000000" pitchFamily="2" charset="2"/>
            </a:endParaRPr>
          </a:p>
          <a:p>
            <a:pPr>
              <a:spcBef>
                <a:spcPct val="50000"/>
              </a:spcBef>
            </a:pPr>
            <a:r>
              <a:rPr lang="en-US" altLang="zh-CN" sz="3200" b="1" dirty="0">
                <a:latin typeface="Times New Roman" panose="02020603050405020304" pitchFamily="18" charset="0"/>
                <a:ea typeface="宋体" panose="02010600030101010101" pitchFamily="2" charset="-122"/>
                <a:sym typeface="Wingdings" panose="05000000000000000000" pitchFamily="2" charset="2"/>
              </a:rPr>
              <a:t>           (3)  </a:t>
            </a:r>
            <a:r>
              <a:rPr lang="zh-CN" altLang="en-US" sz="3200" b="1" dirty="0">
                <a:latin typeface="黑体" panose="02010609060101010101" pitchFamily="49" charset="-122"/>
                <a:ea typeface="黑体" panose="02010609060101010101" pitchFamily="49" charset="-122"/>
                <a:sym typeface="Wingdings" panose="05000000000000000000" pitchFamily="2" charset="2"/>
              </a:rPr>
              <a:t>收敛阶</a:t>
            </a:r>
            <a:r>
              <a:rPr lang="en-US" altLang="zh-CN" sz="3200" b="1" i="1" dirty="0">
                <a:latin typeface="Times New Roman" panose="02020603050405020304" pitchFamily="18" charset="0"/>
                <a:ea typeface="宋体" panose="02010600030101010101" pitchFamily="2" charset="-122"/>
              </a:rPr>
              <a:t>p </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=2 </a:t>
            </a:r>
            <a:r>
              <a:rPr lang="zh-CN" altLang="en-US" sz="3200" b="1" dirty="0">
                <a:latin typeface="黑体" panose="02010609060101010101" pitchFamily="49" charset="-122"/>
                <a:ea typeface="黑体" panose="02010609060101010101" pitchFamily="49" charset="-122"/>
                <a:sym typeface="Wingdings" panose="05000000000000000000" pitchFamily="2" charset="2"/>
              </a:rPr>
              <a:t>时</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a:t>
            </a:r>
            <a:r>
              <a:rPr lang="zh-CN" altLang="en-US" sz="3200" b="1" dirty="0">
                <a:latin typeface="黑体" panose="02010609060101010101" pitchFamily="49" charset="-122"/>
                <a:ea typeface="黑体" panose="02010609060101010101" pitchFamily="49" charset="-122"/>
                <a:sym typeface="Wingdings" panose="05000000000000000000" pitchFamily="2" charset="2"/>
              </a:rPr>
              <a:t>称为平方收敛。</a:t>
            </a:r>
            <a:endParaRPr lang="zh-CN" altLang="en-US" sz="3200" b="1" dirty="0">
              <a:latin typeface="黑体" panose="02010609060101010101" pitchFamily="49" charset="-122"/>
              <a:ea typeface="黑体" panose="02010609060101010101" pitchFamily="49" charset="-122"/>
              <a:sym typeface="Wingdings" panose="05000000000000000000" pitchFamily="2" charset="2"/>
            </a:endParaRPr>
          </a:p>
        </p:txBody>
      </p:sp>
      <p:sp>
        <p:nvSpPr>
          <p:cNvPr id="26636" name="Text Box 12"/>
          <p:cNvSpPr txBox="1"/>
          <p:nvPr/>
        </p:nvSpPr>
        <p:spPr>
          <a:xfrm>
            <a:off x="785813" y="5843588"/>
            <a:ext cx="8215312" cy="585787"/>
          </a:xfrm>
          <a:prstGeom prst="rect">
            <a:avLst/>
          </a:prstGeom>
          <a:noFill/>
          <a:ln w="9525">
            <a:noFill/>
          </a:ln>
        </p:spPr>
        <p:txBody>
          <a:bodyPr anchor="t" anchorCtr="0">
            <a:spAutoFit/>
          </a:bodyPr>
          <a:p>
            <a:pPr>
              <a:spcBef>
                <a:spcPct val="50000"/>
              </a:spcBef>
            </a:pPr>
            <a:r>
              <a:rPr lang="zh-CN" altLang="en-US" sz="3200" b="1" dirty="0">
                <a:latin typeface="黑体" panose="02010609060101010101" pitchFamily="49" charset="-122"/>
                <a:ea typeface="黑体" panose="02010609060101010101" pitchFamily="49" charset="-122"/>
              </a:rPr>
              <a:t>序列的收敛阶数越高</a:t>
            </a:r>
            <a:r>
              <a:rPr lang="en-US" altLang="zh-CN" sz="3200" b="1" dirty="0">
                <a:latin typeface="Times New Roman" panose="02020603050405020304" pitchFamily="18" charset="0"/>
                <a:ea typeface="宋体" panose="02010600030101010101" pitchFamily="2" charset="-122"/>
                <a:sym typeface="Wingdings" panose="05000000000000000000" pitchFamily="2" charset="2"/>
              </a:rPr>
              <a:t>, </a:t>
            </a:r>
            <a:r>
              <a:rPr lang="zh-CN" altLang="en-US" sz="3200" b="1" dirty="0">
                <a:latin typeface="黑体" panose="02010609060101010101" pitchFamily="49" charset="-122"/>
                <a:ea typeface="黑体" panose="02010609060101010101" pitchFamily="49" charset="-122"/>
              </a:rPr>
              <a:t>则收敛速度越快。</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35">
                                            <p:txEl>
                                              <p:charRg st="0" end="31"/>
                                            </p:txEl>
                                          </p:spTgt>
                                        </p:tgtEl>
                                        <p:attrNameLst>
                                          <p:attrName>style.visibility</p:attrName>
                                        </p:attrNameLst>
                                      </p:cBhvr>
                                      <p:to>
                                        <p:strVal val="visible"/>
                                      </p:to>
                                    </p:set>
                                    <p:animEffect transition="in" filter="wipe(left)">
                                      <p:cBhvr>
                                        <p:cTn id="17" dur="500"/>
                                        <p:tgtEl>
                                          <p:spTgt spid="26635">
                                            <p:txEl>
                                              <p:charRg st="0" end="3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635">
                                            <p:txEl>
                                              <p:charRg st="31" end="65"/>
                                            </p:txEl>
                                          </p:spTgt>
                                        </p:tgtEl>
                                        <p:attrNameLst>
                                          <p:attrName>style.visibility</p:attrName>
                                        </p:attrNameLst>
                                      </p:cBhvr>
                                      <p:to>
                                        <p:strVal val="visible"/>
                                      </p:to>
                                    </p:set>
                                    <p:animEffect transition="in" filter="wipe(left)">
                                      <p:cBhvr>
                                        <p:cTn id="22" dur="500"/>
                                        <p:tgtEl>
                                          <p:spTgt spid="26635">
                                            <p:txEl>
                                              <p:charRg st="31" end="6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35">
                                            <p:txEl>
                                              <p:charRg st="65" end="99"/>
                                            </p:txEl>
                                          </p:spTgt>
                                        </p:tgtEl>
                                        <p:attrNameLst>
                                          <p:attrName>style.visibility</p:attrName>
                                        </p:attrNameLst>
                                      </p:cBhvr>
                                      <p:to>
                                        <p:strVal val="visible"/>
                                      </p:to>
                                    </p:set>
                                    <p:animEffect transition="in" filter="wipe(left)">
                                      <p:cBhvr>
                                        <p:cTn id="27" dur="500"/>
                                        <p:tgtEl>
                                          <p:spTgt spid="26635">
                                            <p:txEl>
                                              <p:charRg st="65" end="9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36">
                                            <p:txEl>
                                              <p:charRg st="0" end="20"/>
                                            </p:txEl>
                                          </p:spTgt>
                                        </p:tgtEl>
                                        <p:attrNameLst>
                                          <p:attrName>style.visibility</p:attrName>
                                        </p:attrNameLst>
                                      </p:cBhvr>
                                      <p:to>
                                        <p:strVal val="visible"/>
                                      </p:to>
                                    </p:set>
                                    <p:animEffect transition="in" filter="wipe(left)">
                                      <p:cBhvr>
                                        <p:cTn id="32" dur="500"/>
                                        <p:tgtEl>
                                          <p:spTgt spid="26636">
                                            <p:txEl>
                                              <p:charRg st="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5" grpId="0" build="p"/>
      <p:bldP spid="2663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ext Box 2"/>
          <p:cNvSpPr txBox="1"/>
          <p:nvPr/>
        </p:nvSpPr>
        <p:spPr>
          <a:xfrm>
            <a:off x="381000" y="304800"/>
            <a:ext cx="8229600" cy="579438"/>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定理</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设</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是</a:t>
            </a:r>
            <a:r>
              <a:rPr lang="zh-CN" altLang="en-US"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的不动点</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且</a:t>
            </a:r>
            <a:endParaRPr lang="zh-CN" altLang="en-US" sz="3200" b="1" dirty="0">
              <a:latin typeface="Times New Roman" panose="02020603050405020304" pitchFamily="18" charset="0"/>
              <a:ea typeface="黑体" panose="02010609060101010101" pitchFamily="49" charset="-122"/>
            </a:endParaRPr>
          </a:p>
        </p:txBody>
      </p:sp>
      <p:graphicFrame>
        <p:nvGraphicFramePr>
          <p:cNvPr id="27650" name="Object 3"/>
          <p:cNvGraphicFramePr/>
          <p:nvPr/>
        </p:nvGraphicFramePr>
        <p:xfrm>
          <a:off x="2771775" y="304800"/>
          <a:ext cx="914400" cy="561975"/>
        </p:xfrm>
        <a:graphic>
          <a:graphicData uri="http://schemas.openxmlformats.org/presentationml/2006/ole">
            <mc:AlternateContent xmlns:mc="http://schemas.openxmlformats.org/markup-compatibility/2006">
              <mc:Choice xmlns:v="urn:schemas-microsoft-com:vml" Requires="v">
                <p:oleObj spid="_x0000_s3101" name="" r:id="rId1" imgW="330200" imgH="203200" progId="Equation.3">
                  <p:embed/>
                </p:oleObj>
              </mc:Choice>
              <mc:Fallback>
                <p:oleObj name="" r:id="rId1" imgW="330200" imgH="203200" progId="Equation.3">
                  <p:embed/>
                  <p:pic>
                    <p:nvPicPr>
                      <p:cNvPr id="0" name="图片 3100"/>
                      <p:cNvPicPr/>
                      <p:nvPr/>
                    </p:nvPicPr>
                    <p:blipFill>
                      <a:blip r:embed="rId2"/>
                      <a:stretch>
                        <a:fillRect/>
                      </a:stretch>
                    </p:blipFill>
                    <p:spPr>
                      <a:xfrm>
                        <a:off x="2771775" y="304800"/>
                        <a:ext cx="914400" cy="561975"/>
                      </a:xfrm>
                      <a:prstGeom prst="rect">
                        <a:avLst/>
                      </a:prstGeom>
                      <a:noFill/>
                      <a:ln w="38100">
                        <a:noFill/>
                        <a:miter/>
                      </a:ln>
                    </p:spPr>
                  </p:pic>
                </p:oleObj>
              </mc:Fallback>
            </mc:AlternateContent>
          </a:graphicData>
        </a:graphic>
      </p:graphicFrame>
      <p:graphicFrame>
        <p:nvGraphicFramePr>
          <p:cNvPr id="27651" name="Object 4"/>
          <p:cNvGraphicFramePr/>
          <p:nvPr/>
        </p:nvGraphicFramePr>
        <p:xfrm>
          <a:off x="1003300" y="914400"/>
          <a:ext cx="6435725" cy="631825"/>
        </p:xfrm>
        <a:graphic>
          <a:graphicData uri="http://schemas.openxmlformats.org/presentationml/2006/ole">
            <mc:AlternateContent xmlns:mc="http://schemas.openxmlformats.org/markup-compatibility/2006">
              <mc:Choice xmlns:v="urn:schemas-microsoft-com:vml" Requires="v">
                <p:oleObj spid="_x0000_s3102" name="" r:id="rId3" imgW="2324100" imgH="228600" progId="Equation.3">
                  <p:embed/>
                </p:oleObj>
              </mc:Choice>
              <mc:Fallback>
                <p:oleObj name="" r:id="rId3" imgW="2324100" imgH="228600" progId="Equation.3">
                  <p:embed/>
                  <p:pic>
                    <p:nvPicPr>
                      <p:cNvPr id="0" name="图片 3101"/>
                      <p:cNvPicPr/>
                      <p:nvPr/>
                    </p:nvPicPr>
                    <p:blipFill>
                      <a:blip r:embed="rId4"/>
                      <a:stretch>
                        <a:fillRect/>
                      </a:stretch>
                    </p:blipFill>
                    <p:spPr>
                      <a:xfrm>
                        <a:off x="1003300" y="914400"/>
                        <a:ext cx="6435725" cy="631825"/>
                      </a:xfrm>
                      <a:prstGeom prst="rect">
                        <a:avLst/>
                      </a:prstGeom>
                      <a:noFill/>
                      <a:ln w="38100">
                        <a:noFill/>
                        <a:miter/>
                      </a:ln>
                    </p:spPr>
                  </p:pic>
                </p:oleObj>
              </mc:Fallback>
            </mc:AlternateContent>
          </a:graphicData>
        </a:graphic>
      </p:graphicFrame>
      <p:sp>
        <p:nvSpPr>
          <p:cNvPr id="27652" name="Text Box 5"/>
          <p:cNvSpPr txBox="1"/>
          <p:nvPr/>
        </p:nvSpPr>
        <p:spPr>
          <a:xfrm>
            <a:off x="457200" y="1600200"/>
            <a:ext cx="8077200" cy="579438"/>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而</a:t>
            </a:r>
            <a:r>
              <a:rPr lang="zh-CN" altLang="en-US"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则</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p</a:t>
            </a:r>
            <a:r>
              <a:rPr lang="zh-CN" altLang="en-US" sz="3200" b="1" dirty="0">
                <a:latin typeface="Times New Roman" panose="02020603050405020304" pitchFamily="18" charset="0"/>
                <a:ea typeface="黑体" panose="02010609060101010101" pitchFamily="49" charset="-122"/>
              </a:rPr>
              <a:t>阶收敛</a:t>
            </a:r>
            <a:endParaRPr lang="zh-CN" altLang="en-US" sz="3200" b="1" dirty="0">
              <a:latin typeface="Times New Roman" panose="02020603050405020304" pitchFamily="18" charset="0"/>
              <a:ea typeface="黑体" panose="02010609060101010101" pitchFamily="49" charset="-122"/>
            </a:endParaRPr>
          </a:p>
        </p:txBody>
      </p:sp>
      <p:graphicFrame>
        <p:nvGraphicFramePr>
          <p:cNvPr id="27653" name="Object 6"/>
          <p:cNvGraphicFramePr/>
          <p:nvPr/>
        </p:nvGraphicFramePr>
        <p:xfrm>
          <a:off x="1096963" y="1524000"/>
          <a:ext cx="2216150" cy="631825"/>
        </p:xfrm>
        <a:graphic>
          <a:graphicData uri="http://schemas.openxmlformats.org/presentationml/2006/ole">
            <mc:AlternateContent xmlns:mc="http://schemas.openxmlformats.org/markup-compatibility/2006">
              <mc:Choice xmlns:v="urn:schemas-microsoft-com:vml" Requires="v">
                <p:oleObj spid="_x0000_s3103" name="" r:id="rId5" imgW="799465" imgH="228600" progId="Equation.3">
                  <p:embed/>
                </p:oleObj>
              </mc:Choice>
              <mc:Fallback>
                <p:oleObj name="" r:id="rId5" imgW="799465" imgH="228600" progId="Equation.3">
                  <p:embed/>
                  <p:pic>
                    <p:nvPicPr>
                      <p:cNvPr id="0" name="图片 3102"/>
                      <p:cNvPicPr/>
                      <p:nvPr/>
                    </p:nvPicPr>
                    <p:blipFill>
                      <a:blip r:embed="rId6"/>
                      <a:stretch>
                        <a:fillRect/>
                      </a:stretch>
                    </p:blipFill>
                    <p:spPr>
                      <a:xfrm>
                        <a:off x="1096963" y="1524000"/>
                        <a:ext cx="2216150" cy="631825"/>
                      </a:xfrm>
                      <a:prstGeom prst="rect">
                        <a:avLst/>
                      </a:prstGeom>
                      <a:noFill/>
                      <a:ln w="38100">
                        <a:noFill/>
                        <a:miter/>
                      </a:ln>
                    </p:spPr>
                  </p:pic>
                </p:oleObj>
              </mc:Fallback>
            </mc:AlternateContent>
          </a:graphicData>
        </a:graphic>
      </p:graphicFrame>
      <p:graphicFrame>
        <p:nvGraphicFramePr>
          <p:cNvPr id="27654" name="Object 7"/>
          <p:cNvGraphicFramePr/>
          <p:nvPr/>
        </p:nvGraphicFramePr>
        <p:xfrm>
          <a:off x="4044950" y="1576388"/>
          <a:ext cx="2287588" cy="631825"/>
        </p:xfrm>
        <a:graphic>
          <a:graphicData uri="http://schemas.openxmlformats.org/presentationml/2006/ole">
            <mc:AlternateContent xmlns:mc="http://schemas.openxmlformats.org/markup-compatibility/2006">
              <mc:Choice xmlns:v="urn:schemas-microsoft-com:vml" Requires="v">
                <p:oleObj spid="_x0000_s3105" name="" r:id="rId7" imgW="825500" imgH="228600" progId="Equation.3">
                  <p:embed/>
                </p:oleObj>
              </mc:Choice>
              <mc:Fallback>
                <p:oleObj name="" r:id="rId7" imgW="825500" imgH="228600" progId="Equation.3">
                  <p:embed/>
                  <p:pic>
                    <p:nvPicPr>
                      <p:cNvPr id="0" name="图片 3104"/>
                      <p:cNvPicPr/>
                      <p:nvPr/>
                    </p:nvPicPr>
                    <p:blipFill>
                      <a:blip r:embed="rId8"/>
                      <a:stretch>
                        <a:fillRect/>
                      </a:stretch>
                    </p:blipFill>
                    <p:spPr>
                      <a:xfrm>
                        <a:off x="4044950" y="1576388"/>
                        <a:ext cx="2287588" cy="631825"/>
                      </a:xfrm>
                      <a:prstGeom prst="rect">
                        <a:avLst/>
                      </a:prstGeom>
                      <a:noFill/>
                      <a:ln w="38100">
                        <a:noFill/>
                        <a:miter/>
                      </a:ln>
                    </p:spPr>
                  </p:pic>
                </p:oleObj>
              </mc:Fallback>
            </mc:AlternateContent>
          </a:graphicData>
        </a:graphic>
      </p:graphicFrame>
      <p:graphicFrame>
        <p:nvGraphicFramePr>
          <p:cNvPr id="29704" name="Object 8"/>
          <p:cNvGraphicFramePr/>
          <p:nvPr/>
        </p:nvGraphicFramePr>
        <p:xfrm>
          <a:off x="95250" y="2667000"/>
          <a:ext cx="8896350" cy="1228725"/>
        </p:xfrm>
        <a:graphic>
          <a:graphicData uri="http://schemas.openxmlformats.org/presentationml/2006/ole">
            <mc:AlternateContent xmlns:mc="http://schemas.openxmlformats.org/markup-compatibility/2006">
              <mc:Choice xmlns:v="urn:schemas-microsoft-com:vml" Requires="v">
                <p:oleObj spid="_x0000_s3110" name="" r:id="rId9" imgW="3211830" imgH="444500" progId="Equation.3">
                  <p:embed/>
                </p:oleObj>
              </mc:Choice>
              <mc:Fallback>
                <p:oleObj name="" r:id="rId9" imgW="3211830" imgH="444500" progId="Equation.3">
                  <p:embed/>
                  <p:pic>
                    <p:nvPicPr>
                      <p:cNvPr id="0" name="图片 3109"/>
                      <p:cNvPicPr/>
                      <p:nvPr/>
                    </p:nvPicPr>
                    <p:blipFill>
                      <a:blip r:embed="rId10"/>
                      <a:stretch>
                        <a:fillRect/>
                      </a:stretch>
                    </p:blipFill>
                    <p:spPr>
                      <a:xfrm>
                        <a:off x="95250" y="2667000"/>
                        <a:ext cx="8896350" cy="1228725"/>
                      </a:xfrm>
                      <a:prstGeom prst="rect">
                        <a:avLst/>
                      </a:prstGeom>
                      <a:noFill/>
                      <a:ln w="38100">
                        <a:noFill/>
                        <a:miter/>
                      </a:ln>
                    </p:spPr>
                  </p:pic>
                </p:oleObj>
              </mc:Fallback>
            </mc:AlternateContent>
          </a:graphicData>
        </a:graphic>
      </p:graphicFrame>
      <p:sp>
        <p:nvSpPr>
          <p:cNvPr id="29705" name="Text Box 9"/>
          <p:cNvSpPr txBox="1"/>
          <p:nvPr/>
        </p:nvSpPr>
        <p:spPr>
          <a:xfrm>
            <a:off x="228600" y="2286000"/>
            <a:ext cx="3124200" cy="579438"/>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由</a:t>
            </a:r>
            <a:r>
              <a:rPr lang="en-US" altLang="zh-CN" sz="3200" b="1" dirty="0">
                <a:latin typeface="Times New Roman" panose="02020603050405020304" pitchFamily="18" charset="0"/>
                <a:ea typeface="宋体" panose="02010600030101010101" pitchFamily="2" charset="-122"/>
              </a:rPr>
              <a:t>Taylor</a:t>
            </a:r>
            <a:r>
              <a:rPr lang="zh-CN" altLang="en-US" sz="3200" b="1" dirty="0">
                <a:latin typeface="Times New Roman" panose="02020603050405020304" pitchFamily="18" charset="0"/>
                <a:ea typeface="黑体" panose="02010609060101010101" pitchFamily="49" charset="-122"/>
              </a:rPr>
              <a:t>公式</a:t>
            </a:r>
            <a:endParaRPr lang="zh-CN" altLang="en-US" sz="3200" b="1" dirty="0">
              <a:latin typeface="Times New Roman" panose="02020603050405020304" pitchFamily="18" charset="0"/>
              <a:ea typeface="黑体" panose="02010609060101010101" pitchFamily="49" charset="-122"/>
            </a:endParaRPr>
          </a:p>
        </p:txBody>
      </p:sp>
      <p:grpSp>
        <p:nvGrpSpPr>
          <p:cNvPr id="2" name="Group 18"/>
          <p:cNvGrpSpPr/>
          <p:nvPr/>
        </p:nvGrpSpPr>
        <p:grpSpPr>
          <a:xfrm>
            <a:off x="457200" y="3886200"/>
            <a:ext cx="6019800" cy="579438"/>
            <a:chOff x="288" y="2448"/>
            <a:chExt cx="3792" cy="365"/>
          </a:xfrm>
        </p:grpSpPr>
        <p:sp>
          <p:nvSpPr>
            <p:cNvPr id="27658" name="Text Box 11"/>
            <p:cNvSpPr txBox="1"/>
            <p:nvPr/>
          </p:nvSpPr>
          <p:spPr>
            <a:xfrm>
              <a:off x="288" y="2448"/>
              <a:ext cx="3792" cy="365"/>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其中</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介于</a:t>
              </a:r>
              <a:r>
                <a:rPr lang="en-US" altLang="zh-CN" sz="3200" b="1" i="1" dirty="0">
                  <a:latin typeface="Times New Roman" panose="02020603050405020304" pitchFamily="18" charset="0"/>
                  <a:ea typeface="宋体" panose="02010600030101010101" pitchFamily="2" charset="-122"/>
                </a:rPr>
                <a:t>x</a:t>
              </a:r>
              <a:r>
                <a:rPr lang="en-US" altLang="zh-CN" sz="3200" b="1" i="1" baseline="-25000" dirty="0">
                  <a:latin typeface="Times New Roman" panose="02020603050405020304" pitchFamily="18" charset="0"/>
                  <a:ea typeface="宋体" panose="02010600030101010101" pitchFamily="2" charset="-122"/>
                </a:rPr>
                <a:t>n</a:t>
              </a:r>
              <a:r>
                <a:rPr lang="zh-CN" altLang="en-US" sz="3200" b="1" dirty="0">
                  <a:latin typeface="Times New Roman" panose="02020603050405020304" pitchFamily="18" charset="0"/>
                  <a:ea typeface="黑体" panose="02010609060101010101" pitchFamily="49" charset="-122"/>
                </a:rPr>
                <a:t>和</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之间。所以</a:t>
              </a:r>
              <a:endParaRPr lang="zh-CN" altLang="en-US" sz="3200" b="1" dirty="0">
                <a:latin typeface="Times New Roman" panose="02020603050405020304" pitchFamily="18" charset="0"/>
                <a:ea typeface="黑体" panose="02010609060101010101" pitchFamily="49" charset="-122"/>
              </a:endParaRPr>
            </a:p>
          </p:txBody>
        </p:sp>
        <p:graphicFrame>
          <p:nvGraphicFramePr>
            <p:cNvPr id="27659" name="Object 12"/>
            <p:cNvGraphicFramePr/>
            <p:nvPr/>
          </p:nvGraphicFramePr>
          <p:xfrm>
            <a:off x="1092" y="2448"/>
            <a:ext cx="261" cy="336"/>
          </p:xfrm>
          <a:graphic>
            <a:graphicData uri="http://schemas.openxmlformats.org/presentationml/2006/ole">
              <mc:AlternateContent xmlns:mc="http://schemas.openxmlformats.org/markup-compatibility/2006">
                <mc:Choice xmlns:v="urn:schemas-microsoft-com:vml" Requires="v">
                  <p:oleObj spid="_x0000_s3111" name="" r:id="rId11" imgW="177800" imgH="227965" progId="Equation.3">
                    <p:embed/>
                  </p:oleObj>
                </mc:Choice>
                <mc:Fallback>
                  <p:oleObj name="" r:id="rId11" imgW="177800" imgH="227965" progId="Equation.3">
                    <p:embed/>
                    <p:pic>
                      <p:nvPicPr>
                        <p:cNvPr id="0" name="图片 3110"/>
                        <p:cNvPicPr/>
                        <p:nvPr/>
                      </p:nvPicPr>
                      <p:blipFill>
                        <a:blip r:embed="rId12"/>
                        <a:stretch>
                          <a:fillRect/>
                        </a:stretch>
                      </p:blipFill>
                      <p:spPr>
                        <a:xfrm>
                          <a:off x="1092" y="2448"/>
                          <a:ext cx="261" cy="336"/>
                        </a:xfrm>
                        <a:prstGeom prst="rect">
                          <a:avLst/>
                        </a:prstGeom>
                        <a:noFill/>
                        <a:ln w="38100">
                          <a:noFill/>
                          <a:miter/>
                        </a:ln>
                      </p:spPr>
                    </p:pic>
                  </p:oleObj>
                </mc:Fallback>
              </mc:AlternateContent>
            </a:graphicData>
          </a:graphic>
        </p:graphicFrame>
      </p:grpSp>
      <p:graphicFrame>
        <p:nvGraphicFramePr>
          <p:cNvPr id="29709" name="Object 13"/>
          <p:cNvGraphicFramePr/>
          <p:nvPr/>
        </p:nvGraphicFramePr>
        <p:xfrm>
          <a:off x="1125538" y="4557713"/>
          <a:ext cx="7561262" cy="1074737"/>
        </p:xfrm>
        <a:graphic>
          <a:graphicData uri="http://schemas.openxmlformats.org/presentationml/2006/ole">
            <mc:AlternateContent xmlns:mc="http://schemas.openxmlformats.org/markup-compatibility/2006">
              <mc:Choice xmlns:v="urn:schemas-microsoft-com:vml" Requires="v">
                <p:oleObj spid="_x0000_s3108" name="" r:id="rId13" imgW="3122930" imgH="444500" progId="Equation.3">
                  <p:embed/>
                </p:oleObj>
              </mc:Choice>
              <mc:Fallback>
                <p:oleObj name="" r:id="rId13" imgW="3122930" imgH="444500" progId="Equation.3">
                  <p:embed/>
                  <p:pic>
                    <p:nvPicPr>
                      <p:cNvPr id="0" name="图片 3107"/>
                      <p:cNvPicPr/>
                      <p:nvPr/>
                    </p:nvPicPr>
                    <p:blipFill>
                      <a:blip r:embed="rId14"/>
                      <a:stretch>
                        <a:fillRect/>
                      </a:stretch>
                    </p:blipFill>
                    <p:spPr>
                      <a:xfrm>
                        <a:off x="1125538" y="4557713"/>
                        <a:ext cx="7561262" cy="1074737"/>
                      </a:xfrm>
                      <a:prstGeom prst="rect">
                        <a:avLst/>
                      </a:prstGeom>
                      <a:noFill/>
                      <a:ln w="38100">
                        <a:noFill/>
                        <a:miter/>
                      </a:ln>
                    </p:spPr>
                  </p:pic>
                </p:oleObj>
              </mc:Fallback>
            </mc:AlternateContent>
          </a:graphicData>
        </a:graphic>
      </p:graphicFrame>
      <p:sp>
        <p:nvSpPr>
          <p:cNvPr id="29710" name="Text Box 14"/>
          <p:cNvSpPr txBox="1"/>
          <p:nvPr/>
        </p:nvSpPr>
        <p:spPr>
          <a:xfrm>
            <a:off x="381000" y="5715000"/>
            <a:ext cx="8229600" cy="641350"/>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故迭代法</a:t>
            </a:r>
            <a:r>
              <a:rPr lang="en-US" altLang="zh-CN" sz="3600" b="1" i="1" dirty="0">
                <a:latin typeface="Times New Roman" panose="02020603050405020304" pitchFamily="18" charset="0"/>
                <a:ea typeface="宋体" panose="02010600030101010101" pitchFamily="2" charset="-122"/>
              </a:rPr>
              <a:t>p</a:t>
            </a:r>
            <a:r>
              <a:rPr lang="zh-CN" altLang="en-US" sz="3200" b="1" dirty="0">
                <a:latin typeface="Times New Roman" panose="02020603050405020304" pitchFamily="18" charset="0"/>
                <a:ea typeface="黑体" panose="02010609060101010101" pitchFamily="49" charset="-122"/>
              </a:rPr>
              <a:t>阶收敛。</a:t>
            </a:r>
            <a:endParaRPr lang="en-US" altLang="zh-CN" sz="36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5">
                                            <p:txEl>
                                              <p:charRg st="0" end="10"/>
                                            </p:txEl>
                                          </p:spTgt>
                                        </p:tgtEl>
                                        <p:attrNameLst>
                                          <p:attrName>style.visibility</p:attrName>
                                        </p:attrNameLst>
                                      </p:cBhvr>
                                      <p:to>
                                        <p:strVal val="visible"/>
                                      </p:to>
                                    </p:set>
                                    <p:animEffect transition="in" filter="wipe(left)">
                                      <p:cBhvr>
                                        <p:cTn id="7" dur="500"/>
                                        <p:tgtEl>
                                          <p:spTgt spid="29705">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wipe(left)">
                                      <p:cBhvr>
                                        <p:cTn id="12" dur="500"/>
                                        <p:tgtEl>
                                          <p:spTgt spid="297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709"/>
                                        </p:tgtEl>
                                        <p:attrNameLst>
                                          <p:attrName>style.visibility</p:attrName>
                                        </p:attrNameLst>
                                      </p:cBhvr>
                                      <p:to>
                                        <p:strVal val="visible"/>
                                      </p:to>
                                    </p:set>
                                    <p:animEffect transition="in" filter="wipe(left)">
                                      <p:cBhvr>
                                        <p:cTn id="22" dur="500"/>
                                        <p:tgtEl>
                                          <p:spTgt spid="297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710">
                                            <p:txEl>
                                              <p:charRg st="0" end="10"/>
                                            </p:txEl>
                                          </p:spTgt>
                                        </p:tgtEl>
                                        <p:attrNameLst>
                                          <p:attrName>style.visibility</p:attrName>
                                        </p:attrNameLst>
                                      </p:cBhvr>
                                      <p:to>
                                        <p:strVal val="visible"/>
                                      </p:to>
                                    </p:set>
                                    <p:animEffect transition="in" filter="wipe(left)">
                                      <p:cBhvr>
                                        <p:cTn id="27" dur="500"/>
                                        <p:tgtEl>
                                          <p:spTgt spid="29710">
                                            <p:txEl>
                                              <p:charRg st="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build="p"/>
      <p:bldP spid="297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aphicFrame>
        <p:nvGraphicFramePr>
          <p:cNvPr id="12" name="Object 0"/>
          <p:cNvGraphicFramePr>
            <a:graphicFrameLocks noChangeAspect="1"/>
          </p:cNvGraphicFramePr>
          <p:nvPr/>
        </p:nvGraphicFramePr>
        <p:xfrm>
          <a:off x="2928938" y="4949825"/>
          <a:ext cx="2857500" cy="836613"/>
        </p:xfrm>
        <a:graphic>
          <a:graphicData uri="http://schemas.openxmlformats.org/presentationml/2006/ole">
            <mc:AlternateContent xmlns:mc="http://schemas.openxmlformats.org/markup-compatibility/2006">
              <mc:Choice xmlns:v="urn:schemas-microsoft-com:vml" Requires="v">
                <p:oleObj spid="_x0000_s3100" name="" r:id="rId1" imgW="1257300" imgH="368300" progId="Equation.DSMT4">
                  <p:embed/>
                </p:oleObj>
              </mc:Choice>
              <mc:Fallback>
                <p:oleObj name="" r:id="rId1" imgW="1257300" imgH="368300" progId="Equation.DSMT4">
                  <p:embed/>
                  <p:pic>
                    <p:nvPicPr>
                      <p:cNvPr id="0" name="图片 3099"/>
                      <p:cNvPicPr/>
                      <p:nvPr/>
                    </p:nvPicPr>
                    <p:blipFill>
                      <a:blip r:embed="rId2"/>
                      <a:stretch>
                        <a:fillRect/>
                      </a:stretch>
                    </p:blipFill>
                    <p:spPr>
                      <a:xfrm>
                        <a:off x="2928938" y="4949825"/>
                        <a:ext cx="2857500" cy="836613"/>
                      </a:xfrm>
                      <a:prstGeom prst="rect">
                        <a:avLst/>
                      </a:prstGeom>
                      <a:noFill/>
                      <a:ln w="38100">
                        <a:noFill/>
                        <a:miter/>
                      </a:ln>
                    </p:spPr>
                  </p:pic>
                </p:oleObj>
              </mc:Fallback>
            </mc:AlternateContent>
          </a:graphicData>
        </a:graphic>
      </p:graphicFrame>
      <p:graphicFrame>
        <p:nvGraphicFramePr>
          <p:cNvPr id="1028" name="Object 5"/>
          <p:cNvGraphicFramePr>
            <a:graphicFrameLocks noChangeAspect="1"/>
          </p:cNvGraphicFramePr>
          <p:nvPr/>
        </p:nvGraphicFramePr>
        <p:xfrm>
          <a:off x="400050" y="4306888"/>
          <a:ext cx="8278813" cy="633412"/>
        </p:xfrm>
        <a:graphic>
          <a:graphicData uri="http://schemas.openxmlformats.org/presentationml/2006/ole">
            <mc:AlternateContent xmlns:mc="http://schemas.openxmlformats.org/markup-compatibility/2006">
              <mc:Choice xmlns:v="urn:schemas-microsoft-com:vml" Requires="v">
                <p:oleObj spid="_x0000_s3101" name="" r:id="rId3" imgW="3657600" imgH="279400" progId="Equation.DSMT4">
                  <p:embed/>
                </p:oleObj>
              </mc:Choice>
              <mc:Fallback>
                <p:oleObj name="" r:id="rId3" imgW="3657600" imgH="279400" progId="Equation.DSMT4">
                  <p:embed/>
                  <p:pic>
                    <p:nvPicPr>
                      <p:cNvPr id="0" name="图片 3100"/>
                      <p:cNvPicPr/>
                      <p:nvPr/>
                    </p:nvPicPr>
                    <p:blipFill>
                      <a:blip r:embed="rId4"/>
                      <a:stretch>
                        <a:fillRect/>
                      </a:stretch>
                    </p:blipFill>
                    <p:spPr>
                      <a:xfrm>
                        <a:off x="400050" y="4306888"/>
                        <a:ext cx="8278813" cy="633412"/>
                      </a:xfrm>
                      <a:prstGeom prst="rect">
                        <a:avLst/>
                      </a:prstGeom>
                      <a:noFill/>
                      <a:ln w="38100">
                        <a:noFill/>
                        <a:miter/>
                      </a:ln>
                    </p:spPr>
                  </p:pic>
                </p:oleObj>
              </mc:Fallback>
            </mc:AlternateContent>
          </a:graphicData>
        </a:graphic>
      </p:graphicFrame>
      <p:sp>
        <p:nvSpPr>
          <p:cNvPr id="23556" name="Text Box 4"/>
          <p:cNvSpPr txBox="1"/>
          <p:nvPr/>
        </p:nvSpPr>
        <p:spPr>
          <a:xfrm>
            <a:off x="214313" y="285750"/>
            <a:ext cx="8001000" cy="584200"/>
          </a:xfrm>
          <a:prstGeom prst="rect">
            <a:avLst/>
          </a:prstGeom>
          <a:noFill/>
          <a:ln w="9525">
            <a:noFill/>
          </a:ln>
        </p:spPr>
        <p:txBody>
          <a:bodyPr anchor="t" anchorCtr="0">
            <a:spAutoFit/>
          </a:bodyPr>
          <a:p>
            <a:pPr>
              <a:spcBef>
                <a:spcPct val="50000"/>
              </a:spcBef>
            </a:pPr>
            <a:r>
              <a:rPr lang="zh-CN" altLang="en-US" sz="3200" b="1" dirty="0">
                <a:solidFill>
                  <a:srgbClr val="FF0000"/>
                </a:solidFill>
                <a:latin typeface="Times New Roman" panose="02020603050405020304" pitchFamily="18" charset="0"/>
                <a:ea typeface="宋体" panose="02010600030101010101" pitchFamily="2" charset="-122"/>
              </a:rPr>
              <a:t>迭代思想</a:t>
            </a:r>
            <a:endParaRPr lang="zh-CN" altLang="en-US" sz="3200" b="1" dirty="0">
              <a:solidFill>
                <a:srgbClr val="FF0000"/>
              </a:solidFill>
              <a:latin typeface="Times New Roman" panose="02020603050405020304" pitchFamily="18" charset="0"/>
              <a:ea typeface="宋体" panose="02010600030101010101" pitchFamily="2" charset="-122"/>
            </a:endParaRPr>
          </a:p>
        </p:txBody>
      </p:sp>
      <p:sp>
        <p:nvSpPr>
          <p:cNvPr id="14" name="矩形 13"/>
          <p:cNvSpPr/>
          <p:nvPr/>
        </p:nvSpPr>
        <p:spPr>
          <a:xfrm>
            <a:off x="285750" y="2663825"/>
            <a:ext cx="4214813" cy="523875"/>
          </a:xfrm>
          <a:prstGeom prst="rect">
            <a:avLst/>
          </a:prstGeom>
          <a:solidFill>
            <a:srgbClr val="E4E4E4"/>
          </a:solidFill>
          <a:ln>
            <a:solidFill>
              <a:schemeClr val="bg1">
                <a:lumMod val="50000"/>
              </a:schemeClr>
            </a:solidFill>
          </a:ln>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2060"/>
                </a:solidFill>
                <a:effectLst/>
                <a:uLnTx/>
                <a:uFillTx/>
                <a:latin typeface="楷体" panose="02010609060101010101" pitchFamily="49" charset="-122"/>
                <a:ea typeface="楷体" panose="02010609060101010101" pitchFamily="49" charset="-122"/>
                <a:cs typeface="Times New Roman" panose="02020603050405020304" pitchFamily="18" charset="0"/>
              </a:rPr>
              <a:t>收敛性</a:t>
            </a:r>
            <a:endParaRPr kumimoji="0" lang="zh-CN" altLang="en-US" sz="2800" b="1" i="0" u="none" strike="noStrike" kern="1200" cap="none" spc="0" normalizeH="0" baseline="0" noProof="0" dirty="0">
              <a:ln>
                <a:noFill/>
              </a:ln>
              <a:solidFill>
                <a:srgbClr val="002060"/>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15" name="矩形 14"/>
          <p:cNvSpPr/>
          <p:nvPr/>
        </p:nvSpPr>
        <p:spPr>
          <a:xfrm>
            <a:off x="4867275" y="2663825"/>
            <a:ext cx="3990975" cy="523875"/>
          </a:xfrm>
          <a:prstGeom prst="rect">
            <a:avLst/>
          </a:prstGeom>
          <a:solidFill>
            <a:srgbClr val="E4E4E4"/>
          </a:solidFill>
          <a:ln>
            <a:solidFill>
              <a:schemeClr val="bg1">
                <a:lumMod val="50000"/>
              </a:schemeClr>
            </a:solidFill>
          </a:ln>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2060"/>
                </a:solidFill>
                <a:effectLst/>
                <a:uLnTx/>
                <a:uFillTx/>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800" b="1" i="0" u="none" strike="noStrike" kern="1200" cap="none" spc="0" normalizeH="0" baseline="0" noProof="0" dirty="0">
                <a:ln>
                  <a:noFill/>
                </a:ln>
                <a:solidFill>
                  <a:srgbClr val="002060"/>
                </a:solidFill>
                <a:effectLst/>
                <a:uLnTx/>
                <a:uFillTx/>
                <a:latin typeface="楷体" panose="02010609060101010101" pitchFamily="49" charset="-122"/>
                <a:ea typeface="楷体" panose="02010609060101010101" pitchFamily="49" charset="-122"/>
                <a:cs typeface="Times New Roman" panose="02020603050405020304" pitchFamily="18" charset="0"/>
              </a:rPr>
              <a:t>收敛速度</a:t>
            </a:r>
            <a:endParaRPr kumimoji="0" lang="en-US" altLang="zh-CN" sz="2800" b="1" i="0" u="none" strike="noStrike" kern="1200" cap="none" spc="0" normalizeH="0" baseline="0" noProof="0" dirty="0">
              <a:ln>
                <a:noFill/>
              </a:ln>
              <a:solidFill>
                <a:srgbClr val="002060"/>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cxnSp>
        <p:nvCxnSpPr>
          <p:cNvPr id="16" name="直接连接符 15"/>
          <p:cNvCxnSpPr/>
          <p:nvPr/>
        </p:nvCxnSpPr>
        <p:spPr>
          <a:xfrm>
            <a:off x="1857375" y="3521075"/>
            <a:ext cx="2268538" cy="782638"/>
          </a:xfrm>
          <a:prstGeom prst="line">
            <a:avLst/>
          </a:prstGeom>
          <a:ln w="1905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4429125" y="3521075"/>
            <a:ext cx="2339975" cy="782638"/>
          </a:xfrm>
          <a:prstGeom prst="line">
            <a:avLst/>
          </a:prstGeom>
          <a:ln w="1905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0493" name="Object 13"/>
          <p:cNvGraphicFramePr>
            <a:graphicFrameLocks noChangeAspect="1"/>
          </p:cNvGraphicFramePr>
          <p:nvPr/>
        </p:nvGraphicFramePr>
        <p:xfrm>
          <a:off x="1285875" y="1643063"/>
          <a:ext cx="2214563" cy="669925"/>
        </p:xfrm>
        <a:graphic>
          <a:graphicData uri="http://schemas.openxmlformats.org/presentationml/2006/ole">
            <mc:AlternateContent xmlns:mc="http://schemas.openxmlformats.org/markup-compatibility/2006">
              <mc:Choice xmlns:v="urn:schemas-microsoft-com:vml" Requires="v">
                <p:oleObj spid="_x0000_s3111" name="" r:id="rId5" imgW="965200" imgH="292100" progId="Equation.DSMT4">
                  <p:embed/>
                </p:oleObj>
              </mc:Choice>
              <mc:Fallback>
                <p:oleObj name="" r:id="rId5" imgW="965200" imgH="292100" progId="Equation.DSMT4">
                  <p:embed/>
                  <p:pic>
                    <p:nvPicPr>
                      <p:cNvPr id="0" name="图片 3110"/>
                      <p:cNvPicPr/>
                      <p:nvPr/>
                    </p:nvPicPr>
                    <p:blipFill>
                      <a:blip r:embed="rId6"/>
                      <a:stretch>
                        <a:fillRect/>
                      </a:stretch>
                    </p:blipFill>
                    <p:spPr>
                      <a:xfrm>
                        <a:off x="1285875" y="1643063"/>
                        <a:ext cx="2214563" cy="669925"/>
                      </a:xfrm>
                      <a:prstGeom prst="rect">
                        <a:avLst/>
                      </a:prstGeom>
                      <a:noFill/>
                      <a:ln w="38100">
                        <a:noFill/>
                        <a:miter/>
                      </a:ln>
                    </p:spPr>
                  </p:pic>
                </p:oleObj>
              </mc:Fallback>
            </mc:AlternateContent>
          </a:graphicData>
        </a:graphic>
      </p:graphicFrame>
      <p:graphicFrame>
        <p:nvGraphicFramePr>
          <p:cNvPr id="3" name="Object 2"/>
          <p:cNvGraphicFramePr>
            <a:graphicFrameLocks noChangeAspect="1"/>
          </p:cNvGraphicFramePr>
          <p:nvPr/>
        </p:nvGraphicFramePr>
        <p:xfrm>
          <a:off x="4929188" y="1643063"/>
          <a:ext cx="3844925" cy="782637"/>
        </p:xfrm>
        <a:graphic>
          <a:graphicData uri="http://schemas.openxmlformats.org/presentationml/2006/ole">
            <mc:AlternateContent xmlns:mc="http://schemas.openxmlformats.org/markup-compatibility/2006">
              <mc:Choice xmlns:v="urn:schemas-microsoft-com:vml" Requires="v">
                <p:oleObj spid="_x0000_s3114" name="" r:id="rId7" imgW="3048000" imgH="622300" progId="Equation.DSMT4">
                  <p:embed/>
                </p:oleObj>
              </mc:Choice>
              <mc:Fallback>
                <p:oleObj name="" r:id="rId7" imgW="3048000" imgH="622300" progId="Equation.DSMT4">
                  <p:embed/>
                  <p:pic>
                    <p:nvPicPr>
                      <p:cNvPr id="0" name="图片 3113"/>
                      <p:cNvPicPr/>
                      <p:nvPr/>
                    </p:nvPicPr>
                    <p:blipFill>
                      <a:blip r:embed="rId8"/>
                      <a:stretch>
                        <a:fillRect/>
                      </a:stretch>
                    </p:blipFill>
                    <p:spPr>
                      <a:xfrm>
                        <a:off x="4929188" y="1643063"/>
                        <a:ext cx="3844925" cy="782637"/>
                      </a:xfrm>
                      <a:prstGeom prst="rect">
                        <a:avLst/>
                      </a:prstGeom>
                      <a:noFill/>
                      <a:ln w="38100">
                        <a:noFill/>
                        <a:miter/>
                      </a:ln>
                    </p:spPr>
                  </p:pic>
                </p:oleObj>
              </mc:Fallback>
            </mc:AlternateContent>
          </a:graphicData>
        </a:graphic>
      </p:graphicFrame>
      <p:sp>
        <p:nvSpPr>
          <p:cNvPr id="19467" name="文本框 10"/>
          <p:cNvSpPr txBox="1"/>
          <p:nvPr/>
        </p:nvSpPr>
        <p:spPr>
          <a:xfrm>
            <a:off x="190500" y="5780088"/>
            <a:ext cx="8604250" cy="1076325"/>
          </a:xfrm>
          <a:prstGeom prst="rect">
            <a:avLst/>
          </a:prstGeom>
          <a:noFill/>
          <a:ln w="9525">
            <a:noFill/>
          </a:ln>
        </p:spPr>
        <p:txBody>
          <a:bodyPr anchor="t" anchorCtr="0">
            <a:spAutoFit/>
          </a:bodyPr>
          <a:p>
            <a:pPr eaLnBrk="0" hangingPunct="0"/>
            <a:r>
              <a:rPr lang="zh-CN" altLang="en-US" sz="3200" b="1" dirty="0">
                <a:latin typeface="楷体" panose="02010609060101010101" pitchFamily="49" charset="-122"/>
                <a:ea typeface="楷体" panose="02010609060101010101" pitchFamily="49" charset="-122"/>
              </a:rPr>
              <a:t>小结</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迭代格式是什么</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牛顿迭代</a:t>
            </a:r>
            <a:r>
              <a:rPr lang="en-US" altLang="zh-CN" sz="3200" b="1" dirty="0">
                <a:latin typeface="楷体" panose="02010609060101010101" pitchFamily="49" charset="-122"/>
                <a:ea typeface="楷体" panose="02010609060101010101" pitchFamily="49" charset="-122"/>
              </a:rPr>
              <a:t>), </a:t>
            </a:r>
            <a:r>
              <a:rPr lang="zh-CN" altLang="en-US" sz="3200" b="1" dirty="0">
                <a:latin typeface="楷体" panose="02010609060101010101" pitchFamily="49" charset="-122"/>
                <a:ea typeface="楷体" panose="02010609060101010101" pitchFamily="49" charset="-122"/>
              </a:rPr>
              <a:t>收敛性质</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收敛范围</a:t>
            </a:r>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和收敛速度。</a:t>
            </a:r>
            <a:endParaRPr lang="zh-CN" altLang="en-US" sz="3200" b="1" dirty="0">
              <a:latin typeface="楷体" panose="02010609060101010101" pitchFamily="49" charset="-122"/>
              <a:ea typeface="楷体" panose="02010609060101010101" pitchFamily="49"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wipe(left)">
                                      <p:cBhvr>
                                        <p:cTn id="7" dur="5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0493"/>
                                        </p:tgtEl>
                                        <p:attrNameLst>
                                          <p:attrName>style.visibility</p:attrName>
                                        </p:attrNameLst>
                                      </p:cBhvr>
                                      <p:to>
                                        <p:strVal val="visible"/>
                                      </p:to>
                                    </p:set>
                                    <p:animEffect transition="in" filter="wipe(left)">
                                      <p:cBhvr>
                                        <p:cTn id="33" dur="500"/>
                                        <p:tgtEl>
                                          <p:spTgt spid="2049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67"/>
                                        </p:tgtEl>
                                        <p:attrNameLst>
                                          <p:attrName>style.visibility</p:attrName>
                                        </p:attrNameLst>
                                      </p:cBhvr>
                                      <p:to>
                                        <p:strVal val="visible"/>
                                      </p:to>
                                    </p:set>
                                    <p:anim calcmode="lin" valueType="num">
                                      <p:cBhvr additive="base">
                                        <p:cTn id="43" dur="500" fill="hold"/>
                                        <p:tgtEl>
                                          <p:spTgt spid="19467"/>
                                        </p:tgtEl>
                                        <p:attrNameLst>
                                          <p:attrName>ppt_x</p:attrName>
                                        </p:attrNameLst>
                                      </p:cBhvr>
                                      <p:tavLst>
                                        <p:tav tm="0">
                                          <p:val>
                                            <p:strVal val="#ppt_x"/>
                                          </p:val>
                                        </p:tav>
                                        <p:tav tm="100000">
                                          <p:val>
                                            <p:strVal val="#ppt_x"/>
                                          </p:val>
                                        </p:tav>
                                      </p:tavLst>
                                    </p:anim>
                                    <p:anim calcmode="lin" valueType="num">
                                      <p:cBhvr additive="base">
                                        <p:cTn id="44" dur="500" fill="hold"/>
                                        <p:tgtEl>
                                          <p:spTgt spid="194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46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Text Box 2"/>
          <p:cNvSpPr txBox="1"/>
          <p:nvPr/>
        </p:nvSpPr>
        <p:spPr>
          <a:xfrm>
            <a:off x="533400" y="381000"/>
            <a:ext cx="8382000" cy="1185863"/>
          </a:xfrm>
          <a:prstGeom prst="rect">
            <a:avLst/>
          </a:prstGeom>
          <a:noFill/>
          <a:ln w="9525">
            <a:noFill/>
          </a:ln>
        </p:spPr>
        <p:txBody>
          <a:bodyPr anchor="t" anchorCtr="0">
            <a:spAutoFit/>
          </a:bodyPr>
          <a:p>
            <a:pPr algn="just" eaLnBrk="0" hangingPunct="0">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600" b="1" dirty="0">
                <a:latin typeface="Times New Roman" panose="02020603050405020304" pitchFamily="18" charset="0"/>
                <a:ea typeface="黑体" panose="02010609060101010101" pitchFamily="49" charset="-122"/>
              </a:rPr>
              <a:t>.</a:t>
            </a:r>
            <a:r>
              <a:rPr lang="en-US" altLang="zh-CN" sz="3600" b="1" dirty="0">
                <a:solidFill>
                  <a:srgbClr val="0070C0"/>
                </a:solidFill>
                <a:latin typeface="Times New Roman" panose="02020603050405020304" pitchFamily="18" charset="0"/>
                <a:ea typeface="黑体" panose="02010609060101010101" pitchFamily="49" charset="-122"/>
              </a:rPr>
              <a:t> </a:t>
            </a:r>
            <a:r>
              <a:rPr lang="en-US" altLang="zh-CN" sz="36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构造求方程</a:t>
            </a:r>
            <a:r>
              <a:rPr lang="zh-CN" altLang="en-US" sz="3600" b="1" i="1" dirty="0">
                <a:latin typeface="Times New Roman" panose="02020603050405020304" pitchFamily="18" charset="0"/>
                <a:ea typeface="宋体" panose="02010600030101010101" pitchFamily="2" charset="-122"/>
              </a:rPr>
              <a:t> </a:t>
            </a:r>
            <a:r>
              <a:rPr lang="en-US" altLang="zh-CN" sz="3600" b="1" i="1" dirty="0">
                <a:latin typeface="Times New Roman" panose="02020603050405020304" pitchFamily="18" charset="0"/>
                <a:ea typeface="宋体" panose="02010600030101010101" pitchFamily="2" charset="-122"/>
              </a:rPr>
              <a:t>x</a:t>
            </a:r>
            <a:r>
              <a:rPr lang="en-US" altLang="zh-CN" sz="3600" b="1" baseline="30000" dirty="0">
                <a:latin typeface="Times New Roman" panose="02020603050405020304" pitchFamily="18" charset="0"/>
                <a:ea typeface="宋体" panose="02010600030101010101" pitchFamily="2" charset="-122"/>
              </a:rPr>
              <a:t>3</a:t>
            </a:r>
            <a:r>
              <a:rPr lang="en-US" altLang="zh-CN" sz="3600" b="1" dirty="0">
                <a:latin typeface="Times New Roman" panose="02020603050405020304" pitchFamily="18" charset="0"/>
                <a:ea typeface="宋体" panose="02010600030101010101" pitchFamily="2" charset="-122"/>
              </a:rPr>
              <a:t> – </a:t>
            </a:r>
            <a:r>
              <a:rPr lang="en-US" altLang="zh-CN" sz="3600" b="1" i="1" dirty="0">
                <a:latin typeface="Times New Roman" panose="02020603050405020304" pitchFamily="18" charset="0"/>
                <a:ea typeface="宋体" panose="02010600030101010101" pitchFamily="2" charset="-122"/>
              </a:rPr>
              <a:t>a = </a:t>
            </a:r>
            <a:r>
              <a:rPr lang="en-US" altLang="zh-CN" sz="3600" b="1" dirty="0">
                <a:latin typeface="Times New Roman" panose="02020603050405020304" pitchFamily="18" charset="0"/>
                <a:ea typeface="宋体" panose="02010600030101010101" pitchFamily="2" charset="-122"/>
              </a:rPr>
              <a:t>0</a:t>
            </a:r>
            <a:r>
              <a:rPr lang="zh-CN" altLang="en-US" sz="3200" b="1" dirty="0">
                <a:latin typeface="Times New Roman" panose="02020603050405020304" pitchFamily="18" charset="0"/>
                <a:ea typeface="黑体" panose="02010609060101010101" pitchFamily="49" charset="-122"/>
              </a:rPr>
              <a:t>根的迭代格式</a:t>
            </a:r>
            <a:r>
              <a:rPr lang="en-US" altLang="zh-CN" sz="3200" b="1" dirty="0">
                <a:latin typeface="Times New Roman" panose="02020603050405020304" pitchFamily="18" charset="0"/>
                <a:ea typeface="黑体" panose="02010609060101010101" pitchFamily="49" charset="-122"/>
              </a:rPr>
              <a:t>,</a:t>
            </a:r>
            <a:endParaRPr lang="en-US" altLang="zh-CN" sz="3200" b="1" dirty="0">
              <a:latin typeface="Times New Roman" panose="02020603050405020304" pitchFamily="18" charset="0"/>
              <a:ea typeface="黑体" panose="02010609060101010101" pitchFamily="49" charset="-122"/>
            </a:endParaRPr>
          </a:p>
          <a:p>
            <a:pPr algn="just" eaLnBrk="0" hangingPunct="0">
              <a:spcBef>
                <a:spcPct val="10000"/>
              </a:spcBef>
            </a:pPr>
            <a:r>
              <a:rPr lang="zh-CN" altLang="en-US" sz="3200" b="1" dirty="0">
                <a:latin typeface="Times New Roman" panose="02020603050405020304" pitchFamily="18" charset="0"/>
                <a:ea typeface="黑体" panose="02010609060101010101" pitchFamily="49" charset="-122"/>
              </a:rPr>
              <a:t>并讨论其收敛阶</a:t>
            </a:r>
            <a:r>
              <a:rPr lang="zh-CN" altLang="en-US"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宋体" panose="02010600030101010101" pitchFamily="2" charset="-122"/>
            </a:endParaRPr>
          </a:p>
        </p:txBody>
      </p:sp>
      <p:sp>
        <p:nvSpPr>
          <p:cNvPr id="23555" name="Rectangle 3"/>
          <p:cNvSpPr/>
          <p:nvPr/>
        </p:nvSpPr>
        <p:spPr>
          <a:xfrm>
            <a:off x="762000" y="1600200"/>
            <a:ext cx="7772400" cy="641350"/>
          </a:xfrm>
          <a:prstGeom prst="rect">
            <a:avLst/>
          </a:prstGeom>
          <a:noFill/>
          <a:ln w="9525">
            <a:noFill/>
          </a:ln>
        </p:spPr>
        <p:txBody>
          <a:bodyPr anchor="t" anchorCtr="0">
            <a:spAutoFit/>
          </a:bodyPr>
          <a:p>
            <a:pPr eaLnBrk="0" hangingPunct="0">
              <a:spcBef>
                <a:spcPct val="50000"/>
              </a:spcBef>
            </a:pPr>
            <a:r>
              <a:rPr lang="zh-CN" altLang="en-US" sz="3200" b="1" dirty="0">
                <a:latin typeface="Times New Roman" panose="02020603050405020304" pitchFamily="18" charset="0"/>
                <a:ea typeface="黑体" panose="02010609060101010101" pitchFamily="49" charset="-122"/>
              </a:rPr>
              <a:t>解</a:t>
            </a:r>
            <a:r>
              <a:rPr lang="zh-CN" altLang="en-US"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令</a:t>
            </a:r>
            <a:r>
              <a:rPr lang="zh-CN" altLang="en-US" sz="3600" b="1" dirty="0">
                <a:latin typeface="Times New Roman" panose="02020603050405020304" pitchFamily="18" charset="0"/>
                <a:ea typeface="宋体" panose="02010600030101010101" pitchFamily="2" charset="-122"/>
              </a:rPr>
              <a:t> </a:t>
            </a:r>
            <a:r>
              <a:rPr lang="en-US" altLang="zh-CN" sz="3600" b="1" i="1" dirty="0">
                <a:latin typeface="Times New Roman" panose="02020603050405020304" pitchFamily="18" charset="0"/>
                <a:ea typeface="宋体" panose="02010600030101010101" pitchFamily="2" charset="-122"/>
              </a:rPr>
              <a:t>f</a:t>
            </a:r>
            <a:r>
              <a:rPr lang="en-US" altLang="zh-CN" sz="3600" b="1" dirty="0">
                <a:latin typeface="Times New Roman" panose="02020603050405020304" pitchFamily="18" charset="0"/>
                <a:ea typeface="宋体" panose="02010600030101010101" pitchFamily="2" charset="-122"/>
              </a:rPr>
              <a:t>(</a:t>
            </a:r>
            <a:r>
              <a:rPr lang="en-US" altLang="zh-CN" sz="3600" b="1" i="1" dirty="0">
                <a:latin typeface="Times New Roman" panose="02020603050405020304" pitchFamily="18" charset="0"/>
                <a:ea typeface="宋体" panose="02010600030101010101" pitchFamily="2" charset="-122"/>
              </a:rPr>
              <a:t>x</a:t>
            </a:r>
            <a:r>
              <a:rPr lang="en-US" altLang="zh-CN" sz="3600" b="1" dirty="0">
                <a:latin typeface="Times New Roman" panose="02020603050405020304" pitchFamily="18" charset="0"/>
                <a:ea typeface="宋体" panose="02010600030101010101" pitchFamily="2" charset="-122"/>
              </a:rPr>
              <a:t>) = </a:t>
            </a:r>
            <a:r>
              <a:rPr lang="en-US" altLang="zh-CN" sz="3600" b="1" i="1" dirty="0">
                <a:latin typeface="Times New Roman" panose="02020603050405020304" pitchFamily="18" charset="0"/>
                <a:ea typeface="宋体" panose="02010600030101010101" pitchFamily="2" charset="-122"/>
              </a:rPr>
              <a:t>x</a:t>
            </a:r>
            <a:r>
              <a:rPr lang="en-US" altLang="zh-CN" sz="3600" b="1" baseline="30000" dirty="0">
                <a:latin typeface="Times New Roman" panose="02020603050405020304" pitchFamily="18" charset="0"/>
                <a:ea typeface="宋体" panose="02010600030101010101" pitchFamily="2" charset="-122"/>
              </a:rPr>
              <a:t>3</a:t>
            </a:r>
            <a:r>
              <a:rPr lang="en-US" altLang="zh-CN" sz="3600" b="1" dirty="0">
                <a:latin typeface="Times New Roman" panose="02020603050405020304" pitchFamily="18" charset="0"/>
                <a:ea typeface="宋体" panose="02010600030101010101" pitchFamily="2" charset="-122"/>
              </a:rPr>
              <a:t> – </a:t>
            </a:r>
            <a:r>
              <a:rPr lang="en-US" altLang="zh-CN" sz="3600" b="1" i="1" dirty="0">
                <a:latin typeface="Times New Roman" panose="02020603050405020304" pitchFamily="18" charset="0"/>
                <a:ea typeface="宋体" panose="02010600030101010101" pitchFamily="2" charset="-122"/>
              </a:rPr>
              <a:t>a</a:t>
            </a:r>
            <a:r>
              <a:rPr lang="zh-CN" altLang="en-US" sz="36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则牛顿迭代公式</a:t>
            </a:r>
            <a:r>
              <a:rPr lang="zh-CN" altLang="en-US" sz="3600" b="1" dirty="0">
                <a:latin typeface="Times New Roman" panose="02020603050405020304" pitchFamily="18" charset="0"/>
                <a:ea typeface="宋体" panose="02010600030101010101" pitchFamily="2" charset="-122"/>
              </a:rPr>
              <a:t> </a:t>
            </a:r>
            <a:endParaRPr lang="zh-CN" altLang="en-US" sz="3600" b="1" dirty="0">
              <a:latin typeface="Times New Roman" panose="02020603050405020304" pitchFamily="18" charset="0"/>
              <a:ea typeface="宋体" panose="02010600030101010101" pitchFamily="2" charset="-122"/>
            </a:endParaRPr>
          </a:p>
        </p:txBody>
      </p:sp>
      <p:graphicFrame>
        <p:nvGraphicFramePr>
          <p:cNvPr id="44032" name="Object 1024"/>
          <p:cNvGraphicFramePr/>
          <p:nvPr/>
        </p:nvGraphicFramePr>
        <p:xfrm>
          <a:off x="990600" y="2209800"/>
          <a:ext cx="6400800" cy="1450975"/>
        </p:xfrm>
        <a:graphic>
          <a:graphicData uri="http://schemas.openxmlformats.org/presentationml/2006/ole">
            <mc:AlternateContent xmlns:mc="http://schemas.openxmlformats.org/markup-compatibility/2006">
              <mc:Choice xmlns:v="urn:schemas-microsoft-com:vml" Requires="v">
                <p:oleObj spid="_x0000_s3110" name="" r:id="rId1" imgW="2019300" imgH="457200" progId="Equation.3">
                  <p:embed/>
                </p:oleObj>
              </mc:Choice>
              <mc:Fallback>
                <p:oleObj name="" r:id="rId1" imgW="2019300" imgH="457200" progId="Equation.3">
                  <p:embed/>
                  <p:pic>
                    <p:nvPicPr>
                      <p:cNvPr id="0" name="图片 3109"/>
                      <p:cNvPicPr/>
                      <p:nvPr/>
                    </p:nvPicPr>
                    <p:blipFill>
                      <a:blip r:embed="rId2"/>
                      <a:stretch>
                        <a:fillRect/>
                      </a:stretch>
                    </p:blipFill>
                    <p:spPr>
                      <a:xfrm>
                        <a:off x="990600" y="2209800"/>
                        <a:ext cx="6400800" cy="1450975"/>
                      </a:xfrm>
                      <a:prstGeom prst="rect">
                        <a:avLst/>
                      </a:prstGeom>
                      <a:noFill/>
                      <a:ln w="38100">
                        <a:noFill/>
                        <a:miter/>
                      </a:ln>
                    </p:spPr>
                  </p:pic>
                </p:oleObj>
              </mc:Fallback>
            </mc:AlternateContent>
          </a:graphicData>
        </a:graphic>
      </p:graphicFrame>
      <p:graphicFrame>
        <p:nvGraphicFramePr>
          <p:cNvPr id="44033" name="Object 1025"/>
          <p:cNvGraphicFramePr/>
          <p:nvPr/>
        </p:nvGraphicFramePr>
        <p:xfrm>
          <a:off x="914400" y="3429000"/>
          <a:ext cx="3124200" cy="1117600"/>
        </p:xfrm>
        <a:graphic>
          <a:graphicData uri="http://schemas.openxmlformats.org/presentationml/2006/ole">
            <mc:AlternateContent xmlns:mc="http://schemas.openxmlformats.org/markup-compatibility/2006">
              <mc:Choice xmlns:v="urn:schemas-microsoft-com:vml" Requires="v">
                <p:oleObj spid="_x0000_s3123" name="" r:id="rId3" imgW="1129030" imgH="405765" progId="Equation.3">
                  <p:embed/>
                </p:oleObj>
              </mc:Choice>
              <mc:Fallback>
                <p:oleObj name="" r:id="rId3" imgW="1129030" imgH="405765" progId="Equation.3">
                  <p:embed/>
                  <p:pic>
                    <p:nvPicPr>
                      <p:cNvPr id="0" name="图片 3122"/>
                      <p:cNvPicPr/>
                      <p:nvPr/>
                    </p:nvPicPr>
                    <p:blipFill>
                      <a:blip r:embed="rId4"/>
                      <a:stretch>
                        <a:fillRect/>
                      </a:stretch>
                    </p:blipFill>
                    <p:spPr>
                      <a:xfrm>
                        <a:off x="914400" y="3429000"/>
                        <a:ext cx="3124200" cy="1117600"/>
                      </a:xfrm>
                      <a:prstGeom prst="rect">
                        <a:avLst/>
                      </a:prstGeom>
                      <a:noFill/>
                      <a:ln w="38100">
                        <a:noFill/>
                        <a:miter/>
                      </a:ln>
                    </p:spPr>
                  </p:pic>
                </p:oleObj>
              </mc:Fallback>
            </mc:AlternateContent>
          </a:graphicData>
        </a:graphic>
      </p:graphicFrame>
      <p:graphicFrame>
        <p:nvGraphicFramePr>
          <p:cNvPr id="44034" name="Object 1026"/>
          <p:cNvGraphicFramePr/>
          <p:nvPr/>
        </p:nvGraphicFramePr>
        <p:xfrm>
          <a:off x="4648200" y="3429000"/>
          <a:ext cx="3200400" cy="1181100"/>
        </p:xfrm>
        <a:graphic>
          <a:graphicData uri="http://schemas.openxmlformats.org/presentationml/2006/ole">
            <mc:AlternateContent xmlns:mc="http://schemas.openxmlformats.org/markup-compatibility/2006">
              <mc:Choice xmlns:v="urn:schemas-microsoft-com:vml" Requires="v">
                <p:oleObj spid="_x0000_s3107" name="" r:id="rId5" imgW="1091565" imgH="405765" progId="Equation.3">
                  <p:embed/>
                </p:oleObj>
              </mc:Choice>
              <mc:Fallback>
                <p:oleObj name="" r:id="rId5" imgW="1091565" imgH="405765" progId="Equation.3">
                  <p:embed/>
                  <p:pic>
                    <p:nvPicPr>
                      <p:cNvPr id="0" name="图片 3106"/>
                      <p:cNvPicPr/>
                      <p:nvPr/>
                    </p:nvPicPr>
                    <p:blipFill>
                      <a:blip r:embed="rId6"/>
                      <a:stretch>
                        <a:fillRect/>
                      </a:stretch>
                    </p:blipFill>
                    <p:spPr>
                      <a:xfrm>
                        <a:off x="4648200" y="3429000"/>
                        <a:ext cx="3200400" cy="1181100"/>
                      </a:xfrm>
                      <a:prstGeom prst="rect">
                        <a:avLst/>
                      </a:prstGeom>
                      <a:noFill/>
                      <a:ln w="38100">
                        <a:noFill/>
                        <a:miter/>
                      </a:ln>
                    </p:spPr>
                  </p:pic>
                </p:oleObj>
              </mc:Fallback>
            </mc:AlternateContent>
          </a:graphicData>
        </a:graphic>
      </p:graphicFrame>
      <p:graphicFrame>
        <p:nvGraphicFramePr>
          <p:cNvPr id="44035" name="Object 1027"/>
          <p:cNvGraphicFramePr/>
          <p:nvPr/>
        </p:nvGraphicFramePr>
        <p:xfrm>
          <a:off x="1143000" y="4419600"/>
          <a:ext cx="2590800" cy="1220788"/>
        </p:xfrm>
        <a:graphic>
          <a:graphicData uri="http://schemas.openxmlformats.org/presentationml/2006/ole">
            <mc:AlternateContent xmlns:mc="http://schemas.openxmlformats.org/markup-compatibility/2006">
              <mc:Choice xmlns:v="urn:schemas-microsoft-com:vml" Requires="v">
                <p:oleObj spid="_x0000_s3122" name="" r:id="rId7" imgW="850265" imgH="405765" progId="Equation.3">
                  <p:embed/>
                </p:oleObj>
              </mc:Choice>
              <mc:Fallback>
                <p:oleObj name="" r:id="rId7" imgW="850265" imgH="405765" progId="Equation.3">
                  <p:embed/>
                  <p:pic>
                    <p:nvPicPr>
                      <p:cNvPr id="0" name="图片 3121"/>
                      <p:cNvPicPr/>
                      <p:nvPr/>
                    </p:nvPicPr>
                    <p:blipFill>
                      <a:blip r:embed="rId8"/>
                      <a:stretch>
                        <a:fillRect/>
                      </a:stretch>
                    </p:blipFill>
                    <p:spPr>
                      <a:xfrm>
                        <a:off x="1143000" y="4419600"/>
                        <a:ext cx="2590800" cy="1220788"/>
                      </a:xfrm>
                      <a:prstGeom prst="rect">
                        <a:avLst/>
                      </a:prstGeom>
                      <a:noFill/>
                      <a:ln w="38100">
                        <a:noFill/>
                        <a:miter/>
                      </a:ln>
                    </p:spPr>
                  </p:pic>
                </p:oleObj>
              </mc:Fallback>
            </mc:AlternateContent>
          </a:graphicData>
        </a:graphic>
      </p:graphicFrame>
      <p:graphicFrame>
        <p:nvGraphicFramePr>
          <p:cNvPr id="44036" name="Object 1028"/>
          <p:cNvGraphicFramePr/>
          <p:nvPr/>
        </p:nvGraphicFramePr>
        <p:xfrm>
          <a:off x="4143375" y="4714875"/>
          <a:ext cx="4459288" cy="658813"/>
        </p:xfrm>
        <a:graphic>
          <a:graphicData uri="http://schemas.openxmlformats.org/presentationml/2006/ole">
            <mc:AlternateContent xmlns:mc="http://schemas.openxmlformats.org/markup-compatibility/2006">
              <mc:Choice xmlns:v="urn:schemas-microsoft-com:vml" Requires="v">
                <p:oleObj spid="_x0000_s3120" name="" r:id="rId9" imgW="1967865" imgH="292100" progId="Equation.DSMT4">
                  <p:embed/>
                </p:oleObj>
              </mc:Choice>
              <mc:Fallback>
                <p:oleObj name="" r:id="rId9" imgW="1967865" imgH="292100" progId="Equation.DSMT4">
                  <p:embed/>
                  <p:pic>
                    <p:nvPicPr>
                      <p:cNvPr id="0" name="图片 3119"/>
                      <p:cNvPicPr/>
                      <p:nvPr/>
                    </p:nvPicPr>
                    <p:blipFill>
                      <a:blip r:embed="rId10"/>
                      <a:stretch>
                        <a:fillRect/>
                      </a:stretch>
                    </p:blipFill>
                    <p:spPr>
                      <a:xfrm>
                        <a:off x="4143375" y="4714875"/>
                        <a:ext cx="4459288" cy="658813"/>
                      </a:xfrm>
                      <a:prstGeom prst="rect">
                        <a:avLst/>
                      </a:prstGeom>
                      <a:noFill/>
                      <a:ln w="38100">
                        <a:noFill/>
                        <a:miter/>
                      </a:ln>
                    </p:spPr>
                  </p:pic>
                </p:oleObj>
              </mc:Fallback>
            </mc:AlternateContent>
          </a:graphicData>
        </a:graphic>
      </p:graphicFrame>
      <p:sp>
        <p:nvSpPr>
          <p:cNvPr id="23565" name="Text Box 13"/>
          <p:cNvSpPr txBox="1"/>
          <p:nvPr/>
        </p:nvSpPr>
        <p:spPr>
          <a:xfrm>
            <a:off x="762000" y="5638800"/>
            <a:ext cx="7315200" cy="579438"/>
          </a:xfrm>
          <a:prstGeom prst="rect">
            <a:avLst/>
          </a:prstGeom>
          <a:noFill/>
          <a:ln w="9525">
            <a:noFill/>
          </a:ln>
        </p:spPr>
        <p:txBody>
          <a:bodyPr anchor="t" anchorCtr="0">
            <a:spAutoFit/>
          </a:bodyPr>
          <a:p>
            <a:pPr eaLnBrk="0" hangingPunct="0">
              <a:spcBef>
                <a:spcPct val="50000"/>
              </a:spcBef>
            </a:pPr>
            <a:r>
              <a:rPr lang="zh-CN" altLang="en-US" sz="3200" b="1" dirty="0">
                <a:latin typeface="Times New Roman" panose="02020603050405020304" pitchFamily="18" charset="0"/>
                <a:ea typeface="黑体" panose="02010609060101010101" pitchFamily="49" charset="-122"/>
              </a:rPr>
              <a:t>故立方根迭代算法二阶收敛。</a:t>
            </a:r>
            <a:endParaRPr lang="zh-CN" altLang="en-US" sz="3200" b="1"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5">
                                            <p:txEl>
                                              <p:charRg st="0" end="27"/>
                                            </p:txEl>
                                          </p:spTgt>
                                        </p:tgtEl>
                                        <p:attrNameLst>
                                          <p:attrName>style.visibility</p:attrName>
                                        </p:attrNameLst>
                                      </p:cBhvr>
                                      <p:to>
                                        <p:strVal val="visible"/>
                                      </p:to>
                                    </p:set>
                                    <p:animEffect transition="in" filter="wipe(left)">
                                      <p:cBhvr>
                                        <p:cTn id="7" dur="500"/>
                                        <p:tgtEl>
                                          <p:spTgt spid="23555">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032"/>
                                        </p:tgtEl>
                                        <p:attrNameLst>
                                          <p:attrName>style.visibility</p:attrName>
                                        </p:attrNameLst>
                                      </p:cBhvr>
                                      <p:to>
                                        <p:strVal val="visible"/>
                                      </p:to>
                                    </p:set>
                                    <p:animEffect transition="in" filter="wipe(left)">
                                      <p:cBhvr>
                                        <p:cTn id="12" dur="500"/>
                                        <p:tgtEl>
                                          <p:spTgt spid="440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33"/>
                                        </p:tgtEl>
                                        <p:attrNameLst>
                                          <p:attrName>style.visibility</p:attrName>
                                        </p:attrNameLst>
                                      </p:cBhvr>
                                      <p:to>
                                        <p:strVal val="visible"/>
                                      </p:to>
                                    </p:set>
                                    <p:animEffect transition="in" filter="wipe(left)">
                                      <p:cBhvr>
                                        <p:cTn id="17" dur="500"/>
                                        <p:tgtEl>
                                          <p:spTgt spid="440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4034"/>
                                        </p:tgtEl>
                                        <p:attrNameLst>
                                          <p:attrName>style.visibility</p:attrName>
                                        </p:attrNameLst>
                                      </p:cBhvr>
                                      <p:to>
                                        <p:strVal val="visible"/>
                                      </p:to>
                                    </p:set>
                                    <p:animEffect transition="in" filter="wipe(left)">
                                      <p:cBhvr>
                                        <p:cTn id="22" dur="500"/>
                                        <p:tgtEl>
                                          <p:spTgt spid="440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035"/>
                                        </p:tgtEl>
                                        <p:attrNameLst>
                                          <p:attrName>style.visibility</p:attrName>
                                        </p:attrNameLst>
                                      </p:cBhvr>
                                      <p:to>
                                        <p:strVal val="visible"/>
                                      </p:to>
                                    </p:set>
                                    <p:animEffect transition="in" filter="wipe(left)">
                                      <p:cBhvr>
                                        <p:cTn id="27" dur="500"/>
                                        <p:tgtEl>
                                          <p:spTgt spid="440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4036"/>
                                        </p:tgtEl>
                                        <p:attrNameLst>
                                          <p:attrName>style.visibility</p:attrName>
                                        </p:attrNameLst>
                                      </p:cBhvr>
                                      <p:to>
                                        <p:strVal val="visible"/>
                                      </p:to>
                                    </p:set>
                                    <p:animEffect transition="in" filter="wipe(left)">
                                      <p:cBhvr>
                                        <p:cTn id="32" dur="500"/>
                                        <p:tgtEl>
                                          <p:spTgt spid="440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565">
                                            <p:txEl>
                                              <p:charRg st="0" end="14"/>
                                            </p:txEl>
                                          </p:spTgt>
                                        </p:tgtEl>
                                        <p:attrNameLst>
                                          <p:attrName>style.visibility</p:attrName>
                                        </p:attrNameLst>
                                      </p:cBhvr>
                                      <p:to>
                                        <p:strVal val="visible"/>
                                      </p:to>
                                    </p:set>
                                    <p:animEffect transition="in" filter="wipe(left)">
                                      <p:cBhvr>
                                        <p:cTn id="37" dur="500"/>
                                        <p:tgtEl>
                                          <p:spTgt spid="23565">
                                            <p:txEl>
                                              <p:charRg st="0"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P spid="2356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1026"/>
          <p:cNvSpPr/>
          <p:nvPr/>
        </p:nvSpPr>
        <p:spPr>
          <a:xfrm>
            <a:off x="1828800" y="304800"/>
            <a:ext cx="5187950" cy="579438"/>
          </a:xfrm>
          <a:prstGeom prst="rect">
            <a:avLst/>
          </a:prstGeom>
          <a:noFill/>
          <a:ln w="9525">
            <a:noFill/>
          </a:ln>
        </p:spPr>
        <p:txBody>
          <a:bodyPr wrap="none" anchor="t" anchorCtr="0">
            <a:spAutoFit/>
          </a:bodyPr>
          <a:p>
            <a:r>
              <a:rPr lang="en-US" altLang="zh-CN" sz="3200" b="1" dirty="0">
                <a:solidFill>
                  <a:srgbClr val="FF0000"/>
                </a:solidFill>
                <a:latin typeface="Times New Roman" panose="02020603050405020304" pitchFamily="18" charset="0"/>
                <a:ea typeface="宋体" panose="02010600030101010101" pitchFamily="2" charset="-122"/>
              </a:rPr>
              <a:t>Newton</a:t>
            </a:r>
            <a:r>
              <a:rPr lang="zh-CN" altLang="en-US" sz="3200" b="1" dirty="0">
                <a:solidFill>
                  <a:srgbClr val="FF0000"/>
                </a:solidFill>
                <a:latin typeface="Times New Roman" panose="02020603050405020304" pitchFamily="18" charset="0"/>
                <a:ea typeface="黑体" panose="02010609060101010101" pitchFamily="49" charset="-122"/>
              </a:rPr>
              <a:t>迭代法的局部收敛性</a:t>
            </a:r>
            <a:endParaRPr lang="zh-CN" altLang="en-US" sz="3200" b="1" dirty="0">
              <a:solidFill>
                <a:srgbClr val="FF0000"/>
              </a:solidFill>
              <a:latin typeface="Times New Roman" panose="02020603050405020304" pitchFamily="18" charset="0"/>
              <a:ea typeface="黑体" panose="02010609060101010101" pitchFamily="49" charset="-122"/>
            </a:endParaRPr>
          </a:p>
        </p:txBody>
      </p:sp>
      <p:sp>
        <p:nvSpPr>
          <p:cNvPr id="29698" name="Text Box 1027"/>
          <p:cNvSpPr txBox="1"/>
          <p:nvPr/>
        </p:nvSpPr>
        <p:spPr>
          <a:xfrm>
            <a:off x="381000" y="914400"/>
            <a:ext cx="8229600" cy="1570038"/>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定理</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设</a:t>
            </a:r>
            <a:r>
              <a:rPr lang="zh-CN" altLang="en-US" sz="3200" b="1" i="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在点</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的</a:t>
            </a:r>
            <a:r>
              <a:rPr lang="zh-CN" altLang="en-US" sz="3200" b="1" dirty="0">
                <a:solidFill>
                  <a:srgbClr val="92D050"/>
                </a:solidFill>
                <a:latin typeface="Times New Roman" panose="02020603050405020304" pitchFamily="18" charset="0"/>
                <a:ea typeface="黑体" panose="02010609060101010101" pitchFamily="49" charset="-122"/>
              </a:rPr>
              <a:t>某邻域</a:t>
            </a:r>
            <a:r>
              <a:rPr lang="zh-CN" altLang="en-US" sz="3200" b="1" dirty="0">
                <a:latin typeface="Times New Roman" panose="02020603050405020304" pitchFamily="18" charset="0"/>
                <a:ea typeface="黑体" panose="02010609060101010101" pitchFamily="49" charset="-122"/>
              </a:rPr>
              <a:t>内具有二阶连续</a:t>
            </a:r>
            <a:r>
              <a:rPr lang="zh-CN" altLang="en-US" sz="3200" b="1" dirty="0">
                <a:latin typeface="黑体" panose="02010609060101010101" pitchFamily="49" charset="-122"/>
                <a:ea typeface="黑体" panose="02010609060101010101" pitchFamily="49" charset="-122"/>
              </a:rPr>
              <a:t>导数</a:t>
            </a:r>
            <a:r>
              <a:rPr lang="en-US" altLang="zh-CN" sz="3200" b="1" dirty="0">
                <a:latin typeface="Times New Roman" panose="02020603050405020304" pitchFamily="18" charset="0"/>
                <a:ea typeface="宋体" panose="02010600030101010101" pitchFamily="2" charset="-122"/>
              </a:rPr>
              <a:t>, </a:t>
            </a:r>
            <a:r>
              <a:rPr lang="zh-CN" altLang="en-US" sz="3200" b="1" dirty="0">
                <a:latin typeface="黑体" panose="02010609060101010101" pitchFamily="49" charset="-122"/>
                <a:ea typeface="黑体" panose="02010609060101010101" pitchFamily="49" charset="-122"/>
              </a:rPr>
              <a:t>且</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)=0</a:t>
            </a:r>
            <a:r>
              <a:rPr lang="zh-CN" altLang="en-US" sz="3200" b="1" dirty="0">
                <a:latin typeface="Times New Roman" panose="02020603050405020304" pitchFamily="18" charset="0"/>
                <a:ea typeface="黑体" panose="02010609060101010101" pitchFamily="49" charset="-122"/>
              </a:rPr>
              <a:t>和</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 </a:t>
            </a:r>
            <a:r>
              <a:rPr lang="en-US" altLang="zh-CN" sz="3200" b="1" dirty="0">
                <a:latin typeface="Times New Roman" panose="02020603050405020304" pitchFamily="18" charset="0"/>
                <a:ea typeface="宋体" panose="02010600030101010101" pitchFamily="2" charset="-122"/>
              </a:rPr>
              <a:t>0, </a:t>
            </a:r>
            <a:r>
              <a:rPr lang="zh-CN" altLang="en-US" sz="3200" b="1" dirty="0">
                <a:latin typeface="Times New Roman" panose="02020603050405020304" pitchFamily="18" charset="0"/>
                <a:ea typeface="黑体" panose="02010609060101010101" pitchFamily="49" charset="-122"/>
              </a:rPr>
              <a:t>则对充分靠近点</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的初值</a:t>
            </a:r>
            <a:r>
              <a:rPr lang="en-US" altLang="zh-CN" sz="3200" b="1" i="1" dirty="0">
                <a:latin typeface="Times New Roman" panose="02020603050405020304" pitchFamily="18" charset="0"/>
                <a:ea typeface="宋体" panose="02010600030101010101" pitchFamily="2" charset="-122"/>
              </a:rPr>
              <a:t>x</a:t>
            </a:r>
            <a:r>
              <a:rPr lang="en-US" altLang="zh-CN" sz="3200" b="1" baseline="-25000" dirty="0">
                <a:latin typeface="Times New Roman" panose="02020603050405020304" pitchFamily="18" charset="0"/>
                <a:ea typeface="宋体" panose="02010600030101010101" pitchFamily="2" charset="-122"/>
              </a:rPr>
              <a:t>0</a:t>
            </a:r>
            <a:r>
              <a:rPr lang="en-US" altLang="zh-CN" sz="3200" b="1" dirty="0">
                <a:latin typeface="Times New Roman" panose="02020603050405020304" pitchFamily="18" charset="0"/>
                <a:ea typeface="宋体" panose="02010600030101010101" pitchFamily="2" charset="-122"/>
              </a:rPr>
              <a:t>, Newton</a:t>
            </a:r>
            <a:r>
              <a:rPr lang="zh-CN" altLang="en-US" sz="3200" b="1" dirty="0">
                <a:latin typeface="Times New Roman" panose="02020603050405020304" pitchFamily="18" charset="0"/>
                <a:ea typeface="黑体" panose="02010609060101010101" pitchFamily="49" charset="-122"/>
              </a:rPr>
              <a:t>迭代法</a:t>
            </a:r>
            <a:r>
              <a:rPr lang="zh-CN" altLang="en-US" sz="3200" b="1" dirty="0">
                <a:solidFill>
                  <a:srgbClr val="00B0F0"/>
                </a:solidFill>
                <a:latin typeface="Times New Roman" panose="02020603050405020304" pitchFamily="18" charset="0"/>
                <a:ea typeface="黑体" panose="02010609060101010101" pitchFamily="49" charset="-122"/>
              </a:rPr>
              <a:t>至少平方</a:t>
            </a:r>
            <a:r>
              <a:rPr lang="zh-CN" altLang="en-US" sz="3200" b="1" dirty="0">
                <a:latin typeface="Times New Roman" panose="02020603050405020304" pitchFamily="18" charset="0"/>
                <a:ea typeface="黑体" panose="02010609060101010101" pitchFamily="49" charset="-122"/>
              </a:rPr>
              <a:t>收敛</a:t>
            </a:r>
            <a:r>
              <a:rPr lang="zh-CN" altLang="en-US"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p:txBody>
      </p:sp>
      <p:graphicFrame>
        <p:nvGraphicFramePr>
          <p:cNvPr id="30724" name="Object 1028"/>
          <p:cNvGraphicFramePr>
            <a:graphicFrameLocks noChangeAspect="1"/>
          </p:cNvGraphicFramePr>
          <p:nvPr/>
        </p:nvGraphicFramePr>
        <p:xfrm>
          <a:off x="533400" y="2362200"/>
          <a:ext cx="3298825" cy="1214438"/>
        </p:xfrm>
        <a:graphic>
          <a:graphicData uri="http://schemas.openxmlformats.org/presentationml/2006/ole">
            <mc:AlternateContent xmlns:mc="http://schemas.openxmlformats.org/markup-compatibility/2006">
              <mc:Choice xmlns:v="urn:schemas-microsoft-com:vml" Requires="v">
                <p:oleObj spid="_x0000_s3098" name="" r:id="rId1" imgW="1205865" imgH="444500" progId="Equation.3">
                  <p:embed/>
                </p:oleObj>
              </mc:Choice>
              <mc:Fallback>
                <p:oleObj name="" r:id="rId1" imgW="1205865" imgH="444500" progId="Equation.3">
                  <p:embed/>
                  <p:pic>
                    <p:nvPicPr>
                      <p:cNvPr id="0" name="图片 3097"/>
                      <p:cNvPicPr/>
                      <p:nvPr/>
                    </p:nvPicPr>
                    <p:blipFill>
                      <a:blip r:embed="rId2"/>
                      <a:stretch>
                        <a:fillRect/>
                      </a:stretch>
                    </p:blipFill>
                    <p:spPr>
                      <a:xfrm>
                        <a:off x="533400" y="2362200"/>
                        <a:ext cx="3298825" cy="1214438"/>
                      </a:xfrm>
                      <a:prstGeom prst="rect">
                        <a:avLst/>
                      </a:prstGeom>
                      <a:noFill/>
                      <a:ln w="38100">
                        <a:noFill/>
                        <a:miter/>
                      </a:ln>
                    </p:spPr>
                  </p:pic>
                </p:oleObj>
              </mc:Fallback>
            </mc:AlternateContent>
          </a:graphicData>
        </a:graphic>
      </p:graphicFrame>
      <p:graphicFrame>
        <p:nvGraphicFramePr>
          <p:cNvPr id="30725" name="Object 1029"/>
          <p:cNvGraphicFramePr>
            <a:graphicFrameLocks noChangeAspect="1"/>
          </p:cNvGraphicFramePr>
          <p:nvPr/>
        </p:nvGraphicFramePr>
        <p:xfrm>
          <a:off x="5410200" y="2362200"/>
          <a:ext cx="3055938" cy="1181100"/>
        </p:xfrm>
        <a:graphic>
          <a:graphicData uri="http://schemas.openxmlformats.org/presentationml/2006/ole">
            <mc:AlternateContent xmlns:mc="http://schemas.openxmlformats.org/markup-compatibility/2006">
              <mc:Choice xmlns:v="urn:schemas-microsoft-com:vml" Requires="v">
                <p:oleObj spid="_x0000_s3097" name="" r:id="rId3" imgW="1117600" imgH="431800" progId="Equation.3">
                  <p:embed/>
                </p:oleObj>
              </mc:Choice>
              <mc:Fallback>
                <p:oleObj name="" r:id="rId3" imgW="1117600" imgH="431800" progId="Equation.3">
                  <p:embed/>
                  <p:pic>
                    <p:nvPicPr>
                      <p:cNvPr id="0" name="图片 3096"/>
                      <p:cNvPicPr/>
                      <p:nvPr/>
                    </p:nvPicPr>
                    <p:blipFill>
                      <a:blip r:embed="rId4"/>
                      <a:stretch>
                        <a:fillRect/>
                      </a:stretch>
                    </p:blipFill>
                    <p:spPr>
                      <a:xfrm>
                        <a:off x="5410200" y="2362200"/>
                        <a:ext cx="3055938" cy="1181100"/>
                      </a:xfrm>
                      <a:prstGeom prst="rect">
                        <a:avLst/>
                      </a:prstGeom>
                      <a:noFill/>
                      <a:ln w="38100">
                        <a:noFill/>
                        <a:miter/>
                      </a:ln>
                    </p:spPr>
                  </p:pic>
                </p:oleObj>
              </mc:Fallback>
            </mc:AlternateContent>
          </a:graphicData>
        </a:graphic>
      </p:graphicFrame>
      <p:graphicFrame>
        <p:nvGraphicFramePr>
          <p:cNvPr id="30727" name="Object 1031"/>
          <p:cNvGraphicFramePr>
            <a:graphicFrameLocks noChangeAspect="1"/>
          </p:cNvGraphicFramePr>
          <p:nvPr/>
        </p:nvGraphicFramePr>
        <p:xfrm>
          <a:off x="303213" y="3548063"/>
          <a:ext cx="8340725" cy="595312"/>
        </p:xfrm>
        <a:graphic>
          <a:graphicData uri="http://schemas.openxmlformats.org/presentationml/2006/ole">
            <mc:AlternateContent xmlns:mc="http://schemas.openxmlformats.org/markup-compatibility/2006">
              <mc:Choice xmlns:v="urn:schemas-microsoft-com:vml" Requires="v">
                <p:oleObj spid="_x0000_s3096" name="" r:id="rId5" imgW="4102100" imgH="292100" progId="Equation.DSMT4">
                  <p:embed/>
                </p:oleObj>
              </mc:Choice>
              <mc:Fallback>
                <p:oleObj name="" r:id="rId5" imgW="4102100" imgH="292100" progId="Equation.DSMT4">
                  <p:embed/>
                  <p:pic>
                    <p:nvPicPr>
                      <p:cNvPr id="0" name="图片 3095"/>
                      <p:cNvPicPr/>
                      <p:nvPr/>
                    </p:nvPicPr>
                    <p:blipFill>
                      <a:blip r:embed="rId6"/>
                      <a:stretch>
                        <a:fillRect/>
                      </a:stretch>
                    </p:blipFill>
                    <p:spPr>
                      <a:xfrm>
                        <a:off x="303213" y="3548063"/>
                        <a:ext cx="8340725" cy="595312"/>
                      </a:xfrm>
                      <a:prstGeom prst="rect">
                        <a:avLst/>
                      </a:prstGeom>
                      <a:noFill/>
                      <a:ln w="38100">
                        <a:noFill/>
                        <a:miter/>
                      </a:ln>
                    </p:spPr>
                  </p:pic>
                </p:oleObj>
              </mc:Fallback>
            </mc:AlternateContent>
          </a:graphicData>
        </a:graphic>
      </p:graphicFrame>
      <p:sp>
        <p:nvSpPr>
          <p:cNvPr id="30728" name="Rectangle 1032"/>
          <p:cNvSpPr/>
          <p:nvPr/>
        </p:nvSpPr>
        <p:spPr>
          <a:xfrm>
            <a:off x="685800" y="5638800"/>
            <a:ext cx="6678613" cy="584200"/>
          </a:xfrm>
          <a:prstGeom prst="rect">
            <a:avLst/>
          </a:prstGeom>
          <a:noFill/>
          <a:ln w="9525">
            <a:noFill/>
          </a:ln>
        </p:spPr>
        <p:txBody>
          <a:bodyPr wrap="none" anchor="t" anchorCtr="0">
            <a:spAutoFit/>
          </a:bodyPr>
          <a:p>
            <a:r>
              <a:rPr lang="zh-CN" altLang="en-US" sz="3200" b="1" dirty="0">
                <a:latin typeface="Times New Roman" panose="02020603050405020304" pitchFamily="18" charset="0"/>
                <a:ea typeface="黑体" panose="02010609060101010101" pitchFamily="49" charset="-122"/>
              </a:rPr>
              <a:t>所以</a:t>
            </a:r>
            <a:r>
              <a:rPr lang="en-US" altLang="zh-CN" sz="3200" b="1" dirty="0">
                <a:latin typeface="Times New Roman" panose="02020603050405020304" pitchFamily="18" charset="0"/>
                <a:ea typeface="宋体" panose="02010600030101010101" pitchFamily="2" charset="-122"/>
              </a:rPr>
              <a:t>Newton</a:t>
            </a:r>
            <a:r>
              <a:rPr lang="zh-CN" altLang="en-US" sz="3200" b="1" dirty="0">
                <a:latin typeface="Times New Roman" panose="02020603050405020304" pitchFamily="18" charset="0"/>
                <a:ea typeface="黑体" panose="02010609060101010101" pitchFamily="49" charset="-122"/>
              </a:rPr>
              <a:t>迭代法至少平方收敛。</a:t>
            </a:r>
            <a:endParaRPr lang="zh-CN" altLang="en-US" sz="3200" b="1" dirty="0">
              <a:latin typeface="Times New Roman" panose="02020603050405020304" pitchFamily="18" charset="0"/>
              <a:ea typeface="黑体" panose="02010609060101010101" pitchFamily="49" charset="-122"/>
            </a:endParaRPr>
          </a:p>
        </p:txBody>
      </p:sp>
      <p:graphicFrame>
        <p:nvGraphicFramePr>
          <p:cNvPr id="30731" name="Object 1035"/>
          <p:cNvGraphicFramePr>
            <a:graphicFrameLocks noChangeAspect="1"/>
          </p:cNvGraphicFramePr>
          <p:nvPr/>
        </p:nvGraphicFramePr>
        <p:xfrm>
          <a:off x="2857500" y="4214813"/>
          <a:ext cx="3254375" cy="1323975"/>
        </p:xfrm>
        <a:graphic>
          <a:graphicData uri="http://schemas.openxmlformats.org/presentationml/2006/ole">
            <mc:AlternateContent xmlns:mc="http://schemas.openxmlformats.org/markup-compatibility/2006">
              <mc:Choice xmlns:v="urn:schemas-microsoft-com:vml" Requires="v">
                <p:oleObj spid="_x0000_s3095" name="" r:id="rId7" imgW="1091565" imgH="444500" progId="Equation.3">
                  <p:embed/>
                </p:oleObj>
              </mc:Choice>
              <mc:Fallback>
                <p:oleObj name="" r:id="rId7" imgW="1091565" imgH="444500" progId="Equation.3">
                  <p:embed/>
                  <p:pic>
                    <p:nvPicPr>
                      <p:cNvPr id="0" name="图片 3094"/>
                      <p:cNvPicPr/>
                      <p:nvPr/>
                    </p:nvPicPr>
                    <p:blipFill>
                      <a:blip r:embed="rId8"/>
                      <a:stretch>
                        <a:fillRect/>
                      </a:stretch>
                    </p:blipFill>
                    <p:spPr>
                      <a:xfrm>
                        <a:off x="2857500" y="4214813"/>
                        <a:ext cx="3254375" cy="1323975"/>
                      </a:xfrm>
                      <a:prstGeom prst="rect">
                        <a:avLst/>
                      </a:prstGeom>
                      <a:noFill/>
                      <a:ln w="38100">
                        <a:noFill/>
                        <a:miter/>
                      </a:ln>
                    </p:spPr>
                  </p:pic>
                </p:oleObj>
              </mc:Fallback>
            </mc:AlternateContent>
          </a:graphicData>
        </a:graphic>
      </p:graphicFrame>
      <p:sp>
        <p:nvSpPr>
          <p:cNvPr id="30732" name="Text Box 1036"/>
          <p:cNvSpPr txBox="1"/>
          <p:nvPr/>
        </p:nvSpPr>
        <p:spPr>
          <a:xfrm>
            <a:off x="4191000" y="2667000"/>
            <a:ext cx="990600" cy="641350"/>
          </a:xfrm>
          <a:prstGeom prst="rect">
            <a:avLst/>
          </a:prstGeom>
          <a:noFill/>
          <a:ln w="9525">
            <a:noFill/>
          </a:ln>
        </p:spPr>
        <p:txBody>
          <a:bodyPr anchor="t" anchorCtr="0">
            <a:spAutoFit/>
          </a:bodyPr>
          <a:p>
            <a:pPr>
              <a:spcBef>
                <a:spcPct val="50000"/>
              </a:spcBef>
            </a:pPr>
            <a:r>
              <a:rPr lang="en-US" altLang="zh-CN" sz="3600" b="1" dirty="0">
                <a:latin typeface="Times New Roman" panose="02020603050405020304" pitchFamily="18" charset="0"/>
                <a:ea typeface="宋体" panose="02010600030101010101" pitchFamily="2" charset="-122"/>
                <a:sym typeface="Wingdings" panose="05000000000000000000" pitchFamily="2" charset="2"/>
              </a:rPr>
              <a:t> </a:t>
            </a:r>
            <a:endParaRPr lang="en-US" altLang="zh-CN" sz="36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wipe(left)">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32">
                                            <p:txEl>
                                              <p:charRg st="0" end="3"/>
                                            </p:txEl>
                                          </p:spTgt>
                                        </p:tgtEl>
                                        <p:attrNameLst>
                                          <p:attrName>style.visibility</p:attrName>
                                        </p:attrNameLst>
                                      </p:cBhvr>
                                      <p:to>
                                        <p:strVal val="visible"/>
                                      </p:to>
                                    </p:set>
                                    <p:animEffect transition="in" filter="wipe(left)">
                                      <p:cBhvr>
                                        <p:cTn id="12" dur="500"/>
                                        <p:tgtEl>
                                          <p:spTgt spid="30732">
                                            <p:txEl>
                                              <p:charRg st="0"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25"/>
                                        </p:tgtEl>
                                        <p:attrNameLst>
                                          <p:attrName>style.visibility</p:attrName>
                                        </p:attrNameLst>
                                      </p:cBhvr>
                                      <p:to>
                                        <p:strVal val="visible"/>
                                      </p:to>
                                    </p:set>
                                    <p:animEffect transition="in" filter="wipe(left)">
                                      <p:cBhvr>
                                        <p:cTn id="17" dur="500"/>
                                        <p:tgtEl>
                                          <p:spTgt spid="307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727"/>
                                        </p:tgtEl>
                                        <p:attrNameLst>
                                          <p:attrName>style.visibility</p:attrName>
                                        </p:attrNameLst>
                                      </p:cBhvr>
                                      <p:to>
                                        <p:strVal val="visible"/>
                                      </p:to>
                                    </p:set>
                                    <p:animEffect transition="in" filter="wipe(left)">
                                      <p:cBhvr>
                                        <p:cTn id="22" dur="500"/>
                                        <p:tgtEl>
                                          <p:spTgt spid="307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731"/>
                                        </p:tgtEl>
                                        <p:attrNameLst>
                                          <p:attrName>style.visibility</p:attrName>
                                        </p:attrNameLst>
                                      </p:cBhvr>
                                      <p:to>
                                        <p:strVal val="visible"/>
                                      </p:to>
                                    </p:set>
                                    <p:animEffect transition="in" filter="wipe(left)">
                                      <p:cBhvr>
                                        <p:cTn id="27" dur="500"/>
                                        <p:tgtEl>
                                          <p:spTgt spid="307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728">
                                            <p:txEl>
                                              <p:charRg st="0" end="19"/>
                                            </p:txEl>
                                          </p:spTgt>
                                        </p:tgtEl>
                                        <p:attrNameLst>
                                          <p:attrName>style.visibility</p:attrName>
                                        </p:attrNameLst>
                                      </p:cBhvr>
                                      <p:to>
                                        <p:strVal val="visible"/>
                                      </p:to>
                                    </p:set>
                                    <p:animEffect transition="in" filter="wipe(left)">
                                      <p:cBhvr>
                                        <p:cTn id="32" dur="500"/>
                                        <p:tgtEl>
                                          <p:spTgt spid="30728">
                                            <p:txEl>
                                              <p:charRg st="0"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8" grpId="0" build="p"/>
      <p:bldP spid="3073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15695" y="692785"/>
            <a:ext cx="6721475" cy="553783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Text Box 2"/>
          <p:cNvSpPr txBox="1"/>
          <p:nvPr/>
        </p:nvSpPr>
        <p:spPr>
          <a:xfrm>
            <a:off x="0" y="115888"/>
            <a:ext cx="8382000" cy="1136650"/>
          </a:xfrm>
          <a:prstGeom prst="rect">
            <a:avLst/>
          </a:prstGeom>
          <a:noFill/>
          <a:ln w="9525">
            <a:noFill/>
          </a:ln>
        </p:spPr>
        <p:txBody>
          <a:bodyPr anchor="t" anchorCtr="0">
            <a:spAutoFit/>
          </a:bodyPr>
          <a:p>
            <a:pPr algn="just">
              <a:spcBef>
                <a:spcPct val="50000"/>
              </a:spcBef>
            </a:pPr>
            <a:r>
              <a:rPr lang="en-US" altLang="zh-CN" sz="3600" b="1" dirty="0">
                <a:latin typeface="Times New Roman" panose="02020603050405020304" pitchFamily="18" charset="0"/>
                <a:ea typeface="宋体" panose="02010600030101010101" pitchFamily="2" charset="-122"/>
              </a:rPr>
              <a:t> </a:t>
            </a: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600" b="1" dirty="0">
                <a:latin typeface="Times New Roman" panose="02020603050405020304" pitchFamily="18" charset="0"/>
                <a:ea typeface="黑体" panose="02010609060101010101" pitchFamily="49" charset="-122"/>
              </a:rPr>
              <a:t>.</a:t>
            </a:r>
            <a:r>
              <a:rPr lang="en-US" altLang="zh-CN" sz="3600" b="1" dirty="0">
                <a:solidFill>
                  <a:srgbClr val="0070C0"/>
                </a:solidFill>
                <a:latin typeface="Times New Roman" panose="02020603050405020304" pitchFamily="18" charset="0"/>
                <a:ea typeface="黑体" panose="02010609060101010101" pitchFamily="49" charset="-122"/>
              </a:rPr>
              <a:t> </a:t>
            </a:r>
            <a:r>
              <a:rPr lang="zh-CN" altLang="en-US" sz="3200" b="1" dirty="0">
                <a:latin typeface="Times New Roman" panose="02020603050405020304" pitchFamily="18" charset="0"/>
                <a:ea typeface="黑体" panose="02010609060101010101" pitchFamily="49" charset="-122"/>
              </a:rPr>
              <a:t>设计求解</a:t>
            </a:r>
            <a:r>
              <a:rPr lang="en-US" altLang="zh-CN" sz="3200" b="1" dirty="0">
                <a:latin typeface="Times New Roman" panose="02020603050405020304" pitchFamily="18" charset="0"/>
                <a:ea typeface="黑体" panose="02010609060101010101" pitchFamily="49" charset="-122"/>
              </a:rPr>
              <a:t>(</a:t>
            </a:r>
            <a:r>
              <a:rPr lang="en-US" altLang="zh-CN" sz="3600" b="1" i="1" dirty="0">
                <a:latin typeface="Times New Roman" panose="02020603050405020304" pitchFamily="18" charset="0"/>
                <a:ea typeface="宋体" panose="02010600030101010101" pitchFamily="2" charset="-122"/>
              </a:rPr>
              <a:t>x</a:t>
            </a:r>
            <a:r>
              <a:rPr lang="en-US" altLang="zh-CN" sz="3600" b="1" baseline="30000" dirty="0">
                <a:latin typeface="Times New Roman" panose="02020603050405020304" pitchFamily="18" charset="0"/>
                <a:ea typeface="宋体" panose="02010600030101010101" pitchFamily="2" charset="-122"/>
              </a:rPr>
              <a:t>2</a:t>
            </a:r>
            <a:r>
              <a:rPr lang="en-US" altLang="zh-CN" sz="3600" b="1" dirty="0">
                <a:latin typeface="Times New Roman" panose="02020603050405020304" pitchFamily="18" charset="0"/>
                <a:ea typeface="宋体" panose="02010600030101010101" pitchFamily="2" charset="-122"/>
              </a:rPr>
              <a:t>-</a:t>
            </a:r>
            <a:r>
              <a:rPr lang="en-US" altLang="zh-CN" sz="3600" b="1" i="1" dirty="0">
                <a:latin typeface="Times New Roman" panose="02020603050405020304" pitchFamily="18" charset="0"/>
                <a:ea typeface="宋体" panose="02010600030101010101" pitchFamily="2" charset="-122"/>
              </a:rPr>
              <a:t>a</a:t>
            </a:r>
            <a:r>
              <a:rPr lang="en-US" altLang="zh-CN" sz="3600" b="1" dirty="0">
                <a:latin typeface="Times New Roman" panose="02020603050405020304" pitchFamily="18" charset="0"/>
                <a:ea typeface="宋体" panose="02010600030101010101" pitchFamily="2" charset="-122"/>
              </a:rPr>
              <a:t>)</a:t>
            </a:r>
            <a:r>
              <a:rPr lang="en-US" altLang="zh-CN" sz="3600" b="1" baseline="30000" dirty="0">
                <a:latin typeface="Times New Roman" panose="02020603050405020304" pitchFamily="18" charset="0"/>
                <a:ea typeface="宋体" panose="02010600030101010101" pitchFamily="2" charset="-122"/>
              </a:rPr>
              <a:t>2</a:t>
            </a:r>
            <a:r>
              <a:rPr lang="en-US" altLang="zh-CN" sz="3600" b="1" i="1" dirty="0">
                <a:latin typeface="Times New Roman" panose="02020603050405020304" pitchFamily="18" charset="0"/>
                <a:ea typeface="宋体" panose="02010600030101010101" pitchFamily="2" charset="-122"/>
              </a:rPr>
              <a:t>= </a:t>
            </a:r>
            <a:r>
              <a:rPr lang="en-US" altLang="zh-CN" sz="3600" b="1" dirty="0">
                <a:latin typeface="Times New Roman" panose="02020603050405020304" pitchFamily="18" charset="0"/>
                <a:ea typeface="宋体" panose="02010600030101010101" pitchFamily="2" charset="-122"/>
              </a:rPr>
              <a:t>0</a:t>
            </a:r>
            <a:r>
              <a:rPr lang="zh-CN" altLang="en-US" sz="3200" b="1" dirty="0">
                <a:latin typeface="Times New Roman" panose="02020603050405020304" pitchFamily="18" charset="0"/>
                <a:ea typeface="黑体" panose="02010609060101010101" pitchFamily="49" charset="-122"/>
              </a:rPr>
              <a:t>的牛顿迭代</a:t>
            </a:r>
            <a:r>
              <a:rPr lang="en-US" altLang="zh-CN" sz="36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并讨论其收敛速度阶数</a:t>
            </a:r>
            <a:r>
              <a:rPr lang="zh-CN" altLang="en-US"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宋体" panose="02010600030101010101" pitchFamily="2" charset="-122"/>
            </a:endParaRPr>
          </a:p>
        </p:txBody>
      </p:sp>
      <p:sp>
        <p:nvSpPr>
          <p:cNvPr id="22531" name="Text Box 2"/>
          <p:cNvSpPr txBox="1"/>
          <p:nvPr/>
        </p:nvSpPr>
        <p:spPr>
          <a:xfrm>
            <a:off x="28575" y="1700213"/>
            <a:ext cx="8382000" cy="647700"/>
          </a:xfrm>
          <a:prstGeom prst="rect">
            <a:avLst/>
          </a:prstGeom>
          <a:noFill/>
          <a:ln w="9525">
            <a:noFill/>
          </a:ln>
        </p:spPr>
        <p:txBody>
          <a:bodyPr anchor="t" anchorCtr="0">
            <a:spAutoFit/>
          </a:bodyPr>
          <a:p>
            <a:pPr algn="just">
              <a:spcBef>
                <a:spcPct val="50000"/>
              </a:spcBef>
            </a:pPr>
            <a:r>
              <a:rPr lang="en-US" altLang="zh-CN" sz="3600" b="1" dirty="0">
                <a:latin typeface="Times New Roman" panose="02020603050405020304" pitchFamily="18" charset="0"/>
                <a:ea typeface="宋体" panose="02010600030101010101" pitchFamily="2" charset="-122"/>
              </a:rPr>
              <a:t> </a:t>
            </a:r>
            <a:r>
              <a:rPr lang="zh-CN" altLang="en-US" sz="3200" b="1" dirty="0">
                <a:solidFill>
                  <a:srgbClr val="0070C0"/>
                </a:solidFill>
                <a:latin typeface="Times New Roman" panose="02020603050405020304" pitchFamily="18" charset="0"/>
                <a:ea typeface="黑体" panose="02010609060101010101" pitchFamily="49" charset="-122"/>
              </a:rPr>
              <a:t>迭代格式</a:t>
            </a:r>
            <a:endParaRPr lang="zh-CN" altLang="en-US" sz="3200" b="1" dirty="0">
              <a:latin typeface="Times New Roman" panose="02020603050405020304" pitchFamily="18" charset="0"/>
              <a:ea typeface="宋体" panose="02010600030101010101" pitchFamily="2" charset="-122"/>
            </a:endParaRPr>
          </a:p>
        </p:txBody>
      </p:sp>
      <p:graphicFrame>
        <p:nvGraphicFramePr>
          <p:cNvPr id="12" name="Object 5"/>
          <p:cNvGraphicFramePr>
            <a:graphicFrameLocks noChangeAspect="1"/>
          </p:cNvGraphicFramePr>
          <p:nvPr/>
        </p:nvGraphicFramePr>
        <p:xfrm>
          <a:off x="2339975" y="1679893"/>
          <a:ext cx="3121025" cy="668337"/>
        </p:xfrm>
        <a:graphic>
          <a:graphicData uri="http://schemas.openxmlformats.org/presentationml/2006/ole">
            <mc:AlternateContent xmlns:mc="http://schemas.openxmlformats.org/markup-compatibility/2006">
              <mc:Choice xmlns:v="urn:schemas-microsoft-com:vml" Requires="v">
                <p:oleObj spid="_x0000_s3121" name="" r:id="rId1" imgW="1345565" imgH="304800" progId="Equation.DSMT4">
                  <p:embed/>
                </p:oleObj>
              </mc:Choice>
              <mc:Fallback>
                <p:oleObj name="" r:id="rId1" imgW="1345565" imgH="304800" progId="Equation.DSMT4">
                  <p:embed/>
                  <p:pic>
                    <p:nvPicPr>
                      <p:cNvPr id="0" name="图片 3120"/>
                      <p:cNvPicPr/>
                      <p:nvPr/>
                    </p:nvPicPr>
                    <p:blipFill>
                      <a:blip r:embed="rId2"/>
                      <a:stretch>
                        <a:fillRect/>
                      </a:stretch>
                    </p:blipFill>
                    <p:spPr>
                      <a:xfrm>
                        <a:off x="2339975" y="1679893"/>
                        <a:ext cx="3121025" cy="6683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anim calcmode="lin" valueType="num">
                                      <p:cBhvr>
                                        <p:cTn id="7" dur="500" fill="hold"/>
                                        <p:tgtEl>
                                          <p:spTgt spid="22531"/>
                                        </p:tgtEl>
                                        <p:attrNameLst>
                                          <p:attrName>ppt_x</p:attrName>
                                        </p:attrNameLst>
                                      </p:cBhvr>
                                      <p:tavLst>
                                        <p:tav tm="0">
                                          <p:val>
                                            <p:strVal val="#ppt_x"/>
                                          </p:val>
                                        </p:tav>
                                        <p:tav tm="100000">
                                          <p:val>
                                            <p:strVal val="#ppt_x"/>
                                          </p:val>
                                        </p:tav>
                                      </p:tavLst>
                                    </p:anim>
                                    <p:anim calcmode="lin" valueType="num">
                                      <p:cBhvr>
                                        <p:cTn id="8" dur="500" fill="hold"/>
                                        <p:tgtEl>
                                          <p:spTgt spid="225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ppt_x</p:attrName>
                                        </p:attrNameLst>
                                      </p:cBhvr>
                                      <p:tavLst>
                                        <p:tav tm="0">
                                          <p:val>
                                            <p:strVal val="0-#ppt_w/2"/>
                                          </p:val>
                                        </p:tav>
                                        <p:tav tm="100000">
                                          <p:val>
                                            <p:strVal val="#ppt_x"/>
                                          </p:val>
                                        </p:tav>
                                      </p:tavLst>
                                    </p:anim>
                                    <p:anim calcmode="lin" valueType="num">
                                      <p:cBhvr>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ext Box 2"/>
          <p:cNvSpPr txBox="1"/>
          <p:nvPr/>
        </p:nvSpPr>
        <p:spPr>
          <a:xfrm>
            <a:off x="304800" y="304800"/>
            <a:ext cx="8534400" cy="1014413"/>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定理</a:t>
            </a:r>
            <a:r>
              <a:rPr lang="en-US" altLang="zh-CN"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  </a:t>
            </a:r>
            <a:r>
              <a:rPr lang="zh-CN" altLang="en-US" b="1" dirty="0">
                <a:latin typeface="Times New Roman" panose="02020603050405020304" pitchFamily="18" charset="0"/>
                <a:ea typeface="黑体" panose="02010609060101010101" pitchFamily="49" charset="-122"/>
              </a:rPr>
              <a:t>设 </a:t>
            </a:r>
            <a:r>
              <a:rPr lang="en-US" altLang="zh-CN" sz="3200" b="1" i="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黑体" panose="02010609060101010101" pitchFamily="49" charset="-122"/>
              </a:rPr>
              <a:t>是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)=0 </a:t>
            </a:r>
            <a:r>
              <a:rPr lang="zh-CN" altLang="en-US" b="1" dirty="0">
                <a:latin typeface="Times New Roman" panose="02020603050405020304" pitchFamily="18" charset="0"/>
                <a:ea typeface="黑体" panose="02010609060101010101" pitchFamily="49" charset="-122"/>
              </a:rPr>
              <a:t>的二重根</a:t>
            </a:r>
            <a:r>
              <a:rPr lang="en-US" altLang="zh-CN" sz="3200" b="1" dirty="0">
                <a:latin typeface="Times New Roman" panose="02020603050405020304" pitchFamily="18" charset="0"/>
                <a:ea typeface="黑体" panose="02010609060101010101" pitchFamily="49" charset="-122"/>
              </a:rPr>
              <a:t>,</a:t>
            </a:r>
            <a:r>
              <a:rPr lang="en-US" altLang="zh-CN" b="1" dirty="0">
                <a:latin typeface="Times New Roman" panose="02020603050405020304" pitchFamily="18" charset="0"/>
                <a:ea typeface="黑体" panose="02010609060101010101" pitchFamily="49" charset="-122"/>
              </a:rPr>
              <a:t> </a:t>
            </a:r>
            <a:r>
              <a:rPr lang="zh-CN" altLang="en-US" b="1" dirty="0">
                <a:latin typeface="Times New Roman" panose="02020603050405020304" pitchFamily="18" charset="0"/>
                <a:ea typeface="黑体" panose="02010609060101010101" pitchFamily="49" charset="-122"/>
              </a:rPr>
              <a:t>则牛顿迭代法只具有一阶收敛。</a:t>
            </a:r>
            <a:endParaRPr lang="zh-CN" altLang="en-US" b="1" dirty="0">
              <a:latin typeface="Times New Roman" panose="02020603050405020304" pitchFamily="18" charset="0"/>
              <a:ea typeface="黑体" panose="02010609060101010101" pitchFamily="49" charset="-122"/>
            </a:endParaRPr>
          </a:p>
        </p:txBody>
      </p:sp>
      <p:sp>
        <p:nvSpPr>
          <p:cNvPr id="49155" name="Text Box 3"/>
          <p:cNvSpPr txBox="1"/>
          <p:nvPr/>
        </p:nvSpPr>
        <p:spPr>
          <a:xfrm>
            <a:off x="304800" y="1481138"/>
            <a:ext cx="6705600" cy="579437"/>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证</a:t>
            </a:r>
            <a:r>
              <a:rPr lang="en-US" altLang="zh-CN" sz="3200" b="1" dirty="0">
                <a:latin typeface="Times New Roman" panose="02020603050405020304" pitchFamily="18" charset="0"/>
                <a:ea typeface="黑体" panose="02010609060101010101" pitchFamily="49" charset="-122"/>
              </a:rPr>
              <a:t>:  </a:t>
            </a:r>
            <a:r>
              <a:rPr lang="en-US" altLang="zh-CN" sz="3200" b="1" i="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黑体" panose="02010609060101010101" pitchFamily="49" charset="-122"/>
              </a:rPr>
              <a:t>是二重根 </a:t>
            </a:r>
            <a:r>
              <a:rPr lang="zh-CN" altLang="en-US" b="1" dirty="0">
                <a:latin typeface="Times New Roman" panose="02020603050405020304" pitchFamily="18" charset="0"/>
                <a:ea typeface="黑体" panose="02010609060101010101" pitchFamily="49" charset="-122"/>
                <a:sym typeface="Wingdings" panose="05000000000000000000" pitchFamily="2" charset="2"/>
              </a:rPr>
              <a:t> </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 – x</a:t>
            </a:r>
            <a:r>
              <a:rPr lang="en-US" altLang="zh-CN" sz="3200" b="1" i="1" baseline="30000" dirty="0">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a:t>
            </a:r>
            <a:r>
              <a:rPr lang="en-US" altLang="zh-CN" sz="3200" b="1" baseline="30000" dirty="0">
                <a:latin typeface="Times New Roman" panose="02020603050405020304" pitchFamily="18" charset="0"/>
                <a:ea typeface="宋体" panose="02010600030101010101" pitchFamily="2" charset="-122"/>
              </a:rPr>
              <a:t>2</a:t>
            </a:r>
            <a:r>
              <a:rPr lang="en-US" altLang="zh-CN" sz="3200" b="1" i="1" dirty="0">
                <a:latin typeface="Times New Roman" panose="02020603050405020304" pitchFamily="18" charset="0"/>
                <a:ea typeface="宋体" panose="02010600030101010101" pitchFamily="2" charset="-122"/>
              </a:rPr>
              <a:t>g</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p:txBody>
      </p:sp>
      <p:graphicFrame>
        <p:nvGraphicFramePr>
          <p:cNvPr id="49156" name="Object 2"/>
          <p:cNvGraphicFramePr>
            <a:graphicFrameLocks noChangeAspect="1"/>
          </p:cNvGraphicFramePr>
          <p:nvPr/>
        </p:nvGraphicFramePr>
        <p:xfrm>
          <a:off x="990600" y="2274888"/>
          <a:ext cx="6324600" cy="577850"/>
        </p:xfrm>
        <a:graphic>
          <a:graphicData uri="http://schemas.openxmlformats.org/presentationml/2006/ole">
            <mc:AlternateContent xmlns:mc="http://schemas.openxmlformats.org/markup-compatibility/2006">
              <mc:Choice xmlns:v="urn:schemas-microsoft-com:vml" Requires="v">
                <p:oleObj spid="_x0000_s3118" name="" r:id="rId1" imgW="2501900" imgH="228600" progId="Equation.3">
                  <p:embed/>
                </p:oleObj>
              </mc:Choice>
              <mc:Fallback>
                <p:oleObj name="" r:id="rId1" imgW="2501900" imgH="228600" progId="Equation.3">
                  <p:embed/>
                  <p:pic>
                    <p:nvPicPr>
                      <p:cNvPr id="0" name="图片 3117"/>
                      <p:cNvPicPr/>
                      <p:nvPr/>
                    </p:nvPicPr>
                    <p:blipFill>
                      <a:blip r:embed="rId2"/>
                      <a:stretch>
                        <a:fillRect/>
                      </a:stretch>
                    </p:blipFill>
                    <p:spPr>
                      <a:xfrm>
                        <a:off x="990600" y="2274888"/>
                        <a:ext cx="6324600" cy="577850"/>
                      </a:xfrm>
                      <a:prstGeom prst="rect">
                        <a:avLst/>
                      </a:prstGeom>
                      <a:noFill/>
                      <a:ln w="38100">
                        <a:noFill/>
                        <a:miter/>
                      </a:ln>
                    </p:spPr>
                  </p:pic>
                </p:oleObj>
              </mc:Fallback>
            </mc:AlternateContent>
          </a:graphicData>
        </a:graphic>
      </p:graphicFrame>
      <p:graphicFrame>
        <p:nvGraphicFramePr>
          <p:cNvPr id="49157" name="Object 3"/>
          <p:cNvGraphicFramePr>
            <a:graphicFrameLocks noChangeAspect="1"/>
          </p:cNvGraphicFramePr>
          <p:nvPr/>
        </p:nvGraphicFramePr>
        <p:xfrm>
          <a:off x="990600" y="2936875"/>
          <a:ext cx="5410200" cy="1139825"/>
        </p:xfrm>
        <a:graphic>
          <a:graphicData uri="http://schemas.openxmlformats.org/presentationml/2006/ole">
            <mc:AlternateContent xmlns:mc="http://schemas.openxmlformats.org/markup-compatibility/2006">
              <mc:Choice xmlns:v="urn:schemas-microsoft-com:vml" Requires="v">
                <p:oleObj spid="_x0000_s3117" name="" r:id="rId3" imgW="2108200" imgH="444500" progId="Equation.3">
                  <p:embed/>
                </p:oleObj>
              </mc:Choice>
              <mc:Fallback>
                <p:oleObj name="" r:id="rId3" imgW="2108200" imgH="444500" progId="Equation.3">
                  <p:embed/>
                  <p:pic>
                    <p:nvPicPr>
                      <p:cNvPr id="0" name="图片 3116"/>
                      <p:cNvPicPr/>
                      <p:nvPr/>
                    </p:nvPicPr>
                    <p:blipFill>
                      <a:blip r:embed="rId4"/>
                      <a:stretch>
                        <a:fillRect/>
                      </a:stretch>
                    </p:blipFill>
                    <p:spPr>
                      <a:xfrm>
                        <a:off x="990600" y="2936875"/>
                        <a:ext cx="5410200" cy="1139825"/>
                      </a:xfrm>
                      <a:prstGeom prst="rect">
                        <a:avLst/>
                      </a:prstGeom>
                      <a:noFill/>
                      <a:ln w="38100">
                        <a:noFill/>
                        <a:miter/>
                      </a:ln>
                    </p:spPr>
                  </p:pic>
                </p:oleObj>
              </mc:Fallback>
            </mc:AlternateContent>
          </a:graphicData>
        </a:graphic>
      </p:graphicFrame>
      <p:graphicFrame>
        <p:nvGraphicFramePr>
          <p:cNvPr id="49159" name="Object 4"/>
          <p:cNvGraphicFramePr>
            <a:graphicFrameLocks noChangeAspect="1"/>
          </p:cNvGraphicFramePr>
          <p:nvPr/>
        </p:nvGraphicFramePr>
        <p:xfrm>
          <a:off x="1295400" y="4117975"/>
          <a:ext cx="2306638" cy="1039813"/>
        </p:xfrm>
        <a:graphic>
          <a:graphicData uri="http://schemas.openxmlformats.org/presentationml/2006/ole">
            <mc:AlternateContent xmlns:mc="http://schemas.openxmlformats.org/markup-compatibility/2006">
              <mc:Choice xmlns:v="urn:schemas-microsoft-com:vml" Requires="v">
                <p:oleObj spid="_x0000_s3119" name="" r:id="rId5" imgW="901065" imgH="406400" progId="Equation.3">
                  <p:embed/>
                </p:oleObj>
              </mc:Choice>
              <mc:Fallback>
                <p:oleObj name="" r:id="rId5" imgW="901065" imgH="406400" progId="Equation.3">
                  <p:embed/>
                  <p:pic>
                    <p:nvPicPr>
                      <p:cNvPr id="0" name="图片 3118"/>
                      <p:cNvPicPr/>
                      <p:nvPr/>
                    </p:nvPicPr>
                    <p:blipFill>
                      <a:blip r:embed="rId6"/>
                      <a:stretch>
                        <a:fillRect/>
                      </a:stretch>
                    </p:blipFill>
                    <p:spPr>
                      <a:xfrm>
                        <a:off x="1295400" y="4117975"/>
                        <a:ext cx="2306638" cy="1039813"/>
                      </a:xfrm>
                      <a:prstGeom prst="rect">
                        <a:avLst/>
                      </a:prstGeom>
                      <a:noFill/>
                      <a:ln w="38100">
                        <a:noFill/>
                        <a:miter/>
                      </a:ln>
                    </p:spPr>
                  </p:pic>
                </p:oleObj>
              </mc:Fallback>
            </mc:AlternateContent>
          </a:graphicData>
        </a:graphic>
      </p:graphicFrame>
      <p:sp>
        <p:nvSpPr>
          <p:cNvPr id="49160" name="Text Box 8"/>
          <p:cNvSpPr txBox="1"/>
          <p:nvPr/>
        </p:nvSpPr>
        <p:spPr>
          <a:xfrm>
            <a:off x="533400" y="4346575"/>
            <a:ext cx="838200" cy="519113"/>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sym typeface="Wingdings" panose="05000000000000000000" pitchFamily="2" charset="2"/>
              </a:rPr>
              <a:t></a:t>
            </a:r>
            <a:endParaRPr lang="en-US" altLang="zh-CN" dirty="0">
              <a:latin typeface="Times New Roman" panose="02020603050405020304" pitchFamily="18" charset="0"/>
              <a:ea typeface="宋体" panose="02010600030101010101" pitchFamily="2" charset="-122"/>
            </a:endParaRPr>
          </a:p>
        </p:txBody>
      </p:sp>
      <p:sp>
        <p:nvSpPr>
          <p:cNvPr id="49161" name="Text Box 9"/>
          <p:cNvSpPr txBox="1"/>
          <p:nvPr/>
        </p:nvSpPr>
        <p:spPr>
          <a:xfrm>
            <a:off x="3571875" y="4375150"/>
            <a:ext cx="4495800" cy="519113"/>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牛顿迭代法只是一阶收敛</a:t>
            </a:r>
            <a:r>
              <a:rPr lang="zh-CN" altLang="en-US"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graphicFrame>
        <p:nvGraphicFramePr>
          <p:cNvPr id="12297" name="Object 9"/>
          <p:cNvGraphicFramePr>
            <a:graphicFrameLocks noChangeAspect="1"/>
          </p:cNvGraphicFramePr>
          <p:nvPr/>
        </p:nvGraphicFramePr>
        <p:xfrm>
          <a:off x="1285875" y="5249863"/>
          <a:ext cx="6142038" cy="915987"/>
        </p:xfrm>
        <a:graphic>
          <a:graphicData uri="http://schemas.openxmlformats.org/presentationml/2006/ole">
            <mc:AlternateContent xmlns:mc="http://schemas.openxmlformats.org/markup-compatibility/2006">
              <mc:Choice xmlns:v="urn:schemas-microsoft-com:vml" Requires="v">
                <p:oleObj spid="_x0000_s3116" name="" r:id="rId7" imgW="3124200" imgH="508000" progId="Equation.DSMT4">
                  <p:embed/>
                </p:oleObj>
              </mc:Choice>
              <mc:Fallback>
                <p:oleObj name="" r:id="rId7" imgW="3124200" imgH="508000" progId="Equation.DSMT4">
                  <p:embed/>
                  <p:pic>
                    <p:nvPicPr>
                      <p:cNvPr id="0" name="图片 3115"/>
                      <p:cNvPicPr/>
                      <p:nvPr/>
                    </p:nvPicPr>
                    <p:blipFill>
                      <a:blip r:embed="rId8"/>
                      <a:stretch>
                        <a:fillRect/>
                      </a:stretch>
                    </p:blipFill>
                    <p:spPr>
                      <a:xfrm>
                        <a:off x="1285875" y="5249863"/>
                        <a:ext cx="6142038" cy="915987"/>
                      </a:xfrm>
                      <a:prstGeom prst="rect">
                        <a:avLst/>
                      </a:prstGeom>
                      <a:noFill/>
                      <a:ln w="38100">
                        <a:noFill/>
                        <a:miter/>
                      </a:ln>
                    </p:spPr>
                  </p:pic>
                </p:oleObj>
              </mc:Fallback>
            </mc:AlternateContent>
          </a:graphicData>
        </a:graphic>
      </p:graphicFrame>
      <p:sp>
        <p:nvSpPr>
          <p:cNvPr id="15370" name="TextBox 9"/>
          <p:cNvSpPr txBox="1"/>
          <p:nvPr/>
        </p:nvSpPr>
        <p:spPr>
          <a:xfrm>
            <a:off x="971550" y="5300663"/>
            <a:ext cx="6697663" cy="792162"/>
          </a:xfrm>
          <a:prstGeom prst="rect">
            <a:avLst/>
          </a:prstGeom>
          <a:noFill/>
          <a:ln w="6350" cap="flat" cmpd="sng">
            <a:solidFill>
              <a:srgbClr val="FF0000"/>
            </a:solidFill>
            <a:prstDash val="solid"/>
            <a:miter/>
            <a:headEnd type="none" w="med" len="med"/>
            <a:tailEnd type="none" w="med" len="med"/>
          </a:ln>
        </p:spPr>
        <p:txBody>
          <a:bodyPr anchor="t" anchorCtr="0">
            <a:spAutoFit/>
          </a:bodyPr>
          <a:p>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charRg st="0" end="33"/>
                                            </p:txEl>
                                          </p:spTgt>
                                        </p:tgtEl>
                                        <p:attrNameLst>
                                          <p:attrName>style.visibility</p:attrName>
                                        </p:attrNameLst>
                                      </p:cBhvr>
                                      <p:to>
                                        <p:strVal val="visible"/>
                                      </p:to>
                                    </p:set>
                                    <p:animEffect transition="in" filter="wipe(left)">
                                      <p:cBhvr>
                                        <p:cTn id="7" dur="500"/>
                                        <p:tgtEl>
                                          <p:spTgt spid="49155">
                                            <p:txEl>
                                              <p:charRg st="0" end="3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156"/>
                                        </p:tgtEl>
                                        <p:attrNameLst>
                                          <p:attrName>style.visibility</p:attrName>
                                        </p:attrNameLst>
                                      </p:cBhvr>
                                      <p:to>
                                        <p:strVal val="visible"/>
                                      </p:to>
                                    </p:set>
                                    <p:animEffect transition="in" filter="wipe(left)">
                                      <p:cBhvr>
                                        <p:cTn id="12" dur="500"/>
                                        <p:tgtEl>
                                          <p:spTgt spid="491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157"/>
                                        </p:tgtEl>
                                        <p:attrNameLst>
                                          <p:attrName>style.visibility</p:attrName>
                                        </p:attrNameLst>
                                      </p:cBhvr>
                                      <p:to>
                                        <p:strVal val="visible"/>
                                      </p:to>
                                    </p:set>
                                    <p:animEffect transition="in" filter="wipe(left)">
                                      <p:cBhvr>
                                        <p:cTn id="17" dur="500"/>
                                        <p:tgtEl>
                                          <p:spTgt spid="491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60">
                                            <p:txEl>
                                              <p:charRg st="0" end="2"/>
                                            </p:txEl>
                                          </p:spTgt>
                                        </p:tgtEl>
                                        <p:attrNameLst>
                                          <p:attrName>style.visibility</p:attrName>
                                        </p:attrNameLst>
                                      </p:cBhvr>
                                      <p:to>
                                        <p:strVal val="visible"/>
                                      </p:to>
                                    </p:set>
                                    <p:animEffect transition="in" filter="wipe(left)">
                                      <p:cBhvr>
                                        <p:cTn id="22" dur="500"/>
                                        <p:tgtEl>
                                          <p:spTgt spid="49160">
                                            <p:txEl>
                                              <p:charRg st="0"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159"/>
                                        </p:tgtEl>
                                        <p:attrNameLst>
                                          <p:attrName>style.visibility</p:attrName>
                                        </p:attrNameLst>
                                      </p:cBhvr>
                                      <p:to>
                                        <p:strVal val="visible"/>
                                      </p:to>
                                    </p:set>
                                    <p:animEffect transition="in" filter="wipe(left)">
                                      <p:cBhvr>
                                        <p:cTn id="27" dur="500"/>
                                        <p:tgtEl>
                                          <p:spTgt spid="491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9161">
                                            <p:txEl>
                                              <p:charRg st="0" end="13"/>
                                            </p:txEl>
                                          </p:spTgt>
                                        </p:tgtEl>
                                        <p:attrNameLst>
                                          <p:attrName>style.visibility</p:attrName>
                                        </p:attrNameLst>
                                      </p:cBhvr>
                                      <p:to>
                                        <p:strVal val="visible"/>
                                      </p:to>
                                    </p:set>
                                    <p:animEffect transition="in" filter="wipe(left)">
                                      <p:cBhvr>
                                        <p:cTn id="32" dur="500"/>
                                        <p:tgtEl>
                                          <p:spTgt spid="49161">
                                            <p:txEl>
                                              <p:charRg st="0" end="1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297"/>
                                        </p:tgtEl>
                                        <p:attrNameLst>
                                          <p:attrName>style.visibility</p:attrName>
                                        </p:attrNameLst>
                                      </p:cBhvr>
                                      <p:to>
                                        <p:strVal val="visible"/>
                                      </p:to>
                                    </p:set>
                                    <p:animEffect transition="in" filter="wipe(left)">
                                      <p:cBhvr>
                                        <p:cTn id="37" dur="500"/>
                                        <p:tgtEl>
                                          <p:spTgt spid="12297"/>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5370"/>
                                        </p:tgtEl>
                                        <p:attrNameLst>
                                          <p:attrName>style.visibility</p:attrName>
                                        </p:attrNameLst>
                                      </p:cBhvr>
                                      <p:to>
                                        <p:strVal val="visible"/>
                                      </p:to>
                                    </p:set>
                                    <p:anim calcmode="lin" valueType="num">
                                      <p:cBhvr>
                                        <p:cTn id="42" dur="500" fill="hold"/>
                                        <p:tgtEl>
                                          <p:spTgt spid="15370"/>
                                        </p:tgtEl>
                                        <p:attrNameLst>
                                          <p:attrName>ppt_x</p:attrName>
                                        </p:attrNameLst>
                                      </p:cBhvr>
                                      <p:tavLst>
                                        <p:tav tm="0">
                                          <p:val>
                                            <p:strVal val="0-#ppt_w/2"/>
                                          </p:val>
                                        </p:tav>
                                        <p:tav tm="100000">
                                          <p:val>
                                            <p:strVal val="#ppt_x"/>
                                          </p:val>
                                        </p:tav>
                                      </p:tavLst>
                                    </p:anim>
                                    <p:anim calcmode="lin" valueType="num">
                                      <p:cBhvr>
                                        <p:cTn id="43" dur="500" fill="hold"/>
                                        <p:tgtEl>
                                          <p:spTgt spid="153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60" grpId="0" build="p"/>
      <p:bldP spid="49161" grpId="0" build="p"/>
      <p:bldP spid="15370"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Text Box 2"/>
          <p:cNvSpPr txBox="1"/>
          <p:nvPr/>
        </p:nvSpPr>
        <p:spPr>
          <a:xfrm>
            <a:off x="381000" y="457200"/>
            <a:ext cx="8458200" cy="584200"/>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200" b="1" dirty="0">
                <a:solidFill>
                  <a:srgbClr val="0070C0"/>
                </a:solidFill>
                <a:latin typeface="Times New Roman" panose="02020603050405020304" pitchFamily="18" charset="0"/>
                <a:ea typeface="黑体" panose="02010609060101010101" pitchFamily="49" charset="-122"/>
              </a:rPr>
              <a:t>. </a:t>
            </a:r>
            <a:r>
              <a:rPr lang="zh-CN" altLang="en-US" sz="3200" b="1" dirty="0">
                <a:latin typeface="Times New Roman" panose="02020603050405020304" pitchFamily="18" charset="0"/>
                <a:ea typeface="黑体" panose="02010609060101010101" pitchFamily="49" charset="-122"/>
              </a:rPr>
              <a:t>求方程</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2</a:t>
            </a:r>
            <a:r>
              <a:rPr lang="zh-CN"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宋体" panose="02010600030101010101" pitchFamily="2" charset="-122"/>
              </a:rPr>
              <a:t>a</a:t>
            </a:r>
            <a:r>
              <a:rPr lang="en-US" altLang="zh-CN" sz="3200" b="1" dirty="0">
                <a:latin typeface="Times New Roman" panose="02020603050405020304" pitchFamily="18" charset="0"/>
                <a:ea typeface="宋体" panose="02010600030101010101" pitchFamily="2" charset="-122"/>
              </a:rPr>
              <a:t>=0</a:t>
            </a:r>
            <a:r>
              <a:rPr lang="zh-CN" altLang="en-US" sz="3200" b="1" dirty="0">
                <a:latin typeface="Times New Roman" panose="02020603050405020304" pitchFamily="18" charset="0"/>
                <a:ea typeface="黑体" panose="02010609060101010101" pitchFamily="49" charset="-122"/>
              </a:rPr>
              <a:t>根的迭代格式为</a:t>
            </a:r>
            <a:endParaRPr lang="zh-CN" altLang="en-US" sz="3200" b="1" dirty="0">
              <a:latin typeface="Times New Roman" panose="02020603050405020304" pitchFamily="18" charset="0"/>
              <a:ea typeface="黑体" panose="02010609060101010101" pitchFamily="49" charset="-122"/>
            </a:endParaRPr>
          </a:p>
        </p:txBody>
      </p:sp>
      <p:graphicFrame>
        <p:nvGraphicFramePr>
          <p:cNvPr id="28674" name="Object 28"/>
          <p:cNvGraphicFramePr>
            <a:graphicFrameLocks noChangeAspect="1"/>
          </p:cNvGraphicFramePr>
          <p:nvPr/>
        </p:nvGraphicFramePr>
        <p:xfrm>
          <a:off x="2500313" y="1214438"/>
          <a:ext cx="4060825" cy="727075"/>
        </p:xfrm>
        <a:graphic>
          <a:graphicData uri="http://schemas.openxmlformats.org/presentationml/2006/ole">
            <mc:AlternateContent xmlns:mc="http://schemas.openxmlformats.org/markup-compatibility/2006">
              <mc:Choice xmlns:v="urn:schemas-microsoft-com:vml" Requires="v">
                <p:oleObj spid="_x0000_s3126" name="" r:id="rId1" imgW="1752600" imgH="330200" progId="Equation.DSMT4">
                  <p:embed/>
                </p:oleObj>
              </mc:Choice>
              <mc:Fallback>
                <p:oleObj name="" r:id="rId1" imgW="1752600" imgH="330200" progId="Equation.DSMT4">
                  <p:embed/>
                  <p:pic>
                    <p:nvPicPr>
                      <p:cNvPr id="0" name="图片 3125"/>
                      <p:cNvPicPr/>
                      <p:nvPr/>
                    </p:nvPicPr>
                    <p:blipFill>
                      <a:blip r:embed="rId2"/>
                      <a:stretch>
                        <a:fillRect/>
                      </a:stretch>
                    </p:blipFill>
                    <p:spPr>
                      <a:xfrm>
                        <a:off x="2500313" y="1214438"/>
                        <a:ext cx="4060825" cy="727075"/>
                      </a:xfrm>
                      <a:prstGeom prst="rect">
                        <a:avLst/>
                      </a:prstGeom>
                      <a:noFill/>
                      <a:ln w="38100">
                        <a:noFill/>
                        <a:miter/>
                      </a:ln>
                    </p:spPr>
                  </p:pic>
                </p:oleObj>
              </mc:Fallback>
            </mc:AlternateContent>
          </a:graphicData>
        </a:graphic>
      </p:graphicFrame>
      <p:sp>
        <p:nvSpPr>
          <p:cNvPr id="28675" name="Text Box 2"/>
          <p:cNvSpPr txBox="1"/>
          <p:nvPr/>
        </p:nvSpPr>
        <p:spPr>
          <a:xfrm>
            <a:off x="500063" y="2286000"/>
            <a:ext cx="8458200" cy="584200"/>
          </a:xfrm>
          <a:prstGeom prst="rect">
            <a:avLst/>
          </a:prstGeom>
          <a:noFill/>
          <a:ln w="9525">
            <a:noFill/>
          </a:ln>
        </p:spPr>
        <p:txBody>
          <a:bodyPr anchor="t" anchorCtr="0">
            <a:spAutoFit/>
          </a:bodyPr>
          <a:p>
            <a:r>
              <a:rPr lang="zh-CN" altLang="en-US" sz="3200" b="1" dirty="0">
                <a:latin typeface="Times New Roman" panose="02020603050405020304" pitchFamily="18" charset="0"/>
                <a:ea typeface="黑体" panose="02010609060101010101" pitchFamily="49" charset="-122"/>
              </a:rPr>
              <a:t>确定参数使得迭代格式具有至少二阶收敛速度。</a:t>
            </a:r>
            <a:endParaRPr lang="zh-CN" altLang="en-US" sz="3200" b="1" dirty="0">
              <a:latin typeface="Times New Roman" panose="02020603050405020304" pitchFamily="18" charset="0"/>
              <a:ea typeface="黑体" panose="02010609060101010101" pitchFamily="49" charset="-122"/>
            </a:endParaRPr>
          </a:p>
        </p:txBody>
      </p:sp>
      <p:graphicFrame>
        <p:nvGraphicFramePr>
          <p:cNvPr id="13" name="Object 5"/>
          <p:cNvGraphicFramePr>
            <a:graphicFrameLocks noChangeAspect="1"/>
          </p:cNvGraphicFramePr>
          <p:nvPr/>
        </p:nvGraphicFramePr>
        <p:xfrm>
          <a:off x="2286000" y="3429000"/>
          <a:ext cx="4090988" cy="641350"/>
        </p:xfrm>
        <a:graphic>
          <a:graphicData uri="http://schemas.openxmlformats.org/presentationml/2006/ole">
            <mc:AlternateContent xmlns:mc="http://schemas.openxmlformats.org/markup-compatibility/2006">
              <mc:Choice xmlns:v="urn:schemas-microsoft-com:vml" Requires="v">
                <p:oleObj spid="_x0000_s3135" name="" r:id="rId3" imgW="1765300" imgH="292100" progId="Equation.DSMT4">
                  <p:embed/>
                </p:oleObj>
              </mc:Choice>
              <mc:Fallback>
                <p:oleObj name="" r:id="rId3" imgW="1765300" imgH="292100" progId="Equation.DSMT4">
                  <p:embed/>
                  <p:pic>
                    <p:nvPicPr>
                      <p:cNvPr id="0" name="图片 3134"/>
                      <p:cNvPicPr/>
                      <p:nvPr/>
                    </p:nvPicPr>
                    <p:blipFill>
                      <a:blip r:embed="rId4"/>
                      <a:stretch>
                        <a:fillRect/>
                      </a:stretch>
                    </p:blipFill>
                    <p:spPr>
                      <a:xfrm>
                        <a:off x="2286000" y="3429000"/>
                        <a:ext cx="4090988" cy="6413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 Box 2"/>
          <p:cNvSpPr txBox="1"/>
          <p:nvPr/>
        </p:nvSpPr>
        <p:spPr>
          <a:xfrm>
            <a:off x="323850" y="188913"/>
            <a:ext cx="8382000" cy="1136650"/>
          </a:xfrm>
          <a:prstGeom prst="rect">
            <a:avLst/>
          </a:prstGeom>
          <a:noFill/>
          <a:ln w="9525">
            <a:noFill/>
          </a:ln>
        </p:spPr>
        <p:txBody>
          <a:bodyPr anchor="t" anchorCtr="0">
            <a:spAutoFit/>
          </a:bodyPr>
          <a:p>
            <a:pPr algn="just">
              <a:spcBef>
                <a:spcPct val="50000"/>
              </a:spcBef>
            </a:pPr>
            <a:r>
              <a:rPr lang="en-US" altLang="zh-CN" sz="3600" b="1" dirty="0">
                <a:latin typeface="Times New Roman" panose="02020603050405020304" pitchFamily="18" charset="0"/>
                <a:ea typeface="宋体" panose="02010600030101010101" pitchFamily="2" charset="-122"/>
              </a:rPr>
              <a:t> </a:t>
            </a: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6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确定参数使得如下计算     的迭代格式收敛速度阶数尽可能高</a:t>
            </a:r>
            <a:endParaRPr lang="zh-CN" altLang="en-US" sz="3200" b="1" dirty="0">
              <a:latin typeface="Times New Roman" panose="02020603050405020304" pitchFamily="18" charset="0"/>
              <a:ea typeface="宋体" panose="02010600030101010101" pitchFamily="2" charset="-122"/>
            </a:endParaRPr>
          </a:p>
        </p:txBody>
      </p:sp>
      <p:graphicFrame>
        <p:nvGraphicFramePr>
          <p:cNvPr id="4" name="Object 5"/>
          <p:cNvGraphicFramePr>
            <a:graphicFrameLocks noChangeAspect="1"/>
          </p:cNvGraphicFramePr>
          <p:nvPr/>
        </p:nvGraphicFramePr>
        <p:xfrm>
          <a:off x="1907540" y="1444625"/>
          <a:ext cx="4768850" cy="808038"/>
        </p:xfrm>
        <a:graphic>
          <a:graphicData uri="http://schemas.openxmlformats.org/presentationml/2006/ole">
            <mc:AlternateContent xmlns:mc="http://schemas.openxmlformats.org/markup-compatibility/2006">
              <mc:Choice xmlns:v="urn:schemas-microsoft-com:vml" Requires="v">
                <p:oleObj spid="_x0000_s3129" name="" r:id="rId1" imgW="2057400" imgH="368300" progId="Equation.DSMT4">
                  <p:embed/>
                </p:oleObj>
              </mc:Choice>
              <mc:Fallback>
                <p:oleObj name="" r:id="rId1" imgW="2057400" imgH="368300" progId="Equation.DSMT4">
                  <p:embed/>
                  <p:pic>
                    <p:nvPicPr>
                      <p:cNvPr id="0" name="图片 3128"/>
                      <p:cNvPicPr/>
                      <p:nvPr/>
                    </p:nvPicPr>
                    <p:blipFill>
                      <a:blip r:embed="rId2"/>
                      <a:stretch>
                        <a:fillRect/>
                      </a:stretch>
                    </p:blipFill>
                    <p:spPr>
                      <a:xfrm>
                        <a:off x="1907540" y="1444625"/>
                        <a:ext cx="4768850" cy="808038"/>
                      </a:xfrm>
                      <a:prstGeom prst="rect">
                        <a:avLst/>
                      </a:prstGeom>
                      <a:noFill/>
                      <a:ln w="38100">
                        <a:noFill/>
                        <a:miter/>
                      </a:ln>
                    </p:spPr>
                  </p:pic>
                </p:oleObj>
              </mc:Fallback>
            </mc:AlternateContent>
          </a:graphicData>
        </a:graphic>
      </p:graphicFrame>
      <p:graphicFrame>
        <p:nvGraphicFramePr>
          <p:cNvPr id="5" name="Object 5"/>
          <p:cNvGraphicFramePr>
            <a:graphicFrameLocks noChangeAspect="1"/>
          </p:cNvGraphicFramePr>
          <p:nvPr/>
        </p:nvGraphicFramePr>
        <p:xfrm>
          <a:off x="1895475" y="2678113"/>
          <a:ext cx="4591050" cy="750887"/>
        </p:xfrm>
        <a:graphic>
          <a:graphicData uri="http://schemas.openxmlformats.org/presentationml/2006/ole">
            <mc:AlternateContent xmlns:mc="http://schemas.openxmlformats.org/markup-compatibility/2006">
              <mc:Choice xmlns:v="urn:schemas-microsoft-com:vml" Requires="v">
                <p:oleObj spid="_x0000_s3130" name="" r:id="rId3" imgW="1981200" imgH="342900" progId="Equation.DSMT4">
                  <p:embed/>
                </p:oleObj>
              </mc:Choice>
              <mc:Fallback>
                <p:oleObj name="" r:id="rId3" imgW="1981200" imgH="342900" progId="Equation.DSMT4">
                  <p:embed/>
                  <p:pic>
                    <p:nvPicPr>
                      <p:cNvPr id="0" name="图片 3129"/>
                      <p:cNvPicPr/>
                      <p:nvPr/>
                    </p:nvPicPr>
                    <p:blipFill>
                      <a:blip r:embed="rId4"/>
                      <a:stretch>
                        <a:fillRect/>
                      </a:stretch>
                    </p:blipFill>
                    <p:spPr>
                      <a:xfrm>
                        <a:off x="1895475" y="2678113"/>
                        <a:ext cx="4591050" cy="750887"/>
                      </a:xfrm>
                      <a:prstGeom prst="rect">
                        <a:avLst/>
                      </a:prstGeom>
                      <a:noFill/>
                      <a:ln w="38100">
                        <a:noFill/>
                        <a:miter/>
                      </a:ln>
                    </p:spPr>
                  </p:pic>
                </p:oleObj>
              </mc:Fallback>
            </mc:AlternateContent>
          </a:graphicData>
        </a:graphic>
      </p:graphicFrame>
      <p:graphicFrame>
        <p:nvGraphicFramePr>
          <p:cNvPr id="6" name="Object 5"/>
          <p:cNvGraphicFramePr>
            <a:graphicFrameLocks noChangeAspect="1"/>
          </p:cNvGraphicFramePr>
          <p:nvPr/>
        </p:nvGraphicFramePr>
        <p:xfrm>
          <a:off x="1116013" y="3854450"/>
          <a:ext cx="6591300" cy="668338"/>
        </p:xfrm>
        <a:graphic>
          <a:graphicData uri="http://schemas.openxmlformats.org/presentationml/2006/ole">
            <mc:AlternateContent xmlns:mc="http://schemas.openxmlformats.org/markup-compatibility/2006">
              <mc:Choice xmlns:v="urn:schemas-microsoft-com:vml" Requires="v">
                <p:oleObj spid="_x0000_s3136" name="" r:id="rId5" imgW="2844800" imgH="304800" progId="Equation.DSMT4">
                  <p:embed/>
                </p:oleObj>
              </mc:Choice>
              <mc:Fallback>
                <p:oleObj name="" r:id="rId5" imgW="2844800" imgH="304800" progId="Equation.DSMT4">
                  <p:embed/>
                  <p:pic>
                    <p:nvPicPr>
                      <p:cNvPr id="0" name="图片 3135"/>
                      <p:cNvPicPr/>
                      <p:nvPr/>
                    </p:nvPicPr>
                    <p:blipFill>
                      <a:blip r:embed="rId6"/>
                      <a:stretch>
                        <a:fillRect/>
                      </a:stretch>
                    </p:blipFill>
                    <p:spPr>
                      <a:xfrm>
                        <a:off x="1116013" y="3854450"/>
                        <a:ext cx="6591300" cy="668338"/>
                      </a:xfrm>
                      <a:prstGeom prst="rect">
                        <a:avLst/>
                      </a:prstGeom>
                      <a:noFill/>
                      <a:ln w="38100">
                        <a:noFill/>
                        <a:miter/>
                      </a:ln>
                    </p:spPr>
                  </p:pic>
                </p:oleObj>
              </mc:Fallback>
            </mc:AlternateContent>
          </a:graphicData>
        </a:graphic>
      </p:graphicFrame>
      <p:graphicFrame>
        <p:nvGraphicFramePr>
          <p:cNvPr id="7" name="Object 5"/>
          <p:cNvGraphicFramePr>
            <a:graphicFrameLocks noChangeAspect="1"/>
          </p:cNvGraphicFramePr>
          <p:nvPr/>
        </p:nvGraphicFramePr>
        <p:xfrm>
          <a:off x="2909888" y="5138738"/>
          <a:ext cx="3884612" cy="611187"/>
        </p:xfrm>
        <a:graphic>
          <a:graphicData uri="http://schemas.openxmlformats.org/presentationml/2006/ole">
            <mc:AlternateContent xmlns:mc="http://schemas.openxmlformats.org/markup-compatibility/2006">
              <mc:Choice xmlns:v="urn:schemas-microsoft-com:vml" Requires="v">
                <p:oleObj spid="_x0000_s3127" name="" r:id="rId7" imgW="1676400" imgH="279400" progId="Equation.DSMT4">
                  <p:embed/>
                </p:oleObj>
              </mc:Choice>
              <mc:Fallback>
                <p:oleObj name="" r:id="rId7" imgW="1676400" imgH="279400" progId="Equation.DSMT4">
                  <p:embed/>
                  <p:pic>
                    <p:nvPicPr>
                      <p:cNvPr id="0" name="图片 3126"/>
                      <p:cNvPicPr/>
                      <p:nvPr/>
                    </p:nvPicPr>
                    <p:blipFill>
                      <a:blip r:embed="rId8"/>
                      <a:stretch>
                        <a:fillRect/>
                      </a:stretch>
                    </p:blipFill>
                    <p:spPr>
                      <a:xfrm>
                        <a:off x="2909888" y="5138738"/>
                        <a:ext cx="3884612" cy="611187"/>
                      </a:xfrm>
                      <a:prstGeom prst="rect">
                        <a:avLst/>
                      </a:prstGeom>
                      <a:noFill/>
                      <a:ln w="38100">
                        <a:noFill/>
                        <a:miter/>
                      </a:ln>
                    </p:spPr>
                  </p:pic>
                </p:oleObj>
              </mc:Fallback>
            </mc:AlternateContent>
          </a:graphicData>
        </a:graphic>
      </p:graphicFrame>
      <p:graphicFrame>
        <p:nvGraphicFramePr>
          <p:cNvPr id="29702" name="Object 5"/>
          <p:cNvGraphicFramePr>
            <a:graphicFrameLocks noChangeAspect="1"/>
          </p:cNvGraphicFramePr>
          <p:nvPr/>
        </p:nvGraphicFramePr>
        <p:xfrm>
          <a:off x="5067300" y="233363"/>
          <a:ext cx="706438" cy="611187"/>
        </p:xfrm>
        <a:graphic>
          <a:graphicData uri="http://schemas.openxmlformats.org/presentationml/2006/ole">
            <mc:AlternateContent xmlns:mc="http://schemas.openxmlformats.org/markup-compatibility/2006">
              <mc:Choice xmlns:v="urn:schemas-microsoft-com:vml" Requires="v">
                <p:oleObj spid="_x0000_s3131" name="" r:id="rId9" imgW="304800" imgH="279400" progId="Equation.DSMT4">
                  <p:embed/>
                </p:oleObj>
              </mc:Choice>
              <mc:Fallback>
                <p:oleObj name="" r:id="rId9" imgW="304800" imgH="279400" progId="Equation.DSMT4">
                  <p:embed/>
                  <p:pic>
                    <p:nvPicPr>
                      <p:cNvPr id="0" name="图片 3130"/>
                      <p:cNvPicPr/>
                      <p:nvPr/>
                    </p:nvPicPr>
                    <p:blipFill>
                      <a:blip r:embed="rId10"/>
                      <a:stretch>
                        <a:fillRect/>
                      </a:stretch>
                    </p:blipFill>
                    <p:spPr>
                      <a:xfrm>
                        <a:off x="5067300" y="233363"/>
                        <a:ext cx="706438" cy="6111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ext Box 23"/>
          <p:cNvSpPr txBox="1"/>
          <p:nvPr/>
        </p:nvSpPr>
        <p:spPr>
          <a:xfrm>
            <a:off x="228600" y="304800"/>
            <a:ext cx="8458200" cy="1076325"/>
          </a:xfrm>
          <a:prstGeom prst="rect">
            <a:avLst/>
          </a:prstGeom>
          <a:noFill/>
          <a:ln w="9525">
            <a:noFill/>
          </a:ln>
        </p:spPr>
        <p:txBody>
          <a:bodyPr anchor="t" anchorCtr="0">
            <a:spAutoFit/>
          </a:bodyPr>
          <a:p>
            <a:pPr eaLnBrk="0" hangingPunct="0">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200" b="1" dirty="0">
                <a:latin typeface="Times New Roman" panose="02020603050405020304" pitchFamily="18" charset="0"/>
                <a:ea typeface="黑体" panose="02010609060101010101" pitchFamily="49" charset="-122"/>
              </a:rPr>
              <a:t>. </a:t>
            </a:r>
            <a:r>
              <a:rPr lang="zh-CN" altLang="en-US" sz="3200" b="1" dirty="0">
                <a:latin typeface="Times New Roman" panose="02020603050405020304" pitchFamily="18" charset="0"/>
                <a:ea typeface="黑体" panose="02010609060101010101" pitchFamily="49" charset="-122"/>
              </a:rPr>
              <a:t>设</a:t>
            </a:r>
            <a:r>
              <a:rPr lang="en-US" altLang="zh-CN" sz="3200" b="1" i="1" dirty="0">
                <a:latin typeface="Times New Roman" panose="02020603050405020304" pitchFamily="18" charset="0"/>
                <a:ea typeface="宋体" panose="02010600030101010101" pitchFamily="2" charset="-122"/>
              </a:rPr>
              <a:t>a</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为正数</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试建立求</a:t>
            </a:r>
            <a:r>
              <a:rPr lang="en-US" altLang="zh-CN" sz="3200" b="1" dirty="0">
                <a:latin typeface="Times New Roman" panose="02020603050405020304" pitchFamily="18" charset="0"/>
                <a:ea typeface="宋体" panose="02010600030101010101" pitchFamily="2" charset="-122"/>
              </a:rPr>
              <a:t>1/</a:t>
            </a:r>
            <a:r>
              <a:rPr lang="en-US" altLang="zh-CN" sz="3200" b="1" i="1" dirty="0">
                <a:latin typeface="Times New Roman" panose="02020603050405020304" pitchFamily="18" charset="0"/>
                <a:ea typeface="宋体" panose="02010600030101010101" pitchFamily="2" charset="-122"/>
              </a:rPr>
              <a:t>a</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的牛顿迭代公式</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并讨论迭代公式的收敛。 </a:t>
            </a:r>
            <a:endParaRPr lang="zh-CN" altLang="en-US" sz="3200" b="1" dirty="0">
              <a:latin typeface="Times New Roman" panose="02020603050405020304" pitchFamily="18" charset="0"/>
              <a:ea typeface="黑体" panose="02010609060101010101" pitchFamily="49" charset="-122"/>
            </a:endParaRPr>
          </a:p>
        </p:txBody>
      </p:sp>
      <p:sp>
        <p:nvSpPr>
          <p:cNvPr id="24602" name="Text Box 26"/>
          <p:cNvSpPr txBox="1"/>
          <p:nvPr/>
        </p:nvSpPr>
        <p:spPr>
          <a:xfrm>
            <a:off x="685800" y="3200400"/>
            <a:ext cx="7848600" cy="579438"/>
          </a:xfrm>
          <a:prstGeom prst="rect">
            <a:avLst/>
          </a:prstGeom>
          <a:noFill/>
          <a:ln w="9525">
            <a:noFill/>
          </a:ln>
        </p:spPr>
        <p:txBody>
          <a:bodyPr anchor="t" anchorCtr="0">
            <a:spAutoFit/>
          </a:bodyPr>
          <a:p>
            <a:pPr eaLnBrk="0" hangingPunct="0">
              <a:spcBef>
                <a:spcPct val="50000"/>
              </a:spcBef>
            </a:pPr>
            <a:r>
              <a:rPr lang="en-US" altLang="zh-CN" sz="3200" b="1" i="1" dirty="0">
                <a:latin typeface="Times New Roman" panose="02020603050405020304" pitchFamily="18" charset="0"/>
                <a:ea typeface="宋体" panose="02010600030101010101" pitchFamily="2" charset="-122"/>
              </a:rPr>
              <a:t>x</a:t>
            </a:r>
            <a:r>
              <a:rPr lang="en-US" altLang="zh-CN" sz="3200" b="1" i="1" baseline="-30000" dirty="0">
                <a:latin typeface="Times New Roman" panose="02020603050405020304" pitchFamily="18" charset="0"/>
                <a:ea typeface="宋体" panose="02010600030101010101" pitchFamily="2" charset="-122"/>
              </a:rPr>
              <a:t>n+</a:t>
            </a:r>
            <a:r>
              <a:rPr lang="en-US" altLang="zh-CN" sz="3200" b="1" baseline="-30000" dirty="0">
                <a:latin typeface="Times New Roman" panose="02020603050405020304" pitchFamily="18" charset="0"/>
                <a:ea typeface="宋体" panose="02010600030101010101" pitchFamily="2" charset="-122"/>
              </a:rPr>
              <a:t>1</a:t>
            </a:r>
            <a:r>
              <a:rPr lang="en-US" altLang="zh-CN" sz="3200" b="1" dirty="0">
                <a:latin typeface="Times New Roman" panose="02020603050405020304" pitchFamily="18" charset="0"/>
                <a:ea typeface="宋体" panose="02010600030101010101" pitchFamily="2" charset="-122"/>
              </a:rPr>
              <a:t> = </a:t>
            </a:r>
            <a:r>
              <a:rPr lang="en-US" altLang="zh-CN" sz="3200" b="1" i="1" dirty="0">
                <a:latin typeface="Times New Roman" panose="02020603050405020304" pitchFamily="18" charset="0"/>
                <a:ea typeface="宋体" panose="02010600030101010101" pitchFamily="2" charset="-122"/>
              </a:rPr>
              <a:t>x</a:t>
            </a:r>
            <a:r>
              <a:rPr lang="en-US" altLang="zh-CN" sz="3200" b="1" i="1" baseline="-30000"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(2 – </a:t>
            </a:r>
            <a:r>
              <a:rPr lang="en-US" altLang="zh-CN" sz="3200" b="1" i="1" dirty="0">
                <a:latin typeface="Times New Roman" panose="02020603050405020304" pitchFamily="18" charset="0"/>
                <a:ea typeface="宋体" panose="02010600030101010101" pitchFamily="2" charset="-122"/>
              </a:rPr>
              <a:t>a x</a:t>
            </a:r>
            <a:r>
              <a:rPr lang="en-US" altLang="zh-CN" sz="3200" b="1" i="1" baseline="-30000"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a:t>
            </a:r>
            <a:r>
              <a:rPr lang="zh-CN" altLang="en-US" sz="3200" b="1" dirty="0">
                <a:latin typeface="宋体" panose="02010600030101010101" pitchFamily="2" charset="-122"/>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 n = </a:t>
            </a:r>
            <a:r>
              <a:rPr lang="en-US" altLang="zh-CN" sz="3200" b="1" dirty="0">
                <a:latin typeface="Times New Roman" panose="02020603050405020304" pitchFamily="18" charset="0"/>
                <a:ea typeface="宋体" panose="02010600030101010101" pitchFamily="2" charset="-122"/>
              </a:rPr>
              <a:t>0</a:t>
            </a:r>
            <a:r>
              <a:rPr lang="zh-CN" altLang="en-US" sz="3200" b="1" dirty="0">
                <a:latin typeface="宋体" panose="02010600030101010101" pitchFamily="2" charset="-122"/>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1</a:t>
            </a:r>
            <a:r>
              <a:rPr lang="zh-CN" altLang="en-US" sz="3200" b="1" dirty="0">
                <a:latin typeface="宋体" panose="02010600030101010101" pitchFamily="2" charset="-122"/>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2 ……) </a:t>
            </a:r>
            <a:endParaRPr lang="en-US" altLang="zh-CN" sz="3200" b="1" dirty="0">
              <a:latin typeface="Times New Roman" panose="02020603050405020304" pitchFamily="18" charset="0"/>
              <a:ea typeface="宋体" panose="02010600030101010101" pitchFamily="2" charset="-122"/>
            </a:endParaRPr>
          </a:p>
        </p:txBody>
      </p:sp>
      <p:graphicFrame>
        <p:nvGraphicFramePr>
          <p:cNvPr id="45056" name="Object 1024"/>
          <p:cNvGraphicFramePr/>
          <p:nvPr/>
        </p:nvGraphicFramePr>
        <p:xfrm>
          <a:off x="395288" y="4797425"/>
          <a:ext cx="3962400" cy="795338"/>
        </p:xfrm>
        <a:graphic>
          <a:graphicData uri="http://schemas.openxmlformats.org/presentationml/2006/ole">
            <mc:AlternateContent xmlns:mc="http://schemas.openxmlformats.org/markup-compatibility/2006">
              <mc:Choice xmlns:v="urn:schemas-microsoft-com:vml" Requires="v">
                <p:oleObj spid="_x0000_s3133" name="" r:id="rId1" imgW="1650365" imgH="330200" progId="Equation.DSMT4">
                  <p:embed/>
                </p:oleObj>
              </mc:Choice>
              <mc:Fallback>
                <p:oleObj name="" r:id="rId1" imgW="1650365" imgH="330200" progId="Equation.DSMT4">
                  <p:embed/>
                  <p:pic>
                    <p:nvPicPr>
                      <p:cNvPr id="0" name="图片 3132"/>
                      <p:cNvPicPr/>
                      <p:nvPr/>
                    </p:nvPicPr>
                    <p:blipFill>
                      <a:blip r:embed="rId2"/>
                      <a:stretch>
                        <a:fillRect/>
                      </a:stretch>
                    </p:blipFill>
                    <p:spPr>
                      <a:xfrm>
                        <a:off x="395288" y="4797425"/>
                        <a:ext cx="3962400" cy="795338"/>
                      </a:xfrm>
                      <a:prstGeom prst="rect">
                        <a:avLst/>
                      </a:prstGeom>
                      <a:noFill/>
                      <a:ln w="38100">
                        <a:noFill/>
                        <a:miter/>
                      </a:ln>
                    </p:spPr>
                  </p:pic>
                </p:oleObj>
              </mc:Fallback>
            </mc:AlternateContent>
          </a:graphicData>
        </a:graphic>
      </p:graphicFrame>
      <p:graphicFrame>
        <p:nvGraphicFramePr>
          <p:cNvPr id="45057" name="Object 1025"/>
          <p:cNvGraphicFramePr/>
          <p:nvPr/>
        </p:nvGraphicFramePr>
        <p:xfrm>
          <a:off x="4643438" y="4652963"/>
          <a:ext cx="3657600" cy="1014412"/>
        </p:xfrm>
        <a:graphic>
          <a:graphicData uri="http://schemas.openxmlformats.org/presentationml/2006/ole">
            <mc:AlternateContent xmlns:mc="http://schemas.openxmlformats.org/markup-compatibility/2006">
              <mc:Choice xmlns:v="urn:schemas-microsoft-com:vml" Requires="v">
                <p:oleObj spid="_x0000_s3134" name="" r:id="rId3" imgW="1473200" imgH="406400" progId="Equation.3">
                  <p:embed/>
                </p:oleObj>
              </mc:Choice>
              <mc:Fallback>
                <p:oleObj name="" r:id="rId3" imgW="1473200" imgH="406400" progId="Equation.3">
                  <p:embed/>
                  <p:pic>
                    <p:nvPicPr>
                      <p:cNvPr id="0" name="图片 3133"/>
                      <p:cNvPicPr/>
                      <p:nvPr/>
                    </p:nvPicPr>
                    <p:blipFill>
                      <a:blip r:embed="rId4"/>
                      <a:stretch>
                        <a:fillRect/>
                      </a:stretch>
                    </p:blipFill>
                    <p:spPr>
                      <a:xfrm>
                        <a:off x="4643438" y="4652963"/>
                        <a:ext cx="3657600" cy="1014412"/>
                      </a:xfrm>
                      <a:prstGeom prst="rect">
                        <a:avLst/>
                      </a:prstGeom>
                      <a:noFill/>
                      <a:ln w="38100">
                        <a:noFill/>
                        <a:miter/>
                      </a:ln>
                    </p:spPr>
                  </p:pic>
                </p:oleObj>
              </mc:Fallback>
            </mc:AlternateContent>
          </a:graphicData>
        </a:graphic>
      </p:graphicFrame>
      <p:sp>
        <p:nvSpPr>
          <p:cNvPr id="24608" name="Text Box 32"/>
          <p:cNvSpPr txBox="1"/>
          <p:nvPr/>
        </p:nvSpPr>
        <p:spPr>
          <a:xfrm>
            <a:off x="395288" y="5876925"/>
            <a:ext cx="7696200" cy="584200"/>
          </a:xfrm>
          <a:prstGeom prst="rect">
            <a:avLst/>
          </a:prstGeom>
          <a:noFill/>
          <a:ln w="9525">
            <a:noFill/>
          </a:ln>
        </p:spPr>
        <p:txBody>
          <a:bodyPr anchor="t" anchorCtr="0">
            <a:spAutoFit/>
          </a:bodyPr>
          <a:p>
            <a:pPr eaLnBrk="0" hangingPunct="0">
              <a:spcBef>
                <a:spcPct val="50000"/>
              </a:spcBef>
            </a:pPr>
            <a:r>
              <a:rPr lang="zh-CN" altLang="en-US" sz="3200" b="1" dirty="0">
                <a:latin typeface="Times New Roman" panose="02020603050405020304" pitchFamily="18" charset="0"/>
                <a:ea typeface="黑体" panose="02010609060101010101" pitchFamily="49" charset="-122"/>
              </a:rPr>
              <a:t>所以当</a:t>
            </a:r>
            <a:r>
              <a:rPr lang="en-US" altLang="zh-CN" sz="3200" b="1" dirty="0">
                <a:latin typeface="Times New Roman" panose="02020603050405020304" pitchFamily="18" charset="0"/>
                <a:ea typeface="宋体" panose="02010600030101010101" pitchFamily="2" charset="-122"/>
              </a:rPr>
              <a:t>| 1 – </a:t>
            </a:r>
            <a:r>
              <a:rPr lang="en-US" altLang="zh-CN" sz="3200" b="1" i="1" dirty="0">
                <a:latin typeface="Times New Roman" panose="02020603050405020304" pitchFamily="18" charset="0"/>
                <a:ea typeface="宋体" panose="02010600030101010101" pitchFamily="2" charset="-122"/>
              </a:rPr>
              <a:t>a x</a:t>
            </a:r>
            <a:r>
              <a:rPr lang="en-US" altLang="zh-CN" sz="3200" b="1" baseline="-30000" dirty="0">
                <a:latin typeface="Times New Roman" panose="02020603050405020304" pitchFamily="18" charset="0"/>
                <a:ea typeface="宋体" panose="02010600030101010101" pitchFamily="2" charset="-122"/>
              </a:rPr>
              <a:t>0</a:t>
            </a:r>
            <a:r>
              <a:rPr lang="en-US" altLang="zh-CN" sz="3200" b="1" dirty="0">
                <a:latin typeface="Times New Roman" panose="02020603050405020304" pitchFamily="18" charset="0"/>
                <a:ea typeface="宋体" panose="02010600030101010101" pitchFamily="2" charset="-122"/>
              </a:rPr>
              <a:t>| &lt; 1 </a:t>
            </a:r>
            <a:r>
              <a:rPr lang="zh-CN" altLang="en-US" sz="3200" b="1" dirty="0">
                <a:latin typeface="Times New Roman" panose="02020603050405020304" pitchFamily="18" charset="0"/>
                <a:ea typeface="黑体" panose="02010609060101010101" pitchFamily="49" charset="-122"/>
              </a:rPr>
              <a:t>时</a:t>
            </a:r>
            <a:r>
              <a:rPr lang="en-US" altLang="zh-CN" sz="3200" b="1" dirty="0">
                <a:latin typeface="Times New Roman" panose="02020603050405020304" pitchFamily="18" charset="0"/>
                <a:ea typeface="黑体" panose="02010609060101010101" pitchFamily="49" charset="-122"/>
              </a:rPr>
              <a:t>, </a:t>
            </a:r>
            <a:r>
              <a:rPr lang="zh-CN" altLang="en-US" sz="3200" b="1" dirty="0">
                <a:latin typeface="Times New Roman" panose="02020603050405020304" pitchFamily="18" charset="0"/>
                <a:ea typeface="黑体" panose="02010609060101010101" pitchFamily="49" charset="-122"/>
              </a:rPr>
              <a:t>迭代公式收敛</a:t>
            </a:r>
            <a:r>
              <a:rPr lang="zh-CN" altLang="en-US" sz="3200" b="1" dirty="0">
                <a:latin typeface="宋体" panose="02010600030101010101" pitchFamily="2" charset="-122"/>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 </a:t>
            </a:r>
            <a:endParaRPr lang="zh-CN" altLang="en-US" sz="3200" b="1" dirty="0">
              <a:latin typeface="Times New Roman" panose="02020603050405020304" pitchFamily="18" charset="0"/>
              <a:ea typeface="宋体" panose="02010600030101010101" pitchFamily="2" charset="-122"/>
            </a:endParaRPr>
          </a:p>
        </p:txBody>
      </p:sp>
      <p:grpSp>
        <p:nvGrpSpPr>
          <p:cNvPr id="2" name="Group 36"/>
          <p:cNvGrpSpPr/>
          <p:nvPr/>
        </p:nvGrpSpPr>
        <p:grpSpPr>
          <a:xfrm>
            <a:off x="611188" y="1412875"/>
            <a:ext cx="5334000" cy="952500"/>
            <a:chOff x="384" y="1104"/>
            <a:chExt cx="3360" cy="600"/>
          </a:xfrm>
        </p:grpSpPr>
        <p:graphicFrame>
          <p:nvGraphicFramePr>
            <p:cNvPr id="30727" name="Object 1026"/>
            <p:cNvGraphicFramePr/>
            <p:nvPr/>
          </p:nvGraphicFramePr>
          <p:xfrm>
            <a:off x="2112" y="1104"/>
            <a:ext cx="1632" cy="600"/>
          </p:xfrm>
          <a:graphic>
            <a:graphicData uri="http://schemas.openxmlformats.org/presentationml/2006/ole">
              <mc:AlternateContent xmlns:mc="http://schemas.openxmlformats.org/markup-compatibility/2006">
                <mc:Choice xmlns:v="urn:schemas-microsoft-com:vml" Requires="v">
                  <p:oleObj spid="_x0000_s3128" name="" r:id="rId5" imgW="1116965" imgH="406400" progId="Equation.3">
                    <p:embed/>
                  </p:oleObj>
                </mc:Choice>
                <mc:Fallback>
                  <p:oleObj name="" r:id="rId5" imgW="1116965" imgH="406400" progId="Equation.3">
                    <p:embed/>
                    <p:pic>
                      <p:nvPicPr>
                        <p:cNvPr id="0" name="图片 3127"/>
                        <p:cNvPicPr/>
                        <p:nvPr/>
                      </p:nvPicPr>
                      <p:blipFill>
                        <a:blip r:embed="rId6"/>
                        <a:stretch>
                          <a:fillRect/>
                        </a:stretch>
                      </p:blipFill>
                      <p:spPr>
                        <a:xfrm>
                          <a:off x="2112" y="1104"/>
                          <a:ext cx="1632" cy="600"/>
                        </a:xfrm>
                        <a:prstGeom prst="rect">
                          <a:avLst/>
                        </a:prstGeom>
                        <a:noFill/>
                        <a:ln w="38100">
                          <a:noFill/>
                          <a:miter/>
                        </a:ln>
                      </p:spPr>
                    </p:pic>
                  </p:oleObj>
                </mc:Fallback>
              </mc:AlternateContent>
            </a:graphicData>
          </a:graphic>
        </p:graphicFrame>
        <p:sp>
          <p:nvSpPr>
            <p:cNvPr id="30728" name="Text Box 33"/>
            <p:cNvSpPr txBox="1"/>
            <p:nvPr/>
          </p:nvSpPr>
          <p:spPr>
            <a:xfrm>
              <a:off x="384" y="1200"/>
              <a:ext cx="1824" cy="365"/>
            </a:xfrm>
            <a:prstGeom prst="rect">
              <a:avLst/>
            </a:prstGeom>
            <a:noFill/>
            <a:ln w="9525">
              <a:noFill/>
            </a:ln>
          </p:spPr>
          <p:txBody>
            <a:bodyPr anchor="t" anchorCtr="0">
              <a:spAutoFit/>
            </a:bodyPr>
            <a:p>
              <a:pPr eaLnBrk="0" hangingPunct="0">
                <a:spcBef>
                  <a:spcPct val="50000"/>
                </a:spcBef>
              </a:pPr>
              <a:r>
                <a:rPr lang="zh-CN" altLang="en-US" sz="3200" b="1" dirty="0">
                  <a:latin typeface="Times New Roman" panose="02020603050405020304" pitchFamily="18" charset="0"/>
                  <a:ea typeface="黑体" panose="02010609060101010101" pitchFamily="49" charset="-122"/>
                </a:rPr>
                <a:t>解</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建立方程</a:t>
              </a:r>
              <a:endParaRPr lang="zh-CN" altLang="en-US" sz="3200" b="1" dirty="0">
                <a:latin typeface="Times New Roman" panose="02020603050405020304" pitchFamily="18" charset="0"/>
                <a:ea typeface="黑体" panose="02010609060101010101" pitchFamily="49" charset="-122"/>
              </a:endParaRPr>
            </a:p>
          </p:txBody>
        </p:sp>
      </p:grpSp>
      <p:sp>
        <p:nvSpPr>
          <p:cNvPr id="24610" name="Text Box 34"/>
          <p:cNvSpPr txBox="1"/>
          <p:nvPr/>
        </p:nvSpPr>
        <p:spPr>
          <a:xfrm>
            <a:off x="539750" y="2492375"/>
            <a:ext cx="7772400" cy="579438"/>
          </a:xfrm>
          <a:prstGeom prst="rect">
            <a:avLst/>
          </a:prstGeom>
          <a:noFill/>
          <a:ln w="9525">
            <a:noFill/>
          </a:ln>
        </p:spPr>
        <p:txBody>
          <a:bodyPr anchor="t" anchorCtr="0">
            <a:spAutoFit/>
          </a:bodyPr>
          <a:p>
            <a:pPr eaLnBrk="0" hangingPunct="0">
              <a:spcBef>
                <a:spcPct val="50000"/>
              </a:spcBef>
            </a:pPr>
            <a:r>
              <a:rPr lang="zh-CN" altLang="en-US" sz="3200" b="1" dirty="0">
                <a:latin typeface="Times New Roman" panose="02020603050405020304" pitchFamily="18" charset="0"/>
                <a:ea typeface="黑体" panose="02010609060101010101" pitchFamily="49" charset="-122"/>
              </a:rPr>
              <a:t>牛顿迭代迭代格式</a:t>
            </a:r>
            <a:endParaRPr lang="zh-CN" altLang="en-US" sz="3200" b="1" dirty="0">
              <a:latin typeface="Times New Roman" panose="02020603050405020304" pitchFamily="18" charset="0"/>
              <a:ea typeface="黑体" panose="02010609060101010101" pitchFamily="49" charset="-122"/>
            </a:endParaRPr>
          </a:p>
        </p:txBody>
      </p:sp>
      <p:grpSp>
        <p:nvGrpSpPr>
          <p:cNvPr id="3" name="Group 37"/>
          <p:cNvGrpSpPr/>
          <p:nvPr/>
        </p:nvGrpSpPr>
        <p:grpSpPr>
          <a:xfrm>
            <a:off x="611188" y="3962400"/>
            <a:ext cx="6475413" cy="579438"/>
            <a:chOff x="385" y="2496"/>
            <a:chExt cx="4079" cy="365"/>
          </a:xfrm>
        </p:grpSpPr>
        <p:sp>
          <p:nvSpPr>
            <p:cNvPr id="30731" name="Text Box 27"/>
            <p:cNvSpPr txBox="1"/>
            <p:nvPr/>
          </p:nvSpPr>
          <p:spPr>
            <a:xfrm>
              <a:off x="1728" y="2496"/>
              <a:ext cx="2736" cy="365"/>
            </a:xfrm>
            <a:prstGeom prst="rect">
              <a:avLst/>
            </a:prstGeom>
            <a:noFill/>
            <a:ln w="9525">
              <a:noFill/>
            </a:ln>
          </p:spPr>
          <p:txBody>
            <a:bodyPr anchor="t" anchorCtr="0">
              <a:spAutoFit/>
            </a:bodyPr>
            <a:p>
              <a:pPr eaLnBrk="0" hangingPunct="0">
                <a:spcBef>
                  <a:spcPct val="50000"/>
                </a:spcBef>
              </a:pPr>
              <a:r>
                <a:rPr lang="en-US" altLang="zh-CN" sz="3200" b="1" dirty="0">
                  <a:latin typeface="Times New Roman" panose="02020603050405020304" pitchFamily="18" charset="0"/>
                  <a:ea typeface="宋体" panose="02010600030101010101" pitchFamily="2" charset="-122"/>
                </a:rPr>
                <a:t>1 – </a:t>
              </a:r>
              <a:r>
                <a:rPr lang="en-US" altLang="zh-CN" sz="3200" b="1" i="1" dirty="0">
                  <a:latin typeface="Times New Roman" panose="02020603050405020304" pitchFamily="18" charset="0"/>
                  <a:ea typeface="宋体" panose="02010600030101010101" pitchFamily="2" charset="-122"/>
                </a:rPr>
                <a:t>a x</a:t>
              </a:r>
              <a:r>
                <a:rPr lang="en-US" altLang="zh-CN" sz="3200" b="1" i="1" baseline="-30000" dirty="0">
                  <a:latin typeface="Times New Roman" panose="02020603050405020304" pitchFamily="18" charset="0"/>
                  <a:ea typeface="宋体" panose="02010600030101010101" pitchFamily="2" charset="-122"/>
                </a:rPr>
                <a:t>n+</a:t>
              </a:r>
              <a:r>
                <a:rPr lang="en-US" altLang="zh-CN" sz="3200" b="1" baseline="-30000" dirty="0">
                  <a:latin typeface="Times New Roman" panose="02020603050405020304" pitchFamily="18" charset="0"/>
                  <a:ea typeface="宋体" panose="02010600030101010101" pitchFamily="2" charset="-122"/>
                </a:rPr>
                <a:t>1</a:t>
              </a:r>
              <a:r>
                <a:rPr lang="en-US" altLang="zh-CN" sz="3200" b="1" dirty="0">
                  <a:latin typeface="Times New Roman" panose="02020603050405020304" pitchFamily="18" charset="0"/>
                  <a:ea typeface="宋体" panose="02010600030101010101" pitchFamily="2" charset="-122"/>
                </a:rPr>
                <a:t> = (1 – </a:t>
              </a:r>
              <a:r>
                <a:rPr lang="en-US" altLang="zh-CN" sz="3200" b="1" i="1" dirty="0">
                  <a:latin typeface="Times New Roman" panose="02020603050405020304" pitchFamily="18" charset="0"/>
                  <a:ea typeface="宋体" panose="02010600030101010101" pitchFamily="2" charset="-122"/>
                </a:rPr>
                <a:t>a x</a:t>
              </a:r>
              <a:r>
                <a:rPr lang="en-US" altLang="zh-CN" sz="3200" b="1" i="1" baseline="-30000"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a:t>
              </a:r>
              <a:r>
                <a:rPr lang="en-US" altLang="zh-CN" sz="3200" b="1" baseline="30000" dirty="0">
                  <a:latin typeface="Times New Roman" panose="02020603050405020304" pitchFamily="18" charset="0"/>
                  <a:ea typeface="宋体" panose="02010600030101010101" pitchFamily="2" charset="-122"/>
                </a:rPr>
                <a:t>2</a:t>
              </a:r>
              <a:r>
                <a:rPr lang="en-US" altLang="zh-CN" sz="3200" b="1" dirty="0">
                  <a:latin typeface="Times New Roman" panose="02020603050405020304" pitchFamily="18" charset="0"/>
                  <a:ea typeface="宋体" panose="02010600030101010101" pitchFamily="2" charset="-122"/>
                </a:rPr>
                <a:t> </a:t>
              </a:r>
              <a:endParaRPr lang="en-US" altLang="zh-CN" sz="3200" b="1" dirty="0">
                <a:latin typeface="Times New Roman" panose="02020603050405020304" pitchFamily="18" charset="0"/>
                <a:ea typeface="宋体" panose="02010600030101010101" pitchFamily="2" charset="-122"/>
              </a:endParaRPr>
            </a:p>
          </p:txBody>
        </p:sp>
        <p:sp>
          <p:nvSpPr>
            <p:cNvPr id="30732" name="Text Box 35"/>
            <p:cNvSpPr txBox="1"/>
            <p:nvPr/>
          </p:nvSpPr>
          <p:spPr>
            <a:xfrm>
              <a:off x="385" y="2496"/>
              <a:ext cx="1440" cy="365"/>
            </a:xfrm>
            <a:prstGeom prst="rect">
              <a:avLst/>
            </a:prstGeom>
            <a:noFill/>
            <a:ln w="9525">
              <a:noFill/>
            </a:ln>
          </p:spPr>
          <p:txBody>
            <a:bodyPr anchor="t" anchorCtr="0">
              <a:spAutoFit/>
            </a:bodyPr>
            <a:p>
              <a:pPr eaLnBrk="0" hangingPunct="0">
                <a:spcBef>
                  <a:spcPct val="50000"/>
                </a:spcBef>
              </a:pPr>
              <a:r>
                <a:rPr lang="zh-CN" altLang="en-US" sz="3200" b="1" dirty="0">
                  <a:latin typeface="Times New Roman" panose="02020603050405020304" pitchFamily="18" charset="0"/>
                  <a:ea typeface="黑体" panose="02010609060101010101" pitchFamily="49" charset="-122"/>
                </a:rPr>
                <a:t>整理得</a:t>
              </a:r>
              <a:endParaRPr lang="zh-CN" altLang="en-US" sz="3200" b="1" dirty="0">
                <a:latin typeface="Times New Roman" panose="02020603050405020304" pitchFamily="18" charset="0"/>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10">
                                            <p:txEl>
                                              <p:charRg st="0" end="9"/>
                                            </p:txEl>
                                          </p:spTgt>
                                        </p:tgtEl>
                                        <p:attrNameLst>
                                          <p:attrName>style.visibility</p:attrName>
                                        </p:attrNameLst>
                                      </p:cBhvr>
                                      <p:to>
                                        <p:strVal val="visible"/>
                                      </p:to>
                                    </p:set>
                                    <p:animEffect transition="in" filter="wipe(left)">
                                      <p:cBhvr>
                                        <p:cTn id="12" dur="500"/>
                                        <p:tgtEl>
                                          <p:spTgt spid="24610">
                                            <p:txEl>
                                              <p:charRg st="0"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02">
                                            <p:txEl>
                                              <p:charRg st="0" end="37"/>
                                            </p:txEl>
                                          </p:spTgt>
                                        </p:tgtEl>
                                        <p:attrNameLst>
                                          <p:attrName>style.visibility</p:attrName>
                                        </p:attrNameLst>
                                      </p:cBhvr>
                                      <p:to>
                                        <p:strVal val="visible"/>
                                      </p:to>
                                    </p:set>
                                    <p:animEffect transition="in" filter="wipe(left)">
                                      <p:cBhvr>
                                        <p:cTn id="17" dur="500"/>
                                        <p:tgtEl>
                                          <p:spTgt spid="24602">
                                            <p:txEl>
                                              <p:charRg st="0" end="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5056"/>
                                        </p:tgtEl>
                                        <p:attrNameLst>
                                          <p:attrName>style.visibility</p:attrName>
                                        </p:attrNameLst>
                                      </p:cBhvr>
                                      <p:to>
                                        <p:strVal val="visible"/>
                                      </p:to>
                                    </p:set>
                                    <p:animEffect transition="in" filter="wipe(left)">
                                      <p:cBhvr>
                                        <p:cTn id="27" dur="500"/>
                                        <p:tgtEl>
                                          <p:spTgt spid="450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5057"/>
                                        </p:tgtEl>
                                        <p:attrNameLst>
                                          <p:attrName>style.visibility</p:attrName>
                                        </p:attrNameLst>
                                      </p:cBhvr>
                                      <p:to>
                                        <p:strVal val="visible"/>
                                      </p:to>
                                    </p:set>
                                    <p:animEffect transition="in" filter="wipe(left)">
                                      <p:cBhvr>
                                        <p:cTn id="32" dur="500"/>
                                        <p:tgtEl>
                                          <p:spTgt spid="4505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608">
                                            <p:txEl>
                                              <p:charRg st="0" end="32"/>
                                            </p:txEl>
                                          </p:spTgt>
                                        </p:tgtEl>
                                        <p:attrNameLst>
                                          <p:attrName>style.visibility</p:attrName>
                                        </p:attrNameLst>
                                      </p:cBhvr>
                                      <p:to>
                                        <p:strVal val="visible"/>
                                      </p:to>
                                    </p:set>
                                    <p:animEffect transition="in" filter="wipe(left)">
                                      <p:cBhvr>
                                        <p:cTn id="37" dur="500"/>
                                        <p:tgtEl>
                                          <p:spTgt spid="24608">
                                            <p:txEl>
                                              <p:charRg st="0"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2" grpId="0" build="p"/>
      <p:bldP spid="24608" grpId="0" build="p"/>
      <p:bldP spid="2461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Text Box 1026"/>
          <p:cNvSpPr txBox="1"/>
          <p:nvPr/>
        </p:nvSpPr>
        <p:spPr>
          <a:xfrm>
            <a:off x="457200" y="381000"/>
            <a:ext cx="8001000" cy="522288"/>
          </a:xfrm>
          <a:prstGeom prst="rect">
            <a:avLst/>
          </a:prstGeom>
          <a:noFill/>
          <a:ln w="9525">
            <a:noFill/>
          </a:ln>
        </p:spPr>
        <p:txBody>
          <a:bodyPr anchor="t" anchorCtr="0">
            <a:spAutoFit/>
          </a:bodyPr>
          <a:p>
            <a:pPr>
              <a:spcBef>
                <a:spcPct val="50000"/>
              </a:spcBef>
            </a:pPr>
            <a:r>
              <a:rPr lang="zh-CN" altLang="en-US" b="1" dirty="0">
                <a:solidFill>
                  <a:srgbClr val="0070C0"/>
                </a:solidFill>
                <a:latin typeface="Times New Roman" panose="02020603050405020304" pitchFamily="18" charset="0"/>
                <a:ea typeface="黑体" panose="02010609060101010101" pitchFamily="49" charset="-122"/>
              </a:rPr>
              <a:t>例</a:t>
            </a:r>
            <a:r>
              <a:rPr lang="en-US" altLang="zh-CN" b="1" dirty="0">
                <a:latin typeface="Times New Roman" panose="02020603050405020304" pitchFamily="18" charset="0"/>
                <a:ea typeface="黑体" panose="02010609060101010101" pitchFamily="49" charset="-122"/>
              </a:rPr>
              <a:t>. </a:t>
            </a:r>
            <a:r>
              <a:rPr lang="zh-CN" altLang="en-US" b="1" dirty="0">
                <a:latin typeface="黑体" panose="02010609060101010101" pitchFamily="49" charset="-122"/>
                <a:ea typeface="黑体" panose="02010609060101010101" pitchFamily="49" charset="-122"/>
              </a:rPr>
              <a:t>用牛顿迭代法求解非线性方程组 </a:t>
            </a:r>
            <a:endParaRPr lang="zh-CN" altLang="en-US" b="1" dirty="0">
              <a:latin typeface="黑体" panose="02010609060101010101" pitchFamily="49" charset="-122"/>
              <a:ea typeface="黑体" panose="02010609060101010101" pitchFamily="49" charset="-122"/>
            </a:endParaRPr>
          </a:p>
        </p:txBody>
      </p:sp>
      <p:graphicFrame>
        <p:nvGraphicFramePr>
          <p:cNvPr id="31746" name="Object 1027"/>
          <p:cNvGraphicFramePr>
            <a:graphicFrameLocks noChangeAspect="1"/>
          </p:cNvGraphicFramePr>
          <p:nvPr/>
        </p:nvGraphicFramePr>
        <p:xfrm>
          <a:off x="1263650" y="901700"/>
          <a:ext cx="3971925" cy="1095375"/>
        </p:xfrm>
        <a:graphic>
          <a:graphicData uri="http://schemas.openxmlformats.org/presentationml/2006/ole">
            <mc:AlternateContent xmlns:mc="http://schemas.openxmlformats.org/markup-compatibility/2006">
              <mc:Choice xmlns:v="urn:schemas-microsoft-com:vml" Requires="v">
                <p:oleObj spid="_x0000_s3141" name="" r:id="rId1" imgW="1879600" imgH="520700" progId="Equation.DSMT4">
                  <p:embed/>
                </p:oleObj>
              </mc:Choice>
              <mc:Fallback>
                <p:oleObj name="" r:id="rId1" imgW="1879600" imgH="520700" progId="Equation.DSMT4">
                  <p:embed/>
                  <p:pic>
                    <p:nvPicPr>
                      <p:cNvPr id="0" name="图片 3140"/>
                      <p:cNvPicPr/>
                      <p:nvPr/>
                    </p:nvPicPr>
                    <p:blipFill>
                      <a:blip r:embed="rId2"/>
                      <a:stretch>
                        <a:fillRect/>
                      </a:stretch>
                    </p:blipFill>
                    <p:spPr>
                      <a:xfrm>
                        <a:off x="1263650" y="901700"/>
                        <a:ext cx="3971925" cy="1095375"/>
                      </a:xfrm>
                      <a:prstGeom prst="rect">
                        <a:avLst/>
                      </a:prstGeom>
                      <a:noFill/>
                      <a:ln w="38100">
                        <a:noFill/>
                        <a:miter/>
                      </a:ln>
                    </p:spPr>
                  </p:pic>
                </p:oleObj>
              </mc:Fallback>
            </mc:AlternateContent>
          </a:graphicData>
        </a:graphic>
      </p:graphicFrame>
      <p:pic>
        <p:nvPicPr>
          <p:cNvPr id="31747" name="Picture 1029" descr="D:\farme\数值分析\Mybook\牛顿迭代2.bmp"/>
          <p:cNvPicPr>
            <a:picLocks noChangeAspect="1"/>
          </p:cNvPicPr>
          <p:nvPr/>
        </p:nvPicPr>
        <p:blipFill>
          <a:blip r:embed="rId3"/>
          <a:stretch>
            <a:fillRect/>
          </a:stretch>
        </p:blipFill>
        <p:spPr>
          <a:xfrm>
            <a:off x="5791200" y="990600"/>
            <a:ext cx="2536825" cy="2171700"/>
          </a:xfrm>
          <a:prstGeom prst="rect">
            <a:avLst/>
          </a:prstGeom>
          <a:noFill/>
          <a:ln w="9525">
            <a:noFill/>
          </a:ln>
        </p:spPr>
      </p:pic>
      <p:graphicFrame>
        <p:nvGraphicFramePr>
          <p:cNvPr id="39942" name="Object 1030"/>
          <p:cNvGraphicFramePr>
            <a:graphicFrameLocks noChangeAspect="1"/>
          </p:cNvGraphicFramePr>
          <p:nvPr/>
        </p:nvGraphicFramePr>
        <p:xfrm>
          <a:off x="928688" y="2143125"/>
          <a:ext cx="3743325" cy="592138"/>
        </p:xfrm>
        <a:graphic>
          <a:graphicData uri="http://schemas.openxmlformats.org/presentationml/2006/ole">
            <mc:AlternateContent xmlns:mc="http://schemas.openxmlformats.org/markup-compatibility/2006">
              <mc:Choice xmlns:v="urn:schemas-microsoft-com:vml" Requires="v">
                <p:oleObj spid="_x0000_s3137" name="" r:id="rId4" imgW="1930400" imgH="304800" progId="Equation.DSMT4">
                  <p:embed/>
                </p:oleObj>
              </mc:Choice>
              <mc:Fallback>
                <p:oleObj name="" r:id="rId4" imgW="1930400" imgH="304800" progId="Equation.DSMT4">
                  <p:embed/>
                  <p:pic>
                    <p:nvPicPr>
                      <p:cNvPr id="0" name="图片 3136"/>
                      <p:cNvPicPr/>
                      <p:nvPr/>
                    </p:nvPicPr>
                    <p:blipFill>
                      <a:blip r:embed="rId5"/>
                      <a:stretch>
                        <a:fillRect/>
                      </a:stretch>
                    </p:blipFill>
                    <p:spPr>
                      <a:xfrm>
                        <a:off x="928688" y="2143125"/>
                        <a:ext cx="3743325" cy="592138"/>
                      </a:xfrm>
                      <a:prstGeom prst="rect">
                        <a:avLst/>
                      </a:prstGeom>
                      <a:noFill/>
                      <a:ln w="38100">
                        <a:noFill/>
                        <a:miter/>
                      </a:ln>
                    </p:spPr>
                  </p:pic>
                </p:oleObj>
              </mc:Fallback>
            </mc:AlternateContent>
          </a:graphicData>
        </a:graphic>
      </p:graphicFrame>
      <p:graphicFrame>
        <p:nvGraphicFramePr>
          <p:cNvPr id="39944" name="Object 1032"/>
          <p:cNvGraphicFramePr>
            <a:graphicFrameLocks noChangeAspect="1"/>
          </p:cNvGraphicFramePr>
          <p:nvPr/>
        </p:nvGraphicFramePr>
        <p:xfrm>
          <a:off x="142875" y="2786063"/>
          <a:ext cx="5568950" cy="542925"/>
        </p:xfrm>
        <a:graphic>
          <a:graphicData uri="http://schemas.openxmlformats.org/presentationml/2006/ole">
            <mc:AlternateContent xmlns:mc="http://schemas.openxmlformats.org/markup-compatibility/2006">
              <mc:Choice xmlns:v="urn:schemas-microsoft-com:vml" Requires="v">
                <p:oleObj spid="_x0000_s3138" name="" r:id="rId6" imgW="3111500" imgH="304800" progId="Equation.DSMT4">
                  <p:embed/>
                </p:oleObj>
              </mc:Choice>
              <mc:Fallback>
                <p:oleObj name="" r:id="rId6" imgW="3111500" imgH="304800" progId="Equation.DSMT4">
                  <p:embed/>
                  <p:pic>
                    <p:nvPicPr>
                      <p:cNvPr id="0" name="图片 3137"/>
                      <p:cNvPicPr/>
                      <p:nvPr/>
                    </p:nvPicPr>
                    <p:blipFill>
                      <a:blip r:embed="rId7"/>
                      <a:stretch>
                        <a:fillRect/>
                      </a:stretch>
                    </p:blipFill>
                    <p:spPr>
                      <a:xfrm>
                        <a:off x="142875" y="2786063"/>
                        <a:ext cx="5568950" cy="542925"/>
                      </a:xfrm>
                      <a:prstGeom prst="rect">
                        <a:avLst/>
                      </a:prstGeom>
                      <a:noFill/>
                      <a:ln w="38100">
                        <a:noFill/>
                        <a:miter/>
                      </a:ln>
                    </p:spPr>
                  </p:pic>
                </p:oleObj>
              </mc:Fallback>
            </mc:AlternateContent>
          </a:graphicData>
        </a:graphic>
      </p:graphicFrame>
      <p:graphicFrame>
        <p:nvGraphicFramePr>
          <p:cNvPr id="39946" name="Object 1034"/>
          <p:cNvGraphicFramePr>
            <a:graphicFrameLocks noChangeAspect="1"/>
          </p:cNvGraphicFramePr>
          <p:nvPr/>
        </p:nvGraphicFramePr>
        <p:xfrm>
          <a:off x="428625" y="3643313"/>
          <a:ext cx="7473950" cy="2241550"/>
        </p:xfrm>
        <a:graphic>
          <a:graphicData uri="http://schemas.openxmlformats.org/presentationml/2006/ole">
            <mc:AlternateContent xmlns:mc="http://schemas.openxmlformats.org/markup-compatibility/2006">
              <mc:Choice xmlns:v="urn:schemas-microsoft-com:vml" Requires="v">
                <p:oleObj spid="_x0000_s3140" name="" r:id="rId8" imgW="4000500" imgH="1206500" progId="Equation.DSMT4">
                  <p:embed/>
                </p:oleObj>
              </mc:Choice>
              <mc:Fallback>
                <p:oleObj name="" r:id="rId8" imgW="4000500" imgH="1206500" progId="Equation.DSMT4">
                  <p:embed/>
                  <p:pic>
                    <p:nvPicPr>
                      <p:cNvPr id="0" name="图片 3139"/>
                      <p:cNvPicPr/>
                      <p:nvPr/>
                    </p:nvPicPr>
                    <p:blipFill>
                      <a:blip r:embed="rId9"/>
                      <a:stretch>
                        <a:fillRect/>
                      </a:stretch>
                    </p:blipFill>
                    <p:spPr>
                      <a:xfrm>
                        <a:off x="428625" y="3643313"/>
                        <a:ext cx="7473950" cy="22415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wipe(left)">
                                      <p:cBhvr>
                                        <p:cTn id="7" dur="500"/>
                                        <p:tgtEl>
                                          <p:spTgt spid="399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44"/>
                                        </p:tgtEl>
                                        <p:attrNameLst>
                                          <p:attrName>style.visibility</p:attrName>
                                        </p:attrNameLst>
                                      </p:cBhvr>
                                      <p:to>
                                        <p:strVal val="visible"/>
                                      </p:to>
                                    </p:set>
                                    <p:animEffect transition="in" filter="wipe(left)">
                                      <p:cBhvr>
                                        <p:cTn id="12" dur="500"/>
                                        <p:tgtEl>
                                          <p:spTgt spid="399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946"/>
                                        </p:tgtEl>
                                        <p:attrNameLst>
                                          <p:attrName>style.visibility</p:attrName>
                                        </p:attrNameLst>
                                      </p:cBhvr>
                                      <p:to>
                                        <p:strVal val="visible"/>
                                      </p:to>
                                    </p:set>
                                    <p:animEffect transition="in" filter="wipe(left)">
                                      <p:cBhvr>
                                        <p:cTn id="17" dur="500"/>
                                        <p:tgtEl>
                                          <p:spTgt spid="39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769" name="Object 1024"/>
          <p:cNvGraphicFramePr>
            <a:graphicFrameLocks noChangeAspect="1"/>
          </p:cNvGraphicFramePr>
          <p:nvPr/>
        </p:nvGraphicFramePr>
        <p:xfrm>
          <a:off x="1017588" y="311150"/>
          <a:ext cx="6423025" cy="1420813"/>
        </p:xfrm>
        <a:graphic>
          <a:graphicData uri="http://schemas.openxmlformats.org/presentationml/2006/ole">
            <mc:AlternateContent xmlns:mc="http://schemas.openxmlformats.org/markup-compatibility/2006">
              <mc:Choice xmlns:v="urn:schemas-microsoft-com:vml" Requires="v">
                <p:oleObj spid="_x0000_s3139" name="" r:id="rId1" imgW="3009900" imgH="673100" progId="Equation.DSMT4">
                  <p:embed/>
                </p:oleObj>
              </mc:Choice>
              <mc:Fallback>
                <p:oleObj name="" r:id="rId1" imgW="3009900" imgH="673100" progId="Equation.DSMT4">
                  <p:embed/>
                  <p:pic>
                    <p:nvPicPr>
                      <p:cNvPr id="0" name="图片 3138"/>
                      <p:cNvPicPr/>
                      <p:nvPr/>
                    </p:nvPicPr>
                    <p:blipFill>
                      <a:blip r:embed="rId2"/>
                      <a:stretch>
                        <a:fillRect/>
                      </a:stretch>
                    </p:blipFill>
                    <p:spPr>
                      <a:xfrm>
                        <a:off x="1017588" y="311150"/>
                        <a:ext cx="6423025" cy="1420813"/>
                      </a:xfrm>
                      <a:prstGeom prst="rect">
                        <a:avLst/>
                      </a:prstGeom>
                      <a:noFill/>
                      <a:ln w="38100">
                        <a:noFill/>
                        <a:miter/>
                      </a:ln>
                    </p:spPr>
                  </p:pic>
                </p:oleObj>
              </mc:Fallback>
            </mc:AlternateContent>
          </a:graphicData>
        </a:graphic>
      </p:graphicFrame>
      <p:sp>
        <p:nvSpPr>
          <p:cNvPr id="40964" name="Text Box 1028"/>
          <p:cNvSpPr txBox="1"/>
          <p:nvPr/>
        </p:nvSpPr>
        <p:spPr>
          <a:xfrm>
            <a:off x="304800" y="1828800"/>
            <a:ext cx="8305800" cy="519113"/>
          </a:xfrm>
          <a:prstGeom prst="rect">
            <a:avLst/>
          </a:prstGeom>
          <a:noFill/>
          <a:ln w="9525">
            <a:noFill/>
          </a:ln>
        </p:spPr>
        <p:txBody>
          <a:bodyPr anchor="t" anchorCtr="0">
            <a:spAutoFit/>
          </a:bodyPr>
          <a:p>
            <a:pPr>
              <a:spcBef>
                <a:spcPct val="50000"/>
              </a:spcBef>
            </a:pPr>
            <a:r>
              <a:rPr lang="zh-CN" altLang="en-US" b="1" dirty="0">
                <a:latin typeface="黑体" panose="02010609060101010101" pitchFamily="49" charset="-122"/>
                <a:ea typeface="黑体" panose="02010609060101010101" pitchFamily="49" charset="-122"/>
              </a:rPr>
              <a:t>分别取初值</a:t>
            </a:r>
            <a:r>
              <a:rPr lang="en-US" altLang="zh-CN" b="1" dirty="0">
                <a:latin typeface="Times New Roman" panose="02020603050405020304" pitchFamily="18" charset="0"/>
                <a:ea typeface="宋体" panose="02010600030101010101" pitchFamily="2" charset="-122"/>
              </a:rPr>
              <a:t>(1,0)</a:t>
            </a:r>
            <a:r>
              <a:rPr lang="zh-CN" altLang="en-US" b="1" dirty="0">
                <a:latin typeface="Times New Roman" panose="02020603050405020304" pitchFamily="18" charset="0"/>
                <a:ea typeface="宋体" panose="02010600030101010101" pitchFamily="2" charset="-122"/>
              </a:rPr>
              <a:t>和</a:t>
            </a:r>
            <a:r>
              <a:rPr lang="en-US" altLang="zh-CN" b="1" dirty="0">
                <a:latin typeface="Times New Roman" panose="02020603050405020304" pitchFamily="18" charset="0"/>
                <a:ea typeface="宋体" panose="02010600030101010101" pitchFamily="2" charset="-122"/>
              </a:rPr>
              <a:t>(2,2),</a:t>
            </a:r>
            <a:r>
              <a:rPr lang="zh-CN" altLang="en-US" b="1" dirty="0">
                <a:latin typeface="黑体" panose="02010609060101010101" pitchFamily="49" charset="-122"/>
                <a:ea typeface="黑体" panose="02010609060101010101" pitchFamily="49" charset="-122"/>
              </a:rPr>
              <a:t>牛顿迭代法计算数据如下</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pSp>
        <p:nvGrpSpPr>
          <p:cNvPr id="2" name="Group 1040"/>
          <p:cNvGrpSpPr/>
          <p:nvPr/>
        </p:nvGrpSpPr>
        <p:grpSpPr>
          <a:xfrm>
            <a:off x="152400" y="2495550"/>
            <a:ext cx="8820150" cy="3295650"/>
            <a:chOff x="96" y="1572"/>
            <a:chExt cx="5556" cy="2076"/>
          </a:xfrm>
        </p:grpSpPr>
        <p:sp>
          <p:nvSpPr>
            <p:cNvPr id="32772" name="Text Box 1029"/>
            <p:cNvSpPr txBox="1"/>
            <p:nvPr/>
          </p:nvSpPr>
          <p:spPr>
            <a:xfrm>
              <a:off x="288" y="1584"/>
              <a:ext cx="5184" cy="2023"/>
            </a:xfrm>
            <a:prstGeom prst="rect">
              <a:avLst/>
            </a:prstGeom>
            <a:noFill/>
            <a:ln w="9525">
              <a:noFill/>
            </a:ln>
          </p:spPr>
          <p:txBody>
            <a:bodyPr anchor="t" anchorCtr="0">
              <a:spAutoFit/>
            </a:bodyPr>
            <a:p>
              <a:pPr>
                <a:spcBef>
                  <a:spcPct val="50000"/>
                </a:spcBef>
              </a:pPr>
              <a:r>
                <a:rPr lang="en-US" altLang="zh-CN" b="1" i="1" dirty="0">
                  <a:latin typeface="Times New Roman" panose="02020603050405020304" pitchFamily="18" charset="0"/>
                  <a:ea typeface="宋体" panose="02010600030101010101" pitchFamily="2" charset="-122"/>
                </a:rPr>
                <a:t>n	x</a:t>
              </a:r>
              <a:r>
                <a:rPr lang="en-US" altLang="zh-CN" b="1" baseline="-30000" dirty="0">
                  <a:latin typeface="Times New Roman" panose="02020603050405020304" pitchFamily="18" charset="0"/>
                  <a:ea typeface="宋体" panose="02010600030101010101" pitchFamily="2" charset="-122"/>
                </a:rPr>
                <a:t>1</a:t>
              </a:r>
              <a:r>
                <a:rPr lang="en-US" altLang="zh-CN" b="1" i="1" baseline="30000"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x</a:t>
              </a:r>
              <a:r>
                <a:rPr lang="en-US" altLang="zh-CN" b="1" baseline="-30000" dirty="0">
                  <a:latin typeface="Times New Roman" panose="02020603050405020304" pitchFamily="18" charset="0"/>
                  <a:ea typeface="宋体" panose="02010600030101010101" pitchFamily="2" charset="-122"/>
                </a:rPr>
                <a:t>2</a:t>
              </a:r>
              <a:r>
                <a:rPr lang="en-US" altLang="zh-CN" b="1" i="1" baseline="30000"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x</a:t>
              </a:r>
              <a:r>
                <a:rPr lang="en-US" altLang="zh-CN" b="1" baseline="-30000" dirty="0">
                  <a:latin typeface="Times New Roman" panose="02020603050405020304" pitchFamily="18" charset="0"/>
                  <a:ea typeface="宋体" panose="02010600030101010101" pitchFamily="2" charset="-122"/>
                </a:rPr>
                <a:t>1</a:t>
              </a:r>
              <a:r>
                <a:rPr lang="en-US" altLang="zh-CN" b="1" i="1" baseline="30000"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x</a:t>
              </a:r>
              <a:r>
                <a:rPr lang="en-US" altLang="zh-CN" b="1" baseline="-30000" dirty="0">
                  <a:latin typeface="Times New Roman" panose="02020603050405020304" pitchFamily="18" charset="0"/>
                  <a:ea typeface="宋体" panose="02010600030101010101" pitchFamily="2" charset="-122"/>
                </a:rPr>
                <a:t>2</a:t>
              </a:r>
              <a:endParaRPr lang="en-US" altLang="zh-CN" b="1" dirty="0">
                <a:latin typeface="Times New Roman" panose="02020603050405020304" pitchFamily="18" charset="0"/>
                <a:ea typeface="宋体" panose="02010600030101010101" pitchFamily="2" charset="-122"/>
              </a:endParaRPr>
            </a:p>
            <a:p>
              <a:pPr>
                <a:spcBef>
                  <a:spcPct val="50000"/>
                </a:spcBef>
              </a:pPr>
              <a:r>
                <a:rPr lang="en-US" altLang="zh-CN" b="1" dirty="0">
                  <a:latin typeface="Times New Roman" panose="02020603050405020304" pitchFamily="18" charset="0"/>
                  <a:ea typeface="宋体" panose="02010600030101010101" pitchFamily="2" charset="-122"/>
                </a:rPr>
                <a:t>0	1	          0	            2	          2</a:t>
              </a:r>
              <a:endParaRPr lang="en-US" altLang="zh-CN" b="1" dirty="0">
                <a:latin typeface="Times New Roman" panose="02020603050405020304" pitchFamily="18" charset="0"/>
                <a:ea typeface="宋体" panose="02010600030101010101" pitchFamily="2" charset="-122"/>
              </a:endParaRPr>
            </a:p>
            <a:p>
              <a:pPr>
                <a:spcBef>
                  <a:spcPct val="20000"/>
                </a:spcBef>
              </a:pPr>
              <a:r>
                <a:rPr lang="en-US" altLang="zh-CN" b="1" dirty="0">
                  <a:latin typeface="Times New Roman" panose="02020603050405020304" pitchFamily="18" charset="0"/>
                  <a:ea typeface="宋体" panose="02010600030101010101" pitchFamily="2" charset="-122"/>
                </a:rPr>
                <a:t>1	1.0625	0.1250	1.6458	1.5833</a:t>
              </a:r>
              <a:endParaRPr lang="en-US" altLang="zh-CN" b="1" dirty="0">
                <a:latin typeface="Times New Roman" panose="02020603050405020304" pitchFamily="18" charset="0"/>
                <a:ea typeface="宋体" panose="02010600030101010101" pitchFamily="2" charset="-122"/>
              </a:endParaRPr>
            </a:p>
            <a:p>
              <a:pPr>
                <a:spcBef>
                  <a:spcPct val="20000"/>
                </a:spcBef>
              </a:pPr>
              <a:r>
                <a:rPr lang="en-US" altLang="zh-CN" b="1" dirty="0">
                  <a:latin typeface="Times New Roman" panose="02020603050405020304" pitchFamily="18" charset="0"/>
                  <a:ea typeface="宋体" panose="02010600030101010101" pitchFamily="2" charset="-122"/>
                </a:rPr>
                <a:t>2	1.0673	0.1391	1.5570	1.4163</a:t>
              </a:r>
              <a:endParaRPr lang="en-US" altLang="zh-CN" b="1" dirty="0">
                <a:latin typeface="Times New Roman" panose="02020603050405020304" pitchFamily="18" charset="0"/>
                <a:ea typeface="宋体" panose="02010600030101010101" pitchFamily="2" charset="-122"/>
              </a:endParaRPr>
            </a:p>
            <a:p>
              <a:pPr>
                <a:spcBef>
                  <a:spcPct val="20000"/>
                </a:spcBef>
              </a:pPr>
              <a:r>
                <a:rPr lang="en-US" altLang="zh-CN" b="1" dirty="0">
                  <a:latin typeface="Times New Roman" panose="02020603050405020304" pitchFamily="18" charset="0"/>
                  <a:ea typeface="宋体" panose="02010600030101010101" pitchFamily="2" charset="-122"/>
                </a:rPr>
                <a:t>3	1.0673	0.1392	1.5465	1.3917</a:t>
              </a:r>
              <a:endParaRPr lang="en-US" altLang="zh-CN" b="1" dirty="0">
                <a:latin typeface="Times New Roman" panose="02020603050405020304" pitchFamily="18" charset="0"/>
                <a:ea typeface="宋体" panose="02010600030101010101" pitchFamily="2" charset="-122"/>
              </a:endParaRPr>
            </a:p>
            <a:p>
              <a:pPr>
                <a:spcBef>
                  <a:spcPct val="20000"/>
                </a:spcBef>
              </a:pPr>
              <a:r>
                <a:rPr lang="en-US" altLang="zh-CN" b="1" dirty="0">
                  <a:latin typeface="Times New Roman" panose="02020603050405020304" pitchFamily="18" charset="0"/>
                  <a:ea typeface="宋体" panose="02010600030101010101" pitchFamily="2" charset="-122"/>
                </a:rPr>
                <a:t>4	1.0673	0.1392	1.5463	1.3912</a:t>
              </a:r>
              <a:endParaRPr lang="en-US" altLang="zh-CN" b="1" dirty="0">
                <a:latin typeface="Times New Roman" panose="02020603050405020304" pitchFamily="18" charset="0"/>
                <a:ea typeface="宋体" panose="02010600030101010101" pitchFamily="2" charset="-122"/>
              </a:endParaRPr>
            </a:p>
          </p:txBody>
        </p:sp>
        <p:sp>
          <p:nvSpPr>
            <p:cNvPr id="32773" name="Line 1030"/>
            <p:cNvSpPr/>
            <p:nvPr/>
          </p:nvSpPr>
          <p:spPr>
            <a:xfrm>
              <a:off x="96" y="1572"/>
              <a:ext cx="5556" cy="0"/>
            </a:xfrm>
            <a:prstGeom prst="line">
              <a:avLst/>
            </a:prstGeom>
            <a:ln w="38100" cap="flat" cmpd="sng">
              <a:solidFill>
                <a:schemeClr val="tx1"/>
              </a:solidFill>
              <a:prstDash val="solid"/>
              <a:round/>
              <a:headEnd type="none" w="med" len="med"/>
              <a:tailEnd type="none" w="med" len="med"/>
            </a:ln>
          </p:spPr>
        </p:sp>
        <p:sp>
          <p:nvSpPr>
            <p:cNvPr id="32774" name="Line 1031"/>
            <p:cNvSpPr/>
            <p:nvPr/>
          </p:nvSpPr>
          <p:spPr>
            <a:xfrm>
              <a:off x="96" y="3648"/>
              <a:ext cx="5556" cy="0"/>
            </a:xfrm>
            <a:prstGeom prst="line">
              <a:avLst/>
            </a:prstGeom>
            <a:ln w="38100" cap="flat" cmpd="sng">
              <a:solidFill>
                <a:schemeClr val="tx1"/>
              </a:solidFill>
              <a:prstDash val="solid"/>
              <a:round/>
              <a:headEnd type="none" w="med" len="med"/>
              <a:tailEnd type="none" w="med" len="med"/>
            </a:ln>
          </p:spPr>
        </p:sp>
        <p:sp>
          <p:nvSpPr>
            <p:cNvPr id="32775" name="Line 1032"/>
            <p:cNvSpPr/>
            <p:nvPr/>
          </p:nvSpPr>
          <p:spPr>
            <a:xfrm>
              <a:off x="207" y="1965"/>
              <a:ext cx="5136" cy="0"/>
            </a:xfrm>
            <a:prstGeom prst="line">
              <a:avLst/>
            </a:prstGeom>
            <a:ln w="9525" cap="flat" cmpd="sng">
              <a:solidFill>
                <a:schemeClr val="tx1"/>
              </a:solidFill>
              <a:prstDash val="solid"/>
              <a:round/>
              <a:headEnd type="none" w="med" len="med"/>
              <a:tailEnd type="none" w="med" len="med"/>
            </a:ln>
          </p:spPr>
        </p:sp>
        <p:sp>
          <p:nvSpPr>
            <p:cNvPr id="32776" name="Line 1033"/>
            <p:cNvSpPr/>
            <p:nvPr/>
          </p:nvSpPr>
          <p:spPr>
            <a:xfrm>
              <a:off x="240" y="2304"/>
              <a:ext cx="5136" cy="0"/>
            </a:xfrm>
            <a:prstGeom prst="line">
              <a:avLst/>
            </a:prstGeom>
            <a:ln w="9525" cap="flat" cmpd="sng">
              <a:solidFill>
                <a:schemeClr val="tx1"/>
              </a:solidFill>
              <a:prstDash val="solid"/>
              <a:round/>
              <a:headEnd type="none" w="med" len="med"/>
              <a:tailEnd type="none" w="med" len="med"/>
            </a:ln>
          </p:spPr>
        </p:sp>
        <p:sp>
          <p:nvSpPr>
            <p:cNvPr id="32777" name="Line 1034"/>
            <p:cNvSpPr/>
            <p:nvPr/>
          </p:nvSpPr>
          <p:spPr>
            <a:xfrm>
              <a:off x="240" y="2640"/>
              <a:ext cx="5136" cy="0"/>
            </a:xfrm>
            <a:prstGeom prst="line">
              <a:avLst/>
            </a:prstGeom>
            <a:ln w="9525" cap="flat" cmpd="sng">
              <a:solidFill>
                <a:schemeClr val="tx1"/>
              </a:solidFill>
              <a:prstDash val="solid"/>
              <a:round/>
              <a:headEnd type="none" w="med" len="med"/>
              <a:tailEnd type="none" w="med" len="med"/>
            </a:ln>
          </p:spPr>
        </p:sp>
        <p:sp>
          <p:nvSpPr>
            <p:cNvPr id="32778" name="Line 1035"/>
            <p:cNvSpPr/>
            <p:nvPr/>
          </p:nvSpPr>
          <p:spPr>
            <a:xfrm>
              <a:off x="240" y="2973"/>
              <a:ext cx="5136" cy="0"/>
            </a:xfrm>
            <a:prstGeom prst="line">
              <a:avLst/>
            </a:prstGeom>
            <a:ln w="9525" cap="flat" cmpd="sng">
              <a:solidFill>
                <a:schemeClr val="tx1"/>
              </a:solidFill>
              <a:prstDash val="solid"/>
              <a:round/>
              <a:headEnd type="none" w="med" len="med"/>
              <a:tailEnd type="none" w="med" len="med"/>
            </a:ln>
          </p:spPr>
        </p:sp>
        <p:sp>
          <p:nvSpPr>
            <p:cNvPr id="32779" name="Line 1036"/>
            <p:cNvSpPr/>
            <p:nvPr/>
          </p:nvSpPr>
          <p:spPr>
            <a:xfrm>
              <a:off x="273" y="3312"/>
              <a:ext cx="5136" cy="0"/>
            </a:xfrm>
            <a:prstGeom prst="line">
              <a:avLst/>
            </a:prstGeom>
            <a:ln w="9525" cap="flat" cmpd="sng">
              <a:solidFill>
                <a:schemeClr val="tx1"/>
              </a:solidFill>
              <a:prstDash val="solid"/>
              <a:round/>
              <a:headEnd type="none" w="med" len="med"/>
              <a:tailEnd type="none" w="med" len="med"/>
            </a:ln>
          </p:spPr>
        </p:sp>
        <p:sp>
          <p:nvSpPr>
            <p:cNvPr id="32780" name="Line 1038"/>
            <p:cNvSpPr/>
            <p:nvPr/>
          </p:nvSpPr>
          <p:spPr>
            <a:xfrm>
              <a:off x="699" y="1584"/>
              <a:ext cx="0" cy="2064"/>
            </a:xfrm>
            <a:prstGeom prst="line">
              <a:avLst/>
            </a:prstGeom>
            <a:ln w="9525" cap="flat" cmpd="sng">
              <a:solidFill>
                <a:schemeClr val="tx1"/>
              </a:solidFill>
              <a:prstDash val="solid"/>
              <a:round/>
              <a:headEnd type="none" w="med" len="med"/>
              <a:tailEnd type="none" w="med" len="med"/>
            </a:ln>
          </p:spPr>
        </p:sp>
        <p:sp>
          <p:nvSpPr>
            <p:cNvPr id="32781" name="Line 1039"/>
            <p:cNvSpPr/>
            <p:nvPr/>
          </p:nvSpPr>
          <p:spPr>
            <a:xfrm>
              <a:off x="2928" y="1572"/>
              <a:ext cx="0" cy="2064"/>
            </a:xfrm>
            <a:prstGeom prst="line">
              <a:avLst/>
            </a:prstGeom>
            <a:ln w="952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4">
                                            <p:txEl>
                                              <p:charRg st="0" end="30"/>
                                            </p:txEl>
                                          </p:spTgt>
                                        </p:tgtEl>
                                        <p:attrNameLst>
                                          <p:attrName>style.visibility</p:attrName>
                                        </p:attrNameLst>
                                      </p:cBhvr>
                                      <p:to>
                                        <p:strVal val="visible"/>
                                      </p:to>
                                    </p:set>
                                    <p:animEffect transition="in" filter="wipe(left)">
                                      <p:cBhvr>
                                        <p:cTn id="7" dur="500"/>
                                        <p:tgtEl>
                                          <p:spTgt spid="40964">
                                            <p:txEl>
                                              <p:charRg st="0" end="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3735" name="Object 7"/>
          <p:cNvGraphicFramePr>
            <a:graphicFrameLocks noChangeAspect="1"/>
          </p:cNvGraphicFramePr>
          <p:nvPr/>
        </p:nvGraphicFramePr>
        <p:xfrm>
          <a:off x="1822450" y="2492375"/>
          <a:ext cx="5137150" cy="1898650"/>
        </p:xfrm>
        <a:graphic>
          <a:graphicData uri="http://schemas.openxmlformats.org/presentationml/2006/ole">
            <mc:AlternateContent xmlns:mc="http://schemas.openxmlformats.org/markup-compatibility/2006">
              <mc:Choice xmlns:v="urn:schemas-microsoft-com:vml" Requires="v">
                <p:oleObj spid="_x0000_s3110" name="" r:id="rId1" imgW="1854200" imgH="685800" progId="Equation.DSMT4">
                  <p:embed/>
                </p:oleObj>
              </mc:Choice>
              <mc:Fallback>
                <p:oleObj name="" r:id="rId1" imgW="1854200" imgH="685800" progId="Equation.DSMT4">
                  <p:embed/>
                  <p:pic>
                    <p:nvPicPr>
                      <p:cNvPr id="0" name="图片 3109"/>
                      <p:cNvPicPr/>
                      <p:nvPr/>
                    </p:nvPicPr>
                    <p:blipFill>
                      <a:blip r:embed="rId2"/>
                      <a:stretch>
                        <a:fillRect/>
                      </a:stretch>
                    </p:blipFill>
                    <p:spPr>
                      <a:xfrm>
                        <a:off x="1822450" y="2492375"/>
                        <a:ext cx="5137150" cy="18986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735"/>
                                        </p:tgtEl>
                                        <p:attrNameLst>
                                          <p:attrName>style.visibility</p:attrName>
                                        </p:attrNameLst>
                                      </p:cBhvr>
                                      <p:to>
                                        <p:strVal val="visible"/>
                                      </p:to>
                                    </p:set>
                                    <p:animEffect transition="in" filter="wipe(left)">
                                      <p:cBhvr>
                                        <p:cTn id="7" dur="500"/>
                                        <p:tgtEl>
                                          <p:spTgt spid="73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ext Box 3"/>
          <p:cNvSpPr txBox="1"/>
          <p:nvPr/>
        </p:nvSpPr>
        <p:spPr>
          <a:xfrm>
            <a:off x="285750" y="2852738"/>
            <a:ext cx="9145588" cy="523875"/>
          </a:xfrm>
          <a:prstGeom prst="rect">
            <a:avLst/>
          </a:prstGeom>
          <a:noFill/>
          <a:ln w="9525">
            <a:noFill/>
          </a:ln>
        </p:spPr>
        <p:txBody>
          <a:bodyPr anchor="t" anchorCtr="0">
            <a:spAutoFit/>
          </a:bodyPr>
          <a:p>
            <a:pPr>
              <a:buFont typeface="Wingdings" panose="05000000000000000000" pitchFamily="2" charset="2"/>
            </a:pPr>
            <a:r>
              <a:rPr lang="zh-CN" altLang="en-US" sz="2800" b="1" dirty="0">
                <a:latin typeface="Times New Roman" panose="02020603050405020304" pitchFamily="18" charset="0"/>
                <a:ea typeface="黑体" panose="02010609060101010101" pitchFamily="49" charset="-122"/>
              </a:rPr>
              <a:t>经过第一轮消元</a:t>
            </a:r>
            <a:r>
              <a:rPr lang="en-US" altLang="zh-CN"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p:txBody>
      </p:sp>
      <p:graphicFrame>
        <p:nvGraphicFramePr>
          <p:cNvPr id="12" name="Object 5"/>
          <p:cNvGraphicFramePr>
            <a:graphicFrameLocks noChangeAspect="1"/>
          </p:cNvGraphicFramePr>
          <p:nvPr/>
        </p:nvGraphicFramePr>
        <p:xfrm>
          <a:off x="2376488" y="3500438"/>
          <a:ext cx="3862387" cy="1500187"/>
        </p:xfrm>
        <a:graphic>
          <a:graphicData uri="http://schemas.openxmlformats.org/presentationml/2006/ole">
            <mc:AlternateContent xmlns:mc="http://schemas.openxmlformats.org/markup-compatibility/2006">
              <mc:Choice xmlns:v="urn:schemas-microsoft-com:vml" Requires="v">
                <p:oleObj spid="_x0000_s3116" name="" r:id="rId1" imgW="1765300" imgH="685800" progId="Equation.DSMT4">
                  <p:embed/>
                </p:oleObj>
              </mc:Choice>
              <mc:Fallback>
                <p:oleObj name="" r:id="rId1" imgW="1765300" imgH="685800" progId="Equation.DSMT4">
                  <p:embed/>
                  <p:pic>
                    <p:nvPicPr>
                      <p:cNvPr id="0" name="图片 3115"/>
                      <p:cNvPicPr/>
                      <p:nvPr/>
                    </p:nvPicPr>
                    <p:blipFill>
                      <a:blip r:embed="rId2"/>
                      <a:stretch>
                        <a:fillRect/>
                      </a:stretch>
                    </p:blipFill>
                    <p:spPr>
                      <a:xfrm>
                        <a:off x="2376488" y="3500438"/>
                        <a:ext cx="3862387" cy="1500187"/>
                      </a:xfrm>
                      <a:prstGeom prst="rect">
                        <a:avLst/>
                      </a:prstGeom>
                      <a:noFill/>
                      <a:ln w="38100">
                        <a:noFill/>
                        <a:miter/>
                      </a:ln>
                    </p:spPr>
                  </p:pic>
                </p:oleObj>
              </mc:Fallback>
            </mc:AlternateContent>
          </a:graphicData>
        </a:graphic>
      </p:graphicFrame>
      <p:sp>
        <p:nvSpPr>
          <p:cNvPr id="13" name="Text Box 3"/>
          <p:cNvSpPr txBox="1"/>
          <p:nvPr/>
        </p:nvSpPr>
        <p:spPr>
          <a:xfrm>
            <a:off x="323850" y="5229225"/>
            <a:ext cx="9145588" cy="523875"/>
          </a:xfrm>
          <a:prstGeom prst="rect">
            <a:avLst/>
          </a:prstGeom>
          <a:noFill/>
          <a:ln w="9525">
            <a:noFill/>
          </a:ln>
        </p:spPr>
        <p:txBody>
          <a:bodyPr anchor="t" anchorCtr="0">
            <a:spAutoFit/>
          </a:bodyPr>
          <a:p>
            <a:pPr>
              <a:buFont typeface="Wingdings" panose="05000000000000000000" pitchFamily="2" charset="2"/>
            </a:pPr>
            <a:r>
              <a:rPr lang="zh-CN" altLang="en-US" sz="2800" b="1" dirty="0">
                <a:latin typeface="Times New Roman" panose="02020603050405020304" pitchFamily="18" charset="0"/>
                <a:ea typeface="黑体" panose="02010609060101010101" pitchFamily="49" charset="-122"/>
              </a:rPr>
              <a:t>注释</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7030A0"/>
                </a:solidFill>
                <a:latin typeface="Times New Roman" panose="02020603050405020304" pitchFamily="18" charset="0"/>
                <a:ea typeface="宋体" panose="02010600030101010101" pitchFamily="2" charset="-122"/>
              </a:rPr>
              <a:t>8</a:t>
            </a:r>
            <a:r>
              <a:rPr lang="zh-CN" altLang="en-US" sz="2800" b="1" dirty="0">
                <a:latin typeface="Times New Roman" panose="02020603050405020304" pitchFamily="18" charset="0"/>
                <a:ea typeface="黑体" panose="02010609060101010101" pitchFamily="49" charset="-122"/>
              </a:rPr>
              <a:t>是主元</a:t>
            </a:r>
            <a:r>
              <a:rPr lang="en-US" altLang="zh-CN" sz="2800" b="1" dirty="0">
                <a:latin typeface="Times New Roman" panose="02020603050405020304" pitchFamily="18" charset="0"/>
                <a:ea typeface="宋体" panose="02010600030101010101" pitchFamily="2" charset="-122"/>
              </a:rPr>
              <a:t>(</a:t>
            </a:r>
            <a:r>
              <a:rPr lang="en-US" altLang="zh-CN" sz="2800" b="1" dirty="0">
                <a:solidFill>
                  <a:srgbClr val="7030A0"/>
                </a:solidFill>
                <a:latin typeface="Times New Roman" panose="02020603050405020304" pitchFamily="18" charset="0"/>
                <a:ea typeface="宋体" panose="02010600030101010101" pitchFamily="2" charset="-122"/>
              </a:rPr>
              <a:t>pivot</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0000FF"/>
                </a:solidFill>
                <a:latin typeface="Times New Roman" panose="02020603050405020304" pitchFamily="18" charset="0"/>
                <a:ea typeface="宋体" panose="02010600030101010101" pitchFamily="2" charset="-122"/>
              </a:rPr>
              <a:t>-0.5</a:t>
            </a:r>
            <a:r>
              <a:rPr lang="zh-CN" altLang="en-US" sz="2800" b="1" dirty="0">
                <a:latin typeface="Times New Roman" panose="02020603050405020304" pitchFamily="18" charset="0"/>
                <a:ea typeface="黑体" panose="02010609060101010101" pitchFamily="49" charset="-122"/>
              </a:rPr>
              <a:t>和</a:t>
            </a:r>
            <a:r>
              <a:rPr lang="en-US" altLang="zh-CN" sz="2800" b="1" dirty="0">
                <a:solidFill>
                  <a:srgbClr val="0000FF"/>
                </a:solidFill>
                <a:latin typeface="Times New Roman" panose="02020603050405020304" pitchFamily="18" charset="0"/>
                <a:ea typeface="宋体" panose="02010600030101010101" pitchFamily="2" charset="-122"/>
              </a:rPr>
              <a:t>0.5</a:t>
            </a:r>
            <a:r>
              <a:rPr lang="zh-CN" altLang="en-US" sz="2800" b="1" dirty="0">
                <a:latin typeface="Times New Roman" panose="02020603050405020304" pitchFamily="18" charset="0"/>
                <a:ea typeface="黑体" panose="02010609060101010101" pitchFamily="49" charset="-122"/>
              </a:rPr>
              <a:t>是乘子</a:t>
            </a:r>
            <a:r>
              <a:rPr lang="en-US" altLang="zh-CN" sz="2800" b="1" dirty="0">
                <a:latin typeface="Times New Roman" panose="02020603050405020304" pitchFamily="18" charset="0"/>
                <a:ea typeface="宋体" panose="02010600030101010101" pitchFamily="2" charset="-122"/>
              </a:rPr>
              <a:t>(</a:t>
            </a:r>
            <a:r>
              <a:rPr lang="en-US" altLang="zh-CN" sz="2800" b="1" dirty="0">
                <a:solidFill>
                  <a:srgbClr val="0000FF"/>
                </a:solidFill>
                <a:latin typeface="Times New Roman" panose="02020603050405020304" pitchFamily="18" charset="0"/>
                <a:ea typeface="宋体" panose="02010600030101010101" pitchFamily="2" charset="-122"/>
              </a:rPr>
              <a:t>multiplier</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
        <p:nvSpPr>
          <p:cNvPr id="62468" name="Text Box 5"/>
          <p:cNvSpPr txBox="1"/>
          <p:nvPr/>
        </p:nvSpPr>
        <p:spPr>
          <a:xfrm>
            <a:off x="5435600" y="1125538"/>
            <a:ext cx="685800" cy="522287"/>
          </a:xfrm>
          <a:prstGeom prst="rect">
            <a:avLst/>
          </a:prstGeom>
          <a:noFill/>
          <a:ln w="9525">
            <a:noFill/>
          </a:ln>
        </p:spPr>
        <p:txBody>
          <a:bodyPr anchor="t" anchorCtr="0">
            <a:spAutoFit/>
          </a:bodyPr>
          <a:p>
            <a:pPr>
              <a:spcBef>
                <a:spcPct val="50000"/>
              </a:spcBef>
            </a:pPr>
            <a:r>
              <a:rPr lang="en-US" altLang="zh-CN" sz="28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2800" dirty="0">
              <a:latin typeface="Times New Roman" panose="02020603050405020304" pitchFamily="18" charset="0"/>
              <a:ea typeface="宋体" panose="02010600030101010101" pitchFamily="2" charset="-122"/>
            </a:endParaRPr>
          </a:p>
        </p:txBody>
      </p:sp>
      <p:graphicFrame>
        <p:nvGraphicFramePr>
          <p:cNvPr id="11" name="Object 3"/>
          <p:cNvGraphicFramePr>
            <a:graphicFrameLocks noChangeAspect="1"/>
          </p:cNvGraphicFramePr>
          <p:nvPr/>
        </p:nvGraphicFramePr>
        <p:xfrm>
          <a:off x="611188" y="620713"/>
          <a:ext cx="4894262" cy="1527175"/>
        </p:xfrm>
        <a:graphic>
          <a:graphicData uri="http://schemas.openxmlformats.org/presentationml/2006/ole">
            <mc:AlternateContent xmlns:mc="http://schemas.openxmlformats.org/markup-compatibility/2006">
              <mc:Choice xmlns:v="urn:schemas-microsoft-com:vml" Requires="v">
                <p:oleObj spid="_x0000_s3109" name="" r:id="rId3" imgW="2235200" imgH="698500" progId="Equation.DSMT4">
                  <p:embed/>
                </p:oleObj>
              </mc:Choice>
              <mc:Fallback>
                <p:oleObj name="" r:id="rId3" imgW="2235200" imgH="698500" progId="Equation.DSMT4">
                  <p:embed/>
                  <p:pic>
                    <p:nvPicPr>
                      <p:cNvPr id="0" name="图片 3108"/>
                      <p:cNvPicPr/>
                      <p:nvPr/>
                    </p:nvPicPr>
                    <p:blipFill>
                      <a:blip r:embed="rId4"/>
                      <a:stretch>
                        <a:fillRect/>
                      </a:stretch>
                    </p:blipFill>
                    <p:spPr>
                      <a:xfrm>
                        <a:off x="611188" y="620713"/>
                        <a:ext cx="4894262" cy="1527175"/>
                      </a:xfrm>
                      <a:prstGeom prst="rect">
                        <a:avLst/>
                      </a:prstGeom>
                      <a:noFill/>
                      <a:ln w="38100">
                        <a:noFill/>
                        <a:miter/>
                      </a:ln>
                    </p:spPr>
                  </p:pic>
                </p:oleObj>
              </mc:Fallback>
            </mc:AlternateContent>
          </a:graphicData>
        </a:graphic>
      </p:graphicFrame>
      <p:graphicFrame>
        <p:nvGraphicFramePr>
          <p:cNvPr id="17" name="Object 3"/>
          <p:cNvGraphicFramePr>
            <a:graphicFrameLocks noChangeAspect="1"/>
          </p:cNvGraphicFramePr>
          <p:nvPr/>
        </p:nvGraphicFramePr>
        <p:xfrm>
          <a:off x="5797550" y="620713"/>
          <a:ext cx="2782888" cy="1527175"/>
        </p:xfrm>
        <a:graphic>
          <a:graphicData uri="http://schemas.openxmlformats.org/presentationml/2006/ole">
            <mc:AlternateContent xmlns:mc="http://schemas.openxmlformats.org/markup-compatibility/2006">
              <mc:Choice xmlns:v="urn:schemas-microsoft-com:vml" Requires="v">
                <p:oleObj spid="_x0000_s3111" name="" r:id="rId5" imgW="1269365" imgH="698500" progId="Equation.DSMT4">
                  <p:embed/>
                </p:oleObj>
              </mc:Choice>
              <mc:Fallback>
                <p:oleObj name="" r:id="rId5" imgW="1269365" imgH="698500" progId="Equation.DSMT4">
                  <p:embed/>
                  <p:pic>
                    <p:nvPicPr>
                      <p:cNvPr id="0" name="图片 3110"/>
                      <p:cNvPicPr/>
                      <p:nvPr/>
                    </p:nvPicPr>
                    <p:blipFill>
                      <a:blip r:embed="rId6"/>
                      <a:stretch>
                        <a:fillRect/>
                      </a:stretch>
                    </p:blipFill>
                    <p:spPr>
                      <a:xfrm>
                        <a:off x="5797550" y="620713"/>
                        <a:ext cx="2782888" cy="15271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0-#ppt_w/2"/>
                                          </p:val>
                                        </p:tav>
                                        <p:tav tm="100000">
                                          <p:val>
                                            <p:strVal val="#ppt_x"/>
                                          </p:val>
                                        </p:tav>
                                      </p:tavLst>
                                    </p:anim>
                                    <p:anim calcmode="lin" valueType="num">
                                      <p:cBhvr additive="base">
                                        <p:cTn id="1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Text Box 3"/>
          <p:cNvSpPr txBox="1"/>
          <p:nvPr/>
        </p:nvSpPr>
        <p:spPr>
          <a:xfrm>
            <a:off x="395288" y="2636838"/>
            <a:ext cx="9145587" cy="523875"/>
          </a:xfrm>
          <a:prstGeom prst="rect">
            <a:avLst/>
          </a:prstGeom>
          <a:noFill/>
          <a:ln w="9525">
            <a:noFill/>
          </a:ln>
        </p:spPr>
        <p:txBody>
          <a:bodyPr anchor="t" anchorCtr="0">
            <a:spAutoFit/>
          </a:bodyPr>
          <a:p>
            <a:pPr>
              <a:buFont typeface="Wingdings" panose="05000000000000000000" pitchFamily="2" charset="2"/>
            </a:pPr>
            <a:r>
              <a:rPr lang="zh-CN" altLang="en-US" sz="2800" b="1" dirty="0">
                <a:latin typeface="Times New Roman" panose="02020603050405020304" pitchFamily="18" charset="0"/>
                <a:ea typeface="黑体" panose="02010609060101010101" pitchFamily="49" charset="-122"/>
              </a:rPr>
              <a:t>经过第二轮消元</a:t>
            </a:r>
            <a:r>
              <a:rPr lang="en-US" altLang="zh-CN"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p:txBody>
      </p:sp>
      <p:graphicFrame>
        <p:nvGraphicFramePr>
          <p:cNvPr id="15" name="Object 3"/>
          <p:cNvGraphicFramePr>
            <a:graphicFrameLocks noChangeAspect="1"/>
          </p:cNvGraphicFramePr>
          <p:nvPr/>
        </p:nvGraphicFramePr>
        <p:xfrm>
          <a:off x="2376488" y="3500438"/>
          <a:ext cx="3695700" cy="1500187"/>
        </p:xfrm>
        <a:graphic>
          <a:graphicData uri="http://schemas.openxmlformats.org/presentationml/2006/ole">
            <mc:AlternateContent xmlns:mc="http://schemas.openxmlformats.org/markup-compatibility/2006">
              <mc:Choice xmlns:v="urn:schemas-microsoft-com:vml" Requires="v">
                <p:oleObj spid="_x0000_s3118" name="" r:id="rId1" imgW="1689100" imgH="685800" progId="Equation.DSMT4">
                  <p:embed/>
                </p:oleObj>
              </mc:Choice>
              <mc:Fallback>
                <p:oleObj name="" r:id="rId1" imgW="1689100" imgH="685800" progId="Equation.DSMT4">
                  <p:embed/>
                  <p:pic>
                    <p:nvPicPr>
                      <p:cNvPr id="0" name="图片 3117"/>
                      <p:cNvPicPr/>
                      <p:nvPr/>
                    </p:nvPicPr>
                    <p:blipFill>
                      <a:blip r:embed="rId2"/>
                      <a:stretch>
                        <a:fillRect/>
                      </a:stretch>
                    </p:blipFill>
                    <p:spPr>
                      <a:xfrm>
                        <a:off x="2376488" y="3500438"/>
                        <a:ext cx="3695700" cy="1500187"/>
                      </a:xfrm>
                      <a:prstGeom prst="rect">
                        <a:avLst/>
                      </a:prstGeom>
                      <a:noFill/>
                      <a:ln w="38100">
                        <a:noFill/>
                        <a:miter/>
                      </a:ln>
                    </p:spPr>
                  </p:pic>
                </p:oleObj>
              </mc:Fallback>
            </mc:AlternateContent>
          </a:graphicData>
        </a:graphic>
      </p:graphicFrame>
      <p:sp>
        <p:nvSpPr>
          <p:cNvPr id="16" name="Text Box 3"/>
          <p:cNvSpPr txBox="1"/>
          <p:nvPr/>
        </p:nvSpPr>
        <p:spPr>
          <a:xfrm>
            <a:off x="323850" y="5157788"/>
            <a:ext cx="9145588" cy="523875"/>
          </a:xfrm>
          <a:prstGeom prst="rect">
            <a:avLst/>
          </a:prstGeom>
          <a:noFill/>
          <a:ln w="9525">
            <a:noFill/>
          </a:ln>
        </p:spPr>
        <p:txBody>
          <a:bodyPr anchor="t" anchorCtr="0">
            <a:spAutoFit/>
          </a:bodyPr>
          <a:p>
            <a:pPr>
              <a:buFont typeface="Wingdings" panose="05000000000000000000" pitchFamily="2" charset="2"/>
            </a:pPr>
            <a:r>
              <a:rPr lang="zh-CN" altLang="en-US" sz="2800" b="1" dirty="0">
                <a:latin typeface="Times New Roman" panose="02020603050405020304" pitchFamily="18" charset="0"/>
                <a:ea typeface="黑体" panose="02010609060101010101" pitchFamily="49" charset="-122"/>
              </a:rPr>
              <a:t>注释</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7030A0"/>
                </a:solidFill>
                <a:latin typeface="Times New Roman" panose="02020603050405020304" pitchFamily="18" charset="0"/>
                <a:ea typeface="宋体" panose="02010600030101010101" pitchFamily="2" charset="-122"/>
              </a:rPr>
              <a:t>8</a:t>
            </a:r>
            <a:r>
              <a:rPr lang="zh-CN" altLang="en-US" sz="2800" b="1" dirty="0">
                <a:latin typeface="Times New Roman" panose="02020603050405020304" pitchFamily="18" charset="0"/>
                <a:ea typeface="黑体" panose="02010609060101010101" pitchFamily="49" charset="-122"/>
              </a:rPr>
              <a:t>是主元</a:t>
            </a:r>
            <a:r>
              <a:rPr lang="en-US" altLang="zh-CN" sz="2800" b="1" dirty="0">
                <a:latin typeface="Times New Roman" panose="02020603050405020304" pitchFamily="18" charset="0"/>
                <a:ea typeface="宋体" panose="02010600030101010101" pitchFamily="2" charset="-122"/>
              </a:rPr>
              <a:t>(</a:t>
            </a:r>
            <a:r>
              <a:rPr lang="en-US" altLang="zh-CN" sz="2800" b="1" dirty="0">
                <a:solidFill>
                  <a:srgbClr val="7030A0"/>
                </a:solidFill>
                <a:latin typeface="Times New Roman" panose="02020603050405020304" pitchFamily="18" charset="0"/>
                <a:ea typeface="宋体" panose="02010600030101010101" pitchFamily="2" charset="-122"/>
              </a:rPr>
              <a:t>pivot</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0000FF"/>
                </a:solidFill>
                <a:latin typeface="Times New Roman" panose="02020603050405020304" pitchFamily="18" charset="0"/>
                <a:ea typeface="宋体" panose="02010600030101010101" pitchFamily="2" charset="-122"/>
              </a:rPr>
              <a:t>-0.5</a:t>
            </a:r>
            <a:r>
              <a:rPr lang="zh-CN" altLang="en-US" sz="2800" b="1" dirty="0">
                <a:latin typeface="Times New Roman" panose="02020603050405020304" pitchFamily="18" charset="0"/>
                <a:ea typeface="黑体" panose="02010609060101010101" pitchFamily="49" charset="-122"/>
              </a:rPr>
              <a:t>是乘子</a:t>
            </a:r>
            <a:r>
              <a:rPr lang="en-US" altLang="zh-CN" sz="2800" b="1" dirty="0">
                <a:latin typeface="Times New Roman" panose="02020603050405020304" pitchFamily="18" charset="0"/>
                <a:ea typeface="宋体" panose="02010600030101010101" pitchFamily="2" charset="-122"/>
              </a:rPr>
              <a:t>(</a:t>
            </a:r>
            <a:r>
              <a:rPr lang="en-US" altLang="zh-CN" sz="2800" b="1" dirty="0">
                <a:solidFill>
                  <a:srgbClr val="0000FF"/>
                </a:solidFill>
                <a:latin typeface="Times New Roman" panose="02020603050405020304" pitchFamily="18" charset="0"/>
                <a:ea typeface="宋体" panose="02010600030101010101" pitchFamily="2" charset="-122"/>
              </a:rPr>
              <a:t>multiplier</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
        <p:nvSpPr>
          <p:cNvPr id="63492" name="Text Box 5"/>
          <p:cNvSpPr txBox="1"/>
          <p:nvPr/>
        </p:nvSpPr>
        <p:spPr>
          <a:xfrm>
            <a:off x="5292725" y="1196975"/>
            <a:ext cx="685800" cy="522288"/>
          </a:xfrm>
          <a:prstGeom prst="rect">
            <a:avLst/>
          </a:prstGeom>
          <a:noFill/>
          <a:ln w="9525">
            <a:noFill/>
          </a:ln>
        </p:spPr>
        <p:txBody>
          <a:bodyPr anchor="t" anchorCtr="0">
            <a:spAutoFit/>
          </a:bodyPr>
          <a:p>
            <a:pPr>
              <a:spcBef>
                <a:spcPct val="50000"/>
              </a:spcBef>
            </a:pPr>
            <a:r>
              <a:rPr lang="en-US" altLang="zh-CN" sz="28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2800" dirty="0">
              <a:latin typeface="Times New Roman" panose="02020603050405020304" pitchFamily="18" charset="0"/>
              <a:ea typeface="宋体" panose="02010600030101010101" pitchFamily="2" charset="-122"/>
            </a:endParaRPr>
          </a:p>
        </p:txBody>
      </p:sp>
      <p:graphicFrame>
        <p:nvGraphicFramePr>
          <p:cNvPr id="11" name="Object 3"/>
          <p:cNvGraphicFramePr>
            <a:graphicFrameLocks noChangeAspect="1"/>
          </p:cNvGraphicFramePr>
          <p:nvPr/>
        </p:nvGraphicFramePr>
        <p:xfrm>
          <a:off x="539750" y="620713"/>
          <a:ext cx="4783138" cy="1527175"/>
        </p:xfrm>
        <a:graphic>
          <a:graphicData uri="http://schemas.openxmlformats.org/presentationml/2006/ole">
            <mc:AlternateContent xmlns:mc="http://schemas.openxmlformats.org/markup-compatibility/2006">
              <mc:Choice xmlns:v="urn:schemas-microsoft-com:vml" Requires="v">
                <p:oleObj spid="_x0000_s3114" name="" r:id="rId3" imgW="2184400" imgH="698500" progId="Equation.DSMT4">
                  <p:embed/>
                </p:oleObj>
              </mc:Choice>
              <mc:Fallback>
                <p:oleObj name="" r:id="rId3" imgW="2184400" imgH="698500" progId="Equation.DSMT4">
                  <p:embed/>
                  <p:pic>
                    <p:nvPicPr>
                      <p:cNvPr id="0" name="图片 3113"/>
                      <p:cNvPicPr/>
                      <p:nvPr/>
                    </p:nvPicPr>
                    <p:blipFill>
                      <a:blip r:embed="rId4"/>
                      <a:stretch>
                        <a:fillRect/>
                      </a:stretch>
                    </p:blipFill>
                    <p:spPr>
                      <a:xfrm>
                        <a:off x="539750" y="620713"/>
                        <a:ext cx="4783138" cy="1527175"/>
                      </a:xfrm>
                      <a:prstGeom prst="rect">
                        <a:avLst/>
                      </a:prstGeom>
                      <a:noFill/>
                      <a:ln w="38100">
                        <a:noFill/>
                        <a:miter/>
                      </a:ln>
                    </p:spPr>
                  </p:pic>
                </p:oleObj>
              </mc:Fallback>
            </mc:AlternateContent>
          </a:graphicData>
        </a:graphic>
      </p:graphicFrame>
      <p:graphicFrame>
        <p:nvGraphicFramePr>
          <p:cNvPr id="17" name="Object 3"/>
          <p:cNvGraphicFramePr>
            <a:graphicFrameLocks noChangeAspect="1"/>
          </p:cNvGraphicFramePr>
          <p:nvPr/>
        </p:nvGraphicFramePr>
        <p:xfrm>
          <a:off x="5641975" y="692150"/>
          <a:ext cx="2809875" cy="1527175"/>
        </p:xfrm>
        <a:graphic>
          <a:graphicData uri="http://schemas.openxmlformats.org/presentationml/2006/ole">
            <mc:AlternateContent xmlns:mc="http://schemas.openxmlformats.org/markup-compatibility/2006">
              <mc:Choice xmlns:v="urn:schemas-microsoft-com:vml" Requires="v">
                <p:oleObj spid="_x0000_s3108" name="" r:id="rId5" imgW="1282700" imgH="698500" progId="Equation.DSMT4">
                  <p:embed/>
                </p:oleObj>
              </mc:Choice>
              <mc:Fallback>
                <p:oleObj name="" r:id="rId5" imgW="1282700" imgH="698500" progId="Equation.DSMT4">
                  <p:embed/>
                  <p:pic>
                    <p:nvPicPr>
                      <p:cNvPr id="0" name="图片 3107"/>
                      <p:cNvPicPr/>
                      <p:nvPr/>
                    </p:nvPicPr>
                    <p:blipFill>
                      <a:blip r:embed="rId6"/>
                      <a:stretch>
                        <a:fillRect/>
                      </a:stretch>
                    </p:blipFill>
                    <p:spPr>
                      <a:xfrm>
                        <a:off x="5641975" y="692150"/>
                        <a:ext cx="2809875" cy="15271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0-#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 name="Object 3"/>
          <p:cNvGraphicFramePr>
            <a:graphicFrameLocks noChangeAspect="1"/>
          </p:cNvGraphicFramePr>
          <p:nvPr/>
        </p:nvGraphicFramePr>
        <p:xfrm>
          <a:off x="107950" y="836613"/>
          <a:ext cx="8853488" cy="1362075"/>
        </p:xfrm>
        <a:graphic>
          <a:graphicData uri="http://schemas.openxmlformats.org/presentationml/2006/ole">
            <mc:AlternateContent xmlns:mc="http://schemas.openxmlformats.org/markup-compatibility/2006">
              <mc:Choice xmlns:v="urn:schemas-microsoft-com:vml" Requires="v">
                <p:oleObj spid="_x0000_s3112" name="" r:id="rId1" imgW="4533900" imgH="698500" progId="Equation.DSMT4">
                  <p:embed/>
                </p:oleObj>
              </mc:Choice>
              <mc:Fallback>
                <p:oleObj name="" r:id="rId1" imgW="4533900" imgH="698500" progId="Equation.DSMT4">
                  <p:embed/>
                  <p:pic>
                    <p:nvPicPr>
                      <p:cNvPr id="0" name="图片 3111"/>
                      <p:cNvPicPr/>
                      <p:nvPr/>
                    </p:nvPicPr>
                    <p:blipFill>
                      <a:blip r:embed="rId2"/>
                      <a:stretch>
                        <a:fillRect/>
                      </a:stretch>
                    </p:blipFill>
                    <p:spPr>
                      <a:xfrm>
                        <a:off x="107950" y="836613"/>
                        <a:ext cx="8853488" cy="1362075"/>
                      </a:xfrm>
                      <a:prstGeom prst="rect">
                        <a:avLst/>
                      </a:prstGeom>
                      <a:noFill/>
                      <a:ln w="38100">
                        <a:noFill/>
                        <a:miter/>
                      </a:ln>
                    </p:spPr>
                  </p:pic>
                </p:oleObj>
              </mc:Fallback>
            </mc:AlternateContent>
          </a:graphicData>
        </a:graphic>
      </p:graphicFrame>
      <p:graphicFrame>
        <p:nvGraphicFramePr>
          <p:cNvPr id="2" name="Object 9"/>
          <p:cNvGraphicFramePr>
            <a:graphicFrameLocks noChangeAspect="1"/>
          </p:cNvGraphicFramePr>
          <p:nvPr/>
        </p:nvGraphicFramePr>
        <p:xfrm>
          <a:off x="2843213" y="2636838"/>
          <a:ext cx="2790825" cy="642937"/>
        </p:xfrm>
        <a:graphic>
          <a:graphicData uri="http://schemas.openxmlformats.org/presentationml/2006/ole">
            <mc:AlternateContent xmlns:mc="http://schemas.openxmlformats.org/markup-compatibility/2006">
              <mc:Choice xmlns:v="urn:schemas-microsoft-com:vml" Requires="v">
                <p:oleObj spid="_x0000_s3115" name="" r:id="rId3" imgW="1319530" imgH="304800" progId="Equation.DSMT4">
                  <p:embed/>
                </p:oleObj>
              </mc:Choice>
              <mc:Fallback>
                <p:oleObj name="" r:id="rId3" imgW="1319530" imgH="304800" progId="Equation.DSMT4">
                  <p:embed/>
                  <p:pic>
                    <p:nvPicPr>
                      <p:cNvPr id="0" name="图片 3114"/>
                      <p:cNvPicPr/>
                      <p:nvPr/>
                    </p:nvPicPr>
                    <p:blipFill>
                      <a:blip r:embed="rId4"/>
                      <a:stretch>
                        <a:fillRect/>
                      </a:stretch>
                    </p:blipFill>
                    <p:spPr>
                      <a:xfrm>
                        <a:off x="2843213" y="2636838"/>
                        <a:ext cx="2790825" cy="642937"/>
                      </a:xfrm>
                      <a:prstGeom prst="rect">
                        <a:avLst/>
                      </a:prstGeom>
                      <a:noFill/>
                      <a:ln w="38100">
                        <a:noFill/>
                        <a:miter/>
                      </a:ln>
                    </p:spPr>
                  </p:pic>
                </p:oleObj>
              </mc:Fallback>
            </mc:AlternateContent>
          </a:graphicData>
        </a:graphic>
      </p:graphicFrame>
      <p:graphicFrame>
        <p:nvGraphicFramePr>
          <p:cNvPr id="3" name="Object 3"/>
          <p:cNvGraphicFramePr>
            <a:graphicFrameLocks noChangeAspect="1"/>
          </p:cNvGraphicFramePr>
          <p:nvPr/>
        </p:nvGraphicFramePr>
        <p:xfrm>
          <a:off x="160338" y="3716338"/>
          <a:ext cx="8875712" cy="1296987"/>
        </p:xfrm>
        <a:graphic>
          <a:graphicData uri="http://schemas.openxmlformats.org/presentationml/2006/ole">
            <mc:AlternateContent xmlns:mc="http://schemas.openxmlformats.org/markup-compatibility/2006">
              <mc:Choice xmlns:v="urn:schemas-microsoft-com:vml" Requires="v">
                <p:oleObj spid="_x0000_s3113" name="" r:id="rId5" imgW="4775200" imgH="698500" progId="Equation.DSMT4">
                  <p:embed/>
                </p:oleObj>
              </mc:Choice>
              <mc:Fallback>
                <p:oleObj name="" r:id="rId5" imgW="4775200" imgH="698500" progId="Equation.DSMT4">
                  <p:embed/>
                  <p:pic>
                    <p:nvPicPr>
                      <p:cNvPr id="0" name="图片 3112"/>
                      <p:cNvPicPr/>
                      <p:nvPr/>
                    </p:nvPicPr>
                    <p:blipFill>
                      <a:blip r:embed="rId6"/>
                      <a:stretch>
                        <a:fillRect/>
                      </a:stretch>
                    </p:blipFill>
                    <p:spPr>
                      <a:xfrm>
                        <a:off x="160338" y="3716338"/>
                        <a:ext cx="8875712" cy="12969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Object 3"/>
          <p:cNvGraphicFramePr>
            <a:graphicFrameLocks noChangeAspect="1"/>
          </p:cNvGraphicFramePr>
          <p:nvPr/>
        </p:nvGraphicFramePr>
        <p:xfrm>
          <a:off x="3708400" y="1196975"/>
          <a:ext cx="1014413" cy="328613"/>
        </p:xfrm>
        <a:graphic>
          <a:graphicData uri="http://schemas.openxmlformats.org/presentationml/2006/ole">
            <mc:AlternateContent xmlns:mc="http://schemas.openxmlformats.org/markup-compatibility/2006">
              <mc:Choice xmlns:v="urn:schemas-microsoft-com:vml" Requires="v">
                <p:oleObj spid="_x0000_s3117" name="" r:id="rId1" imgW="545465" imgH="177800" progId="Equation.DSMT4">
                  <p:embed/>
                </p:oleObj>
              </mc:Choice>
              <mc:Fallback>
                <p:oleObj name="" r:id="rId1" imgW="545465" imgH="177800" progId="Equation.DSMT4">
                  <p:embed/>
                  <p:pic>
                    <p:nvPicPr>
                      <p:cNvPr id="0" name="图片 3116"/>
                      <p:cNvPicPr/>
                      <p:nvPr/>
                    </p:nvPicPr>
                    <p:blipFill>
                      <a:blip r:embed="rId2"/>
                      <a:stretch>
                        <a:fillRect/>
                      </a:stretch>
                    </p:blipFill>
                    <p:spPr>
                      <a:xfrm>
                        <a:off x="3708400" y="1196975"/>
                        <a:ext cx="1014413" cy="328613"/>
                      </a:xfrm>
                      <a:prstGeom prst="rect">
                        <a:avLst/>
                      </a:prstGeom>
                      <a:noFill/>
                      <a:ln w="38100">
                        <a:noFill/>
                        <a:miter/>
                      </a:ln>
                    </p:spPr>
                  </p:pic>
                </p:oleObj>
              </mc:Fallback>
            </mc:AlternateContent>
          </a:graphicData>
        </a:graphic>
      </p:graphicFrame>
      <p:graphicFrame>
        <p:nvGraphicFramePr>
          <p:cNvPr id="4" name="Object 3"/>
          <p:cNvGraphicFramePr>
            <a:graphicFrameLocks noChangeAspect="1"/>
          </p:cNvGraphicFramePr>
          <p:nvPr/>
        </p:nvGraphicFramePr>
        <p:xfrm>
          <a:off x="590550" y="2924175"/>
          <a:ext cx="8167688" cy="1296988"/>
        </p:xfrm>
        <a:graphic>
          <a:graphicData uri="http://schemas.openxmlformats.org/presentationml/2006/ole">
            <mc:AlternateContent xmlns:mc="http://schemas.openxmlformats.org/markup-compatibility/2006">
              <mc:Choice xmlns:v="urn:schemas-microsoft-com:vml" Requires="v">
                <p:oleObj spid="_x0000_s3119" name="" r:id="rId3" imgW="4394200" imgH="698500" progId="Equation.DSMT4">
                  <p:embed/>
                </p:oleObj>
              </mc:Choice>
              <mc:Fallback>
                <p:oleObj name="" r:id="rId3" imgW="4394200" imgH="698500" progId="Equation.DSMT4">
                  <p:embed/>
                  <p:pic>
                    <p:nvPicPr>
                      <p:cNvPr id="0" name="图片 3118"/>
                      <p:cNvPicPr/>
                      <p:nvPr/>
                    </p:nvPicPr>
                    <p:blipFill>
                      <a:blip r:embed="rId4"/>
                      <a:stretch>
                        <a:fillRect/>
                      </a:stretch>
                    </p:blipFill>
                    <p:spPr>
                      <a:xfrm>
                        <a:off x="590550" y="2924175"/>
                        <a:ext cx="8167688" cy="12969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Object 4"/>
          <p:cNvGraphicFramePr>
            <a:graphicFrameLocks noChangeAspect="1"/>
          </p:cNvGraphicFramePr>
          <p:nvPr/>
        </p:nvGraphicFramePr>
        <p:xfrm>
          <a:off x="1357313" y="3571875"/>
          <a:ext cx="5214937" cy="1400175"/>
        </p:xfrm>
        <a:graphic>
          <a:graphicData uri="http://schemas.openxmlformats.org/presentationml/2006/ole">
            <mc:AlternateContent xmlns:mc="http://schemas.openxmlformats.org/markup-compatibility/2006">
              <mc:Choice xmlns:v="urn:schemas-microsoft-com:vml" Requires="v">
                <p:oleObj spid="_x0000_s3124" name="" r:id="rId1" imgW="2603500" imgH="698500" progId="Equation.DSMT4">
                  <p:embed/>
                </p:oleObj>
              </mc:Choice>
              <mc:Fallback>
                <p:oleObj name="" r:id="rId1" imgW="2603500" imgH="698500" progId="Equation.DSMT4">
                  <p:embed/>
                  <p:pic>
                    <p:nvPicPr>
                      <p:cNvPr id="0" name="图片 3123"/>
                      <p:cNvPicPr/>
                      <p:nvPr/>
                    </p:nvPicPr>
                    <p:blipFill>
                      <a:blip r:embed="rId2"/>
                      <a:stretch>
                        <a:fillRect/>
                      </a:stretch>
                    </p:blipFill>
                    <p:spPr>
                      <a:xfrm>
                        <a:off x="1357313" y="3571875"/>
                        <a:ext cx="5214937" cy="1400175"/>
                      </a:xfrm>
                      <a:prstGeom prst="rect">
                        <a:avLst/>
                      </a:prstGeom>
                      <a:noFill/>
                      <a:ln w="38100">
                        <a:noFill/>
                        <a:miter/>
                      </a:ln>
                    </p:spPr>
                  </p:pic>
                </p:oleObj>
              </mc:Fallback>
            </mc:AlternateContent>
          </a:graphicData>
        </a:graphic>
      </p:graphicFrame>
      <p:graphicFrame>
        <p:nvGraphicFramePr>
          <p:cNvPr id="75782" name="Object 3"/>
          <p:cNvGraphicFramePr>
            <a:graphicFrameLocks noChangeAspect="1"/>
          </p:cNvGraphicFramePr>
          <p:nvPr/>
        </p:nvGraphicFramePr>
        <p:xfrm>
          <a:off x="2882900" y="1484313"/>
          <a:ext cx="2697163" cy="1527175"/>
        </p:xfrm>
        <a:graphic>
          <a:graphicData uri="http://schemas.openxmlformats.org/presentationml/2006/ole">
            <mc:AlternateContent xmlns:mc="http://schemas.openxmlformats.org/markup-compatibility/2006">
              <mc:Choice xmlns:v="urn:schemas-microsoft-com:vml" Requires="v">
                <p:oleObj spid="_x0000_s3122" name="" r:id="rId3" imgW="1231265" imgH="698500" progId="Equation.DSMT4">
                  <p:embed/>
                </p:oleObj>
              </mc:Choice>
              <mc:Fallback>
                <p:oleObj name="" r:id="rId3" imgW="1231265" imgH="698500" progId="Equation.DSMT4">
                  <p:embed/>
                  <p:pic>
                    <p:nvPicPr>
                      <p:cNvPr id="0" name="图片 3121"/>
                      <p:cNvPicPr/>
                      <p:nvPr/>
                    </p:nvPicPr>
                    <p:blipFill>
                      <a:blip r:embed="rId4"/>
                      <a:stretch>
                        <a:fillRect/>
                      </a:stretch>
                    </p:blipFill>
                    <p:spPr>
                      <a:xfrm>
                        <a:off x="2882900" y="1484313"/>
                        <a:ext cx="2697163" cy="1527175"/>
                      </a:xfrm>
                      <a:prstGeom prst="rect">
                        <a:avLst/>
                      </a:prstGeom>
                      <a:noFill/>
                      <a:ln w="38100">
                        <a:noFill/>
                        <a:miter/>
                      </a:ln>
                    </p:spPr>
                  </p:pic>
                </p:oleObj>
              </mc:Fallback>
            </mc:AlternateContent>
          </a:graphicData>
        </a:graphic>
      </p:graphicFrame>
      <p:sp>
        <p:nvSpPr>
          <p:cNvPr id="66563" name="TextBox 4"/>
          <p:cNvSpPr txBox="1"/>
          <p:nvPr/>
        </p:nvSpPr>
        <p:spPr>
          <a:xfrm>
            <a:off x="468630" y="621030"/>
            <a:ext cx="6276975" cy="521970"/>
          </a:xfrm>
          <a:prstGeom prst="rect">
            <a:avLst/>
          </a:prstGeom>
          <a:noFill/>
          <a:ln w="9525">
            <a:noFill/>
          </a:ln>
        </p:spPr>
        <p:txBody>
          <a:bodyPr wrap="square" anchor="t" anchorCtr="0">
            <a:spAutoFit/>
          </a:bodyPr>
          <a:p>
            <a:r>
              <a:rPr lang="en-US" altLang="zh-CN" b="1" dirty="0">
                <a:latin typeface="Times New Roman" panose="02020603050405020304" pitchFamily="18" charset="0"/>
                <a:ea typeface="楷体" panose="02010609060101010101" pitchFamily="49" charset="-122"/>
              </a:rPr>
              <a:t>Guass</a:t>
            </a:r>
            <a:r>
              <a:rPr lang="zh-CN" altLang="en-US" b="1" dirty="0">
                <a:latin typeface="楷体" panose="02010609060101010101" pitchFamily="49" charset="-122"/>
                <a:ea typeface="楷体" panose="02010609060101010101" pitchFamily="49" charset="-122"/>
              </a:rPr>
              <a:t>消元法和</a:t>
            </a:r>
            <a:r>
              <a:rPr lang="en-US" altLang="zh-CN" b="1" dirty="0">
                <a:latin typeface="Times New Roman" panose="02020603050405020304" pitchFamily="18" charset="0"/>
                <a:ea typeface="楷体" panose="02010609060101010101" pitchFamily="49" charset="-122"/>
              </a:rPr>
              <a:t>LU</a:t>
            </a:r>
            <a:r>
              <a:rPr lang="zh-CN" altLang="en-US" b="1" dirty="0">
                <a:latin typeface="楷体" panose="02010609060101010101" pitchFamily="49" charset="-122"/>
                <a:ea typeface="楷体" panose="02010609060101010101" pitchFamily="49" charset="-122"/>
              </a:rPr>
              <a:t>分解的关系？</a:t>
            </a:r>
            <a:endParaRPr lang="zh-CN" altLang="en-US"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5782"/>
                                        </p:tgtEl>
                                        <p:attrNameLst>
                                          <p:attrName>style.visibility</p:attrName>
                                        </p:attrNameLst>
                                      </p:cBhvr>
                                      <p:to>
                                        <p:strVal val="visible"/>
                                      </p:to>
                                    </p:set>
                                    <p:animEffect transition="in" filter="wipe(left)">
                                      <p:cBhvr>
                                        <p:cTn id="7" dur="500"/>
                                        <p:tgtEl>
                                          <p:spTgt spid="757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92" name="Text Box 16"/>
          <p:cNvSpPr txBox="1"/>
          <p:nvPr/>
        </p:nvSpPr>
        <p:spPr>
          <a:xfrm>
            <a:off x="242888" y="366713"/>
            <a:ext cx="8901112" cy="1814512"/>
          </a:xfrm>
          <a:prstGeom prst="rect">
            <a:avLst/>
          </a:prstGeom>
          <a:noFill/>
          <a:ln w="9525">
            <a:noFill/>
          </a:ln>
        </p:spPr>
        <p:txBody>
          <a:bodyPr wrap="square" anchor="t" anchorCtr="0">
            <a:spAutoFit/>
          </a:bodyPr>
          <a:p>
            <a:pPr>
              <a:spcBef>
                <a:spcPct val="30000"/>
              </a:spcBef>
              <a:buSzTx/>
            </a:pPr>
            <a:r>
              <a:rPr lang="zh-CN" altLang="en-US" b="1" dirty="0">
                <a:latin typeface="黑体" panose="02010609060101010101" pitchFamily="49" charset="-122"/>
                <a:ea typeface="黑体" panose="02010609060101010101" pitchFamily="49" charset="-122"/>
              </a:rPr>
              <a:t>   </a:t>
            </a:r>
            <a:r>
              <a:rPr lang="zh-CN" altLang="zh-CN" b="1" dirty="0">
                <a:latin typeface="Times New Roman" panose="02020603050405020304" pitchFamily="18" charset="0"/>
                <a:ea typeface="黑体" panose="02010609060101010101" pitchFamily="49" charset="-122"/>
              </a:rPr>
              <a:t>由于主元为零或绝对值很小可能产生麻烦, 为了数值稳定性通常在消元后的低阶矩阵的元素中重新选取主元并通过行交换使其位于主对角线上, 然后再进行消元计算.</a:t>
            </a:r>
            <a:endParaRPr lang="zh-CN" altLang="zh-CN" b="1" dirty="0">
              <a:latin typeface="Times New Roman" panose="02020603050405020304" pitchFamily="18" charset="0"/>
              <a:ea typeface="黑体" panose="02010609060101010101" pitchFamily="49" charset="-122"/>
            </a:endParaRPr>
          </a:p>
        </p:txBody>
      </p:sp>
      <p:sp>
        <p:nvSpPr>
          <p:cNvPr id="6151" name="Text Box 1026"/>
          <p:cNvSpPr txBox="1"/>
          <p:nvPr/>
        </p:nvSpPr>
        <p:spPr>
          <a:xfrm>
            <a:off x="285750" y="2714625"/>
            <a:ext cx="1295400" cy="523875"/>
          </a:xfrm>
          <a:prstGeom prst="rect">
            <a:avLst/>
          </a:prstGeom>
          <a:noFill/>
          <a:ln w="9525">
            <a:noFill/>
          </a:ln>
        </p:spPr>
        <p:txBody>
          <a:bodyPr anchor="t" anchorCtr="0">
            <a:spAutoFit/>
          </a:bodyPr>
          <a:p>
            <a:pPr>
              <a:spcBef>
                <a:spcPct val="50000"/>
              </a:spcBef>
            </a:pPr>
            <a:r>
              <a:rPr lang="zh-CN" altLang="en-US" b="1" dirty="0">
                <a:solidFill>
                  <a:srgbClr val="0070C0"/>
                </a:solidFill>
                <a:latin typeface="Times New Roman" panose="02020603050405020304" pitchFamily="18" charset="0"/>
                <a:ea typeface="黑体" panose="02010609060101010101" pitchFamily="49" charset="-122"/>
              </a:rPr>
              <a:t>例</a:t>
            </a:r>
            <a:endParaRPr lang="zh-CN" altLang="en-US" b="1" dirty="0">
              <a:solidFill>
                <a:srgbClr val="0070C0"/>
              </a:solidFill>
              <a:latin typeface="Times New Roman" panose="02020603050405020304" pitchFamily="18" charset="0"/>
              <a:ea typeface="黑体" panose="02010609060101010101" pitchFamily="49" charset="-122"/>
            </a:endParaRPr>
          </a:p>
        </p:txBody>
      </p:sp>
      <p:graphicFrame>
        <p:nvGraphicFramePr>
          <p:cNvPr id="6146" name="Object 1024"/>
          <p:cNvGraphicFramePr>
            <a:graphicFrameLocks noChangeAspect="1"/>
          </p:cNvGraphicFramePr>
          <p:nvPr/>
        </p:nvGraphicFramePr>
        <p:xfrm>
          <a:off x="1077913" y="2286000"/>
          <a:ext cx="5351462" cy="1500188"/>
        </p:xfrm>
        <a:graphic>
          <a:graphicData uri="http://schemas.openxmlformats.org/presentationml/2006/ole">
            <mc:AlternateContent xmlns:mc="http://schemas.openxmlformats.org/markup-compatibility/2006">
              <mc:Choice xmlns:v="urn:schemas-microsoft-com:vml" Requires="v">
                <p:oleObj spid="_x0000_s3148" name="" r:id="rId1" imgW="3327400" imgH="927100" progId="Equation.DSMT4">
                  <p:embed/>
                </p:oleObj>
              </mc:Choice>
              <mc:Fallback>
                <p:oleObj name="" r:id="rId1" imgW="3327400" imgH="927100" progId="Equation.DSMT4">
                  <p:embed/>
                  <p:pic>
                    <p:nvPicPr>
                      <p:cNvPr id="0" name="图片 3147"/>
                      <p:cNvPicPr/>
                      <p:nvPr/>
                    </p:nvPicPr>
                    <p:blipFill>
                      <a:blip r:embed="rId2"/>
                      <a:stretch>
                        <a:fillRect/>
                      </a:stretch>
                    </p:blipFill>
                    <p:spPr>
                      <a:xfrm>
                        <a:off x="1077913" y="2286000"/>
                        <a:ext cx="5351462" cy="1500188"/>
                      </a:xfrm>
                      <a:prstGeom prst="rect">
                        <a:avLst/>
                      </a:prstGeom>
                      <a:noFill/>
                      <a:ln w="38100">
                        <a:noFill/>
                        <a:miter/>
                      </a:ln>
                    </p:spPr>
                  </p:pic>
                </p:oleObj>
              </mc:Fallback>
            </mc:AlternateContent>
          </a:graphicData>
        </a:graphic>
      </p:graphicFrame>
      <p:graphicFrame>
        <p:nvGraphicFramePr>
          <p:cNvPr id="2" name="Object 3"/>
          <p:cNvGraphicFramePr>
            <a:graphicFrameLocks noChangeAspect="1"/>
          </p:cNvGraphicFramePr>
          <p:nvPr/>
        </p:nvGraphicFramePr>
        <p:xfrm>
          <a:off x="863600" y="1604963"/>
          <a:ext cx="6007100" cy="576262"/>
        </p:xfrm>
        <a:graphic>
          <a:graphicData uri="http://schemas.openxmlformats.org/presentationml/2006/ole">
            <mc:AlternateContent xmlns:mc="http://schemas.openxmlformats.org/markup-compatibility/2006">
              <mc:Choice xmlns:v="urn:schemas-microsoft-com:vml" Requires="v">
                <p:oleObj spid="_x0000_s3143" name="" r:id="rId3" imgW="3733800" imgH="355600" progId="Equation.DSMT4">
                  <p:embed/>
                </p:oleObj>
              </mc:Choice>
              <mc:Fallback>
                <p:oleObj name="" r:id="rId3" imgW="3733800" imgH="355600" progId="Equation.DSMT4">
                  <p:embed/>
                  <p:pic>
                    <p:nvPicPr>
                      <p:cNvPr id="0" name="图片 3142"/>
                      <p:cNvPicPr/>
                      <p:nvPr/>
                    </p:nvPicPr>
                    <p:blipFill>
                      <a:blip r:embed="rId4"/>
                      <a:stretch>
                        <a:fillRect/>
                      </a:stretch>
                    </p:blipFill>
                    <p:spPr>
                      <a:xfrm>
                        <a:off x="863600" y="1604963"/>
                        <a:ext cx="6007100" cy="576262"/>
                      </a:xfrm>
                      <a:prstGeom prst="rect">
                        <a:avLst/>
                      </a:prstGeom>
                      <a:noFill/>
                      <a:ln w="38100">
                        <a:noFill/>
                        <a:miter/>
                      </a:ln>
                    </p:spPr>
                  </p:pic>
                </p:oleObj>
              </mc:Fallback>
            </mc:AlternateContent>
          </a:graphicData>
        </a:graphic>
      </p:graphicFrame>
      <p:graphicFrame>
        <p:nvGraphicFramePr>
          <p:cNvPr id="3" name="Object 4"/>
          <p:cNvGraphicFramePr>
            <a:graphicFrameLocks noChangeAspect="1"/>
          </p:cNvGraphicFramePr>
          <p:nvPr/>
        </p:nvGraphicFramePr>
        <p:xfrm>
          <a:off x="357188" y="4857750"/>
          <a:ext cx="2451100" cy="1520825"/>
        </p:xfrm>
        <a:graphic>
          <a:graphicData uri="http://schemas.openxmlformats.org/presentationml/2006/ole">
            <mc:AlternateContent xmlns:mc="http://schemas.openxmlformats.org/markup-compatibility/2006">
              <mc:Choice xmlns:v="urn:schemas-microsoft-com:vml" Requires="v">
                <p:oleObj spid="_x0000_s3146" name="" r:id="rId5" imgW="1524000" imgH="939800" progId="Equation.DSMT4">
                  <p:embed/>
                </p:oleObj>
              </mc:Choice>
              <mc:Fallback>
                <p:oleObj name="" r:id="rId5" imgW="1524000" imgH="939800" progId="Equation.DSMT4">
                  <p:embed/>
                  <p:pic>
                    <p:nvPicPr>
                      <p:cNvPr id="0" name="图片 3145"/>
                      <p:cNvPicPr/>
                      <p:nvPr/>
                    </p:nvPicPr>
                    <p:blipFill>
                      <a:blip r:embed="rId6"/>
                      <a:stretch>
                        <a:fillRect/>
                      </a:stretch>
                    </p:blipFill>
                    <p:spPr>
                      <a:xfrm>
                        <a:off x="357188" y="4857750"/>
                        <a:ext cx="2451100" cy="1520825"/>
                      </a:xfrm>
                      <a:prstGeom prst="rect">
                        <a:avLst/>
                      </a:prstGeom>
                      <a:noFill/>
                      <a:ln w="38100">
                        <a:noFill/>
                        <a:miter/>
                      </a:ln>
                    </p:spPr>
                  </p:pic>
                </p:oleObj>
              </mc:Fallback>
            </mc:AlternateContent>
          </a:graphicData>
        </a:graphic>
      </p:graphicFrame>
      <p:graphicFrame>
        <p:nvGraphicFramePr>
          <p:cNvPr id="4" name="Object 5"/>
          <p:cNvGraphicFramePr>
            <a:graphicFrameLocks noChangeAspect="1"/>
          </p:cNvGraphicFramePr>
          <p:nvPr/>
        </p:nvGraphicFramePr>
        <p:xfrm>
          <a:off x="5786438" y="4786313"/>
          <a:ext cx="2451100" cy="1520825"/>
        </p:xfrm>
        <a:graphic>
          <a:graphicData uri="http://schemas.openxmlformats.org/presentationml/2006/ole">
            <mc:AlternateContent xmlns:mc="http://schemas.openxmlformats.org/markup-compatibility/2006">
              <mc:Choice xmlns:v="urn:schemas-microsoft-com:vml" Requires="v">
                <p:oleObj spid="_x0000_s3142" name="" r:id="rId7" imgW="1524000" imgH="939800" progId="Equation.DSMT4">
                  <p:embed/>
                </p:oleObj>
              </mc:Choice>
              <mc:Fallback>
                <p:oleObj name="" r:id="rId7" imgW="1524000" imgH="939800" progId="Equation.DSMT4">
                  <p:embed/>
                  <p:pic>
                    <p:nvPicPr>
                      <p:cNvPr id="0" name="图片 3141"/>
                      <p:cNvPicPr/>
                      <p:nvPr/>
                    </p:nvPicPr>
                    <p:blipFill>
                      <a:blip r:embed="rId8"/>
                      <a:stretch>
                        <a:fillRect/>
                      </a:stretch>
                    </p:blipFill>
                    <p:spPr>
                      <a:xfrm>
                        <a:off x="5786438" y="4786313"/>
                        <a:ext cx="2451100" cy="1520825"/>
                      </a:xfrm>
                      <a:prstGeom prst="rect">
                        <a:avLst/>
                      </a:prstGeom>
                      <a:noFill/>
                      <a:ln w="38100">
                        <a:noFill/>
                        <a:miter/>
                      </a:ln>
                    </p:spPr>
                  </p:pic>
                </p:oleObj>
              </mc:Fallback>
            </mc:AlternateContent>
          </a:graphicData>
        </a:graphic>
      </p:graphicFrame>
      <p:grpSp>
        <p:nvGrpSpPr>
          <p:cNvPr id="5" name="Group 21"/>
          <p:cNvGrpSpPr/>
          <p:nvPr/>
        </p:nvGrpSpPr>
        <p:grpSpPr>
          <a:xfrm>
            <a:off x="3286125" y="5143500"/>
            <a:ext cx="2133600" cy="854075"/>
            <a:chOff x="2064" y="768"/>
            <a:chExt cx="1344" cy="538"/>
          </a:xfrm>
        </p:grpSpPr>
        <p:sp>
          <p:nvSpPr>
            <p:cNvPr id="33800" name="Text Box 18"/>
            <p:cNvSpPr txBox="1"/>
            <p:nvPr/>
          </p:nvSpPr>
          <p:spPr>
            <a:xfrm>
              <a:off x="2064" y="768"/>
              <a:ext cx="1344" cy="252"/>
            </a:xfrm>
            <a:prstGeom prst="rect">
              <a:avLst/>
            </a:prstGeom>
            <a:noFill/>
            <a:ln w="9525">
              <a:noFill/>
            </a:ln>
          </p:spPr>
          <p:txBody>
            <a:bodyPr anchor="t" anchorCtr="0">
              <a:spAutoFit/>
            </a:bodyPr>
            <a:p>
              <a:pPr>
                <a:spcBef>
                  <a:spcPct val="50000"/>
                </a:spcBef>
              </a:pPr>
              <a:r>
                <a:rPr lang="zh-CN" altLang="en-US" sz="2000" b="1" dirty="0">
                  <a:latin typeface="Times New Roman" panose="02020603050405020304" pitchFamily="18" charset="0"/>
                  <a:ea typeface="黑体" panose="02010609060101010101" pitchFamily="49" charset="-122"/>
                </a:rPr>
                <a:t>  交换第一行</a:t>
              </a:r>
              <a:endParaRPr lang="en-US" altLang="zh-CN" b="1" dirty="0">
                <a:latin typeface="Times New Roman" panose="02020603050405020304" pitchFamily="18" charset="0"/>
                <a:ea typeface="宋体" panose="02010600030101010101" pitchFamily="2" charset="-122"/>
              </a:endParaRPr>
            </a:p>
          </p:txBody>
        </p:sp>
        <p:sp>
          <p:nvSpPr>
            <p:cNvPr id="33801" name="Text Box 19"/>
            <p:cNvSpPr txBox="1"/>
            <p:nvPr/>
          </p:nvSpPr>
          <p:spPr>
            <a:xfrm>
              <a:off x="2112" y="1056"/>
              <a:ext cx="1152" cy="250"/>
            </a:xfrm>
            <a:prstGeom prst="rect">
              <a:avLst/>
            </a:prstGeom>
            <a:noFill/>
            <a:ln w="9525">
              <a:noFill/>
            </a:ln>
          </p:spPr>
          <p:txBody>
            <a:bodyPr anchor="t" anchorCtr="0">
              <a:spAutoFit/>
            </a:bodyPr>
            <a:p>
              <a:pPr>
                <a:spcBef>
                  <a:spcPct val="50000"/>
                </a:spcBef>
              </a:pPr>
              <a:r>
                <a:rPr lang="zh-CN" altLang="en-US" sz="2000" b="1" dirty="0">
                  <a:latin typeface="Times New Roman" panose="02020603050405020304" pitchFamily="18" charset="0"/>
                  <a:ea typeface="黑体" panose="02010609060101010101" pitchFamily="49" charset="-122"/>
                </a:rPr>
                <a:t>  和第三行</a:t>
              </a:r>
              <a:endParaRPr lang="zh-CN" altLang="en-US" sz="2000" b="1" dirty="0">
                <a:latin typeface="Times New Roman" panose="02020603050405020304" pitchFamily="18" charset="0"/>
                <a:ea typeface="黑体" panose="02010609060101010101" pitchFamily="49" charset="-122"/>
              </a:endParaRPr>
            </a:p>
          </p:txBody>
        </p:sp>
        <p:sp>
          <p:nvSpPr>
            <p:cNvPr id="33802" name="Line 20"/>
            <p:cNvSpPr/>
            <p:nvPr/>
          </p:nvSpPr>
          <p:spPr>
            <a:xfrm>
              <a:off x="2064" y="1056"/>
              <a:ext cx="1248" cy="0"/>
            </a:xfrm>
            <a:prstGeom prst="line">
              <a:avLst/>
            </a:prstGeom>
            <a:ln w="38100" cap="flat" cmpd="sng">
              <a:solidFill>
                <a:srgbClr val="FF0000"/>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92">
                                            <p:txEl>
                                              <p:charRg st="0" end="59"/>
                                            </p:txEl>
                                          </p:spTgt>
                                        </p:tgtEl>
                                        <p:attrNameLst>
                                          <p:attrName>style.visibility</p:attrName>
                                        </p:attrNameLst>
                                      </p:cBhvr>
                                      <p:to>
                                        <p:strVal val="visible"/>
                                      </p:to>
                                    </p:set>
                                    <p:animEffect transition="in" filter="wipe(left)">
                                      <p:cBhvr>
                                        <p:cTn id="7" dur="500"/>
                                        <p:tgtEl>
                                          <p:spTgt spid="50192">
                                            <p:txEl>
                                              <p:charRg st="0"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wipe(left)">
                                      <p:cBhvr>
                                        <p:cTn id="12" dur="500"/>
                                        <p:tgtEl>
                                          <p:spTgt spid="614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151"/>
                                        </p:tgtEl>
                                        <p:attrNameLst>
                                          <p:attrName>style.visibility</p:attrName>
                                        </p:attrNameLst>
                                      </p:cBhvr>
                                      <p:to>
                                        <p:strVal val="visible"/>
                                      </p:to>
                                    </p:set>
                                    <p:animEffect transition="in" filter="wipe(left)">
                                      <p:cBhvr>
                                        <p:cTn id="15" dur="500"/>
                                        <p:tgtEl>
                                          <p:spTgt spid="615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92" grpId="0" build="p"/>
      <p:bldP spid="615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Object 1024"/>
          <p:cNvGraphicFramePr>
            <a:graphicFrameLocks noChangeAspect="1"/>
          </p:cNvGraphicFramePr>
          <p:nvPr/>
        </p:nvGraphicFramePr>
        <p:xfrm>
          <a:off x="6643688" y="714375"/>
          <a:ext cx="2103437" cy="1520825"/>
        </p:xfrm>
        <a:graphic>
          <a:graphicData uri="http://schemas.openxmlformats.org/presentationml/2006/ole">
            <mc:AlternateContent xmlns:mc="http://schemas.openxmlformats.org/markup-compatibility/2006">
              <mc:Choice xmlns:v="urn:schemas-microsoft-com:vml" Requires="v">
                <p:oleObj spid="_x0000_s3144" name="" r:id="rId1" imgW="1308100" imgH="939800" progId="Equation.DSMT4">
                  <p:embed/>
                </p:oleObj>
              </mc:Choice>
              <mc:Fallback>
                <p:oleObj name="" r:id="rId1" imgW="1308100" imgH="939800" progId="Equation.DSMT4">
                  <p:embed/>
                  <p:pic>
                    <p:nvPicPr>
                      <p:cNvPr id="0" name="图片 3143"/>
                      <p:cNvPicPr/>
                      <p:nvPr/>
                    </p:nvPicPr>
                    <p:blipFill>
                      <a:blip r:embed="rId2"/>
                      <a:stretch>
                        <a:fillRect/>
                      </a:stretch>
                    </p:blipFill>
                    <p:spPr>
                      <a:xfrm>
                        <a:off x="6643688" y="714375"/>
                        <a:ext cx="2103437" cy="1520825"/>
                      </a:xfrm>
                      <a:prstGeom prst="rect">
                        <a:avLst/>
                      </a:prstGeom>
                      <a:noFill/>
                      <a:ln w="38100">
                        <a:noFill/>
                        <a:miter/>
                      </a:ln>
                    </p:spPr>
                  </p:pic>
                </p:oleObj>
              </mc:Fallback>
            </mc:AlternateContent>
          </a:graphicData>
        </a:graphic>
      </p:graphicFrame>
      <p:graphicFrame>
        <p:nvGraphicFramePr>
          <p:cNvPr id="3" name="Object 3"/>
          <p:cNvGraphicFramePr>
            <a:graphicFrameLocks noChangeAspect="1"/>
          </p:cNvGraphicFramePr>
          <p:nvPr/>
        </p:nvGraphicFramePr>
        <p:xfrm>
          <a:off x="785813" y="714375"/>
          <a:ext cx="2451100" cy="1520825"/>
        </p:xfrm>
        <a:graphic>
          <a:graphicData uri="http://schemas.openxmlformats.org/presentationml/2006/ole">
            <mc:AlternateContent xmlns:mc="http://schemas.openxmlformats.org/markup-compatibility/2006">
              <mc:Choice xmlns:v="urn:schemas-microsoft-com:vml" Requires="v">
                <p:oleObj spid="_x0000_s3145" name="" r:id="rId3" imgW="1524000" imgH="939800" progId="Equation.DSMT4">
                  <p:embed/>
                </p:oleObj>
              </mc:Choice>
              <mc:Fallback>
                <p:oleObj name="" r:id="rId3" imgW="1524000" imgH="939800" progId="Equation.DSMT4">
                  <p:embed/>
                  <p:pic>
                    <p:nvPicPr>
                      <p:cNvPr id="0" name="图片 3144"/>
                      <p:cNvPicPr/>
                      <p:nvPr/>
                    </p:nvPicPr>
                    <p:blipFill>
                      <a:blip r:embed="rId4"/>
                      <a:stretch>
                        <a:fillRect/>
                      </a:stretch>
                    </p:blipFill>
                    <p:spPr>
                      <a:xfrm>
                        <a:off x="785813" y="714375"/>
                        <a:ext cx="2451100" cy="1520825"/>
                      </a:xfrm>
                      <a:prstGeom prst="rect">
                        <a:avLst/>
                      </a:prstGeom>
                      <a:noFill/>
                      <a:ln w="38100">
                        <a:noFill/>
                        <a:miter/>
                      </a:ln>
                    </p:spPr>
                  </p:pic>
                </p:oleObj>
              </mc:Fallback>
            </mc:AlternateContent>
          </a:graphicData>
        </a:graphic>
      </p:graphicFrame>
      <p:grpSp>
        <p:nvGrpSpPr>
          <p:cNvPr id="6" name="Group 21"/>
          <p:cNvGrpSpPr/>
          <p:nvPr/>
        </p:nvGrpSpPr>
        <p:grpSpPr>
          <a:xfrm>
            <a:off x="3214688" y="890588"/>
            <a:ext cx="3286125" cy="1016000"/>
            <a:chOff x="2103" y="744"/>
            <a:chExt cx="1800" cy="640"/>
          </a:xfrm>
        </p:grpSpPr>
        <p:sp>
          <p:nvSpPr>
            <p:cNvPr id="34820" name="Text Box 18"/>
            <p:cNvSpPr txBox="1"/>
            <p:nvPr/>
          </p:nvSpPr>
          <p:spPr>
            <a:xfrm>
              <a:off x="2103" y="744"/>
              <a:ext cx="1800" cy="640"/>
            </a:xfrm>
            <a:prstGeom prst="rect">
              <a:avLst/>
            </a:prstGeom>
            <a:noFill/>
            <a:ln w="9525">
              <a:noFill/>
            </a:ln>
          </p:spPr>
          <p:txBody>
            <a:bodyPr anchor="t" anchorCtr="0">
              <a:spAutoFit/>
            </a:bodyPr>
            <a:p>
              <a:pPr>
                <a:spcBef>
                  <a:spcPct val="50000"/>
                </a:spcBef>
              </a:pPr>
              <a:r>
                <a:rPr lang="zh-CN" altLang="en-US" sz="2000" b="1" dirty="0">
                  <a:latin typeface="Times New Roman" panose="02020603050405020304" pitchFamily="18" charset="0"/>
                  <a:ea typeface="黑体" panose="02010609060101010101" pitchFamily="49" charset="-122"/>
                </a:rPr>
                <a:t> 第二行加</a:t>
              </a:r>
              <a:r>
                <a:rPr lang="en-US" altLang="zh-CN" sz="2000" b="1" dirty="0">
                  <a:solidFill>
                    <a:srgbClr val="0000FF"/>
                  </a:solidFill>
                  <a:latin typeface="Times New Roman" panose="02020603050405020304" pitchFamily="18" charset="0"/>
                  <a:ea typeface="黑体" panose="02010609060101010101" pitchFamily="49" charset="-122"/>
                </a:rPr>
                <a:t>(0.5)</a:t>
              </a:r>
              <a:r>
                <a:rPr lang="zh-CN" altLang="en-US" b="1" dirty="0">
                  <a:latin typeface="Times New Roman" panose="02020603050405020304" pitchFamily="18" charset="0"/>
                  <a:ea typeface="黑体" panose="02010609060101010101" pitchFamily="49" charset="-122"/>
                </a:rPr>
                <a:t>*</a:t>
              </a:r>
              <a:r>
                <a:rPr lang="zh-CN" altLang="en-US" sz="2000" b="1" dirty="0">
                  <a:latin typeface="Times New Roman" panose="02020603050405020304" pitchFamily="18" charset="0"/>
                  <a:ea typeface="黑体" panose="02010609060101010101" pitchFamily="49" charset="-122"/>
                </a:rPr>
                <a:t>第一行</a:t>
              </a:r>
              <a:endParaRPr lang="en-US" altLang="zh-CN" sz="2000" b="1" dirty="0">
                <a:latin typeface="Times New Roman" panose="02020603050405020304" pitchFamily="18" charset="0"/>
                <a:ea typeface="黑体" panose="02010609060101010101" pitchFamily="49" charset="-122"/>
              </a:endParaRPr>
            </a:p>
            <a:p>
              <a:pPr>
                <a:spcBef>
                  <a:spcPct val="50000"/>
                </a:spcBef>
              </a:pPr>
              <a:r>
                <a:rPr lang="zh-CN" altLang="en-US" sz="2000" b="1" dirty="0">
                  <a:latin typeface="Times New Roman" panose="02020603050405020304" pitchFamily="18" charset="0"/>
                  <a:ea typeface="黑体" panose="02010609060101010101" pitchFamily="49" charset="-122"/>
                </a:rPr>
                <a:t>   第三行加</a:t>
              </a:r>
              <a:r>
                <a:rPr lang="en-US" altLang="zh-CN" sz="2000" b="1" dirty="0">
                  <a:solidFill>
                    <a:srgbClr val="0000FF"/>
                  </a:solidFill>
                  <a:latin typeface="Times New Roman" panose="02020603050405020304" pitchFamily="18" charset="0"/>
                  <a:ea typeface="黑体" panose="02010609060101010101" pitchFamily="49" charset="-122"/>
                </a:rPr>
                <a:t>(-0.5) </a:t>
              </a:r>
              <a:r>
                <a:rPr lang="zh-CN" altLang="en-US" sz="2000" b="1" dirty="0">
                  <a:latin typeface="Times New Roman" panose="02020603050405020304" pitchFamily="18" charset="0"/>
                  <a:ea typeface="黑体" panose="02010609060101010101" pitchFamily="49" charset="-122"/>
                </a:rPr>
                <a:t>*第一行</a:t>
              </a:r>
              <a:r>
                <a:rPr lang="zh-CN" altLang="en-US"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p:txBody>
        </p:sp>
        <p:sp>
          <p:nvSpPr>
            <p:cNvPr id="34821" name="Text Box 19"/>
            <p:cNvSpPr txBox="1"/>
            <p:nvPr/>
          </p:nvSpPr>
          <p:spPr>
            <a:xfrm>
              <a:off x="2112" y="1056"/>
              <a:ext cx="1152" cy="250"/>
            </a:xfrm>
            <a:prstGeom prst="rect">
              <a:avLst/>
            </a:prstGeom>
            <a:noFill/>
            <a:ln w="9525">
              <a:noFill/>
            </a:ln>
          </p:spPr>
          <p:txBody>
            <a:bodyPr anchor="t" anchorCtr="0">
              <a:spAutoFit/>
            </a:bodyPr>
            <a:p>
              <a:pPr>
                <a:spcBef>
                  <a:spcPct val="50000"/>
                </a:spcBef>
              </a:pPr>
              <a:endParaRPr lang="zh-CN" altLang="en-US" sz="2000" b="1" dirty="0">
                <a:latin typeface="Times New Roman" panose="02020603050405020304" pitchFamily="18" charset="0"/>
                <a:ea typeface="黑体" panose="02010609060101010101" pitchFamily="49" charset="-122"/>
              </a:endParaRPr>
            </a:p>
          </p:txBody>
        </p:sp>
        <p:sp>
          <p:nvSpPr>
            <p:cNvPr id="34822" name="Line 20"/>
            <p:cNvSpPr/>
            <p:nvPr/>
          </p:nvSpPr>
          <p:spPr>
            <a:xfrm>
              <a:off x="2154" y="1083"/>
              <a:ext cx="1665" cy="0"/>
            </a:xfrm>
            <a:prstGeom prst="line">
              <a:avLst/>
            </a:prstGeom>
            <a:ln w="38100" cap="flat" cmpd="sng">
              <a:solidFill>
                <a:srgbClr val="FF0000"/>
              </a:solidFill>
              <a:prstDash val="solid"/>
              <a:round/>
              <a:headEnd type="none" w="med" len="med"/>
              <a:tailEnd type="triangle" w="med" len="med"/>
            </a:ln>
          </p:spPr>
        </p:sp>
      </p:grpSp>
      <p:graphicFrame>
        <p:nvGraphicFramePr>
          <p:cNvPr id="4" name="Object 4"/>
          <p:cNvGraphicFramePr>
            <a:graphicFrameLocks noChangeAspect="1"/>
          </p:cNvGraphicFramePr>
          <p:nvPr/>
        </p:nvGraphicFramePr>
        <p:xfrm>
          <a:off x="2500313" y="2857500"/>
          <a:ext cx="2103437" cy="1520825"/>
        </p:xfrm>
        <a:graphic>
          <a:graphicData uri="http://schemas.openxmlformats.org/presentationml/2006/ole">
            <mc:AlternateContent xmlns:mc="http://schemas.openxmlformats.org/markup-compatibility/2006">
              <mc:Choice xmlns:v="urn:schemas-microsoft-com:vml" Requires="v">
                <p:oleObj spid="_x0000_s3147" name="" r:id="rId5" imgW="1308100" imgH="939800" progId="Equation.DSMT4">
                  <p:embed/>
                </p:oleObj>
              </mc:Choice>
              <mc:Fallback>
                <p:oleObj name="" r:id="rId5" imgW="1308100" imgH="939800" progId="Equation.DSMT4">
                  <p:embed/>
                  <p:pic>
                    <p:nvPicPr>
                      <p:cNvPr id="0" name="图片 3146"/>
                      <p:cNvPicPr/>
                      <p:nvPr/>
                    </p:nvPicPr>
                    <p:blipFill>
                      <a:blip r:embed="rId6"/>
                      <a:stretch>
                        <a:fillRect/>
                      </a:stretch>
                    </p:blipFill>
                    <p:spPr>
                      <a:xfrm>
                        <a:off x="2500313" y="2857500"/>
                        <a:ext cx="2103437" cy="1520825"/>
                      </a:xfrm>
                      <a:prstGeom prst="rect">
                        <a:avLst/>
                      </a:prstGeom>
                      <a:noFill/>
                      <a:ln w="38100">
                        <a:noFill/>
                        <a:miter/>
                      </a:ln>
                    </p:spPr>
                  </p:pic>
                </p:oleObj>
              </mc:Fallback>
            </mc:AlternateContent>
          </a:graphicData>
        </a:graphic>
      </p:graphicFrame>
      <p:grpSp>
        <p:nvGrpSpPr>
          <p:cNvPr id="7" name="Group 21"/>
          <p:cNvGrpSpPr/>
          <p:nvPr/>
        </p:nvGrpSpPr>
        <p:grpSpPr>
          <a:xfrm>
            <a:off x="285750" y="3143250"/>
            <a:ext cx="2133600" cy="854075"/>
            <a:chOff x="2064" y="768"/>
            <a:chExt cx="1344" cy="538"/>
          </a:xfrm>
        </p:grpSpPr>
        <p:sp>
          <p:nvSpPr>
            <p:cNvPr id="34825" name="Text Box 18"/>
            <p:cNvSpPr txBox="1"/>
            <p:nvPr/>
          </p:nvSpPr>
          <p:spPr>
            <a:xfrm>
              <a:off x="2064" y="768"/>
              <a:ext cx="1344" cy="252"/>
            </a:xfrm>
            <a:prstGeom prst="rect">
              <a:avLst/>
            </a:prstGeom>
            <a:noFill/>
            <a:ln w="9525">
              <a:noFill/>
            </a:ln>
          </p:spPr>
          <p:txBody>
            <a:bodyPr anchor="t" anchorCtr="0">
              <a:spAutoFit/>
            </a:bodyPr>
            <a:p>
              <a:pPr>
                <a:spcBef>
                  <a:spcPct val="50000"/>
                </a:spcBef>
              </a:pPr>
              <a:r>
                <a:rPr lang="zh-CN" altLang="en-US" sz="2000" b="1" dirty="0">
                  <a:latin typeface="Times New Roman" panose="02020603050405020304" pitchFamily="18" charset="0"/>
                  <a:ea typeface="黑体" panose="02010609060101010101" pitchFamily="49" charset="-122"/>
                </a:rPr>
                <a:t>  交换第二行</a:t>
              </a:r>
              <a:endParaRPr lang="en-US" altLang="zh-CN" b="1" dirty="0">
                <a:latin typeface="Times New Roman" panose="02020603050405020304" pitchFamily="18" charset="0"/>
                <a:ea typeface="宋体" panose="02010600030101010101" pitchFamily="2" charset="-122"/>
              </a:endParaRPr>
            </a:p>
          </p:txBody>
        </p:sp>
        <p:sp>
          <p:nvSpPr>
            <p:cNvPr id="34826" name="Text Box 19"/>
            <p:cNvSpPr txBox="1"/>
            <p:nvPr/>
          </p:nvSpPr>
          <p:spPr>
            <a:xfrm>
              <a:off x="2112" y="1056"/>
              <a:ext cx="1152" cy="250"/>
            </a:xfrm>
            <a:prstGeom prst="rect">
              <a:avLst/>
            </a:prstGeom>
            <a:noFill/>
            <a:ln w="9525">
              <a:noFill/>
            </a:ln>
          </p:spPr>
          <p:txBody>
            <a:bodyPr anchor="t" anchorCtr="0">
              <a:spAutoFit/>
            </a:bodyPr>
            <a:p>
              <a:pPr>
                <a:spcBef>
                  <a:spcPct val="50000"/>
                </a:spcBef>
              </a:pPr>
              <a:r>
                <a:rPr lang="zh-CN" altLang="en-US" sz="2000" b="1" dirty="0">
                  <a:latin typeface="Times New Roman" panose="02020603050405020304" pitchFamily="18" charset="0"/>
                  <a:ea typeface="黑体" panose="02010609060101010101" pitchFamily="49" charset="-122"/>
                </a:rPr>
                <a:t>  和第三行</a:t>
              </a:r>
              <a:endParaRPr lang="zh-CN" altLang="en-US" sz="2000" b="1" dirty="0">
                <a:latin typeface="Times New Roman" panose="02020603050405020304" pitchFamily="18" charset="0"/>
                <a:ea typeface="黑体" panose="02010609060101010101" pitchFamily="49" charset="-122"/>
              </a:endParaRPr>
            </a:p>
          </p:txBody>
        </p:sp>
        <p:sp>
          <p:nvSpPr>
            <p:cNvPr id="34827" name="Line 20"/>
            <p:cNvSpPr/>
            <p:nvPr/>
          </p:nvSpPr>
          <p:spPr>
            <a:xfrm>
              <a:off x="2064" y="1056"/>
              <a:ext cx="1248" cy="0"/>
            </a:xfrm>
            <a:prstGeom prst="line">
              <a:avLst/>
            </a:prstGeom>
            <a:ln w="38100" cap="flat" cmpd="sng">
              <a:solidFill>
                <a:srgbClr val="FF0000"/>
              </a:solidFill>
              <a:prstDash val="solid"/>
              <a:round/>
              <a:headEnd type="none" w="med" len="med"/>
              <a:tailEnd type="triangle" w="med" len="med"/>
            </a:ln>
          </p:spPr>
        </p:sp>
      </p:grpSp>
      <p:grpSp>
        <p:nvGrpSpPr>
          <p:cNvPr id="8" name="Group 21"/>
          <p:cNvGrpSpPr/>
          <p:nvPr/>
        </p:nvGrpSpPr>
        <p:grpSpPr>
          <a:xfrm>
            <a:off x="4786313" y="3143250"/>
            <a:ext cx="2133600" cy="862013"/>
            <a:chOff x="2064" y="768"/>
            <a:chExt cx="1344" cy="543"/>
          </a:xfrm>
        </p:grpSpPr>
        <p:sp>
          <p:nvSpPr>
            <p:cNvPr id="34829" name="Text Box 18"/>
            <p:cNvSpPr txBox="1"/>
            <p:nvPr/>
          </p:nvSpPr>
          <p:spPr>
            <a:xfrm>
              <a:off x="2064" y="768"/>
              <a:ext cx="1344" cy="543"/>
            </a:xfrm>
            <a:prstGeom prst="rect">
              <a:avLst/>
            </a:prstGeom>
            <a:noFill/>
            <a:ln w="9525">
              <a:noFill/>
            </a:ln>
          </p:spPr>
          <p:txBody>
            <a:bodyPr anchor="t" anchorCtr="0">
              <a:spAutoFit/>
            </a:bodyPr>
            <a:p>
              <a:pPr>
                <a:spcBef>
                  <a:spcPct val="50000"/>
                </a:spcBef>
              </a:pPr>
              <a:r>
                <a:rPr lang="zh-CN" altLang="en-US" sz="2000" b="1" dirty="0">
                  <a:latin typeface="Times New Roman" panose="02020603050405020304" pitchFamily="18" charset="0"/>
                  <a:ea typeface="黑体" panose="02010609060101010101" pitchFamily="49" charset="-122"/>
                </a:rPr>
                <a:t>  第三行加</a:t>
              </a:r>
              <a:endParaRPr lang="en-US" altLang="zh-CN" sz="2000" b="1" dirty="0">
                <a:latin typeface="Times New Roman" panose="02020603050405020304" pitchFamily="18" charset="0"/>
                <a:ea typeface="黑体" panose="02010609060101010101" pitchFamily="49" charset="-122"/>
              </a:endParaRPr>
            </a:p>
            <a:p>
              <a:pPr>
                <a:spcBef>
                  <a:spcPct val="50000"/>
                </a:spcBef>
              </a:pPr>
              <a:r>
                <a:rPr lang="en-US" altLang="zh-CN" sz="2000" b="1" dirty="0">
                  <a:solidFill>
                    <a:srgbClr val="0000FF"/>
                  </a:solidFill>
                  <a:latin typeface="Times New Roman" panose="02020603050405020304" pitchFamily="18" charset="0"/>
                  <a:ea typeface="黑体" panose="02010609060101010101" pitchFamily="49" charset="-122"/>
                </a:rPr>
                <a:t>(0.5)</a:t>
              </a:r>
              <a:r>
                <a:rPr lang="zh-CN" altLang="en-US" sz="2000" b="1" dirty="0">
                  <a:latin typeface="Times New Roman" panose="02020603050405020304" pitchFamily="18" charset="0"/>
                  <a:ea typeface="黑体" panose="02010609060101010101" pitchFamily="49" charset="-122"/>
                </a:rPr>
                <a:t>*第二行</a:t>
              </a:r>
              <a:endParaRPr lang="en-US" altLang="zh-CN" b="1" dirty="0">
                <a:latin typeface="Times New Roman" panose="02020603050405020304" pitchFamily="18" charset="0"/>
                <a:ea typeface="宋体" panose="02010600030101010101" pitchFamily="2" charset="-122"/>
              </a:endParaRPr>
            </a:p>
          </p:txBody>
        </p:sp>
        <p:sp>
          <p:nvSpPr>
            <p:cNvPr id="34830" name="Text Box 19"/>
            <p:cNvSpPr txBox="1"/>
            <p:nvPr/>
          </p:nvSpPr>
          <p:spPr>
            <a:xfrm>
              <a:off x="2112" y="1056"/>
              <a:ext cx="1152" cy="250"/>
            </a:xfrm>
            <a:prstGeom prst="rect">
              <a:avLst/>
            </a:prstGeom>
            <a:noFill/>
            <a:ln w="9525">
              <a:noFill/>
            </a:ln>
          </p:spPr>
          <p:txBody>
            <a:bodyPr anchor="t" anchorCtr="0">
              <a:spAutoFit/>
            </a:bodyPr>
            <a:p>
              <a:pPr>
                <a:spcBef>
                  <a:spcPct val="50000"/>
                </a:spcBef>
              </a:pPr>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sp>
          <p:nvSpPr>
            <p:cNvPr id="34831" name="Line 20"/>
            <p:cNvSpPr/>
            <p:nvPr/>
          </p:nvSpPr>
          <p:spPr>
            <a:xfrm>
              <a:off x="2064" y="1056"/>
              <a:ext cx="1248" cy="0"/>
            </a:xfrm>
            <a:prstGeom prst="line">
              <a:avLst/>
            </a:prstGeom>
            <a:ln w="38100" cap="flat" cmpd="sng">
              <a:solidFill>
                <a:srgbClr val="FF0000"/>
              </a:solidFill>
              <a:prstDash val="solid"/>
              <a:round/>
              <a:headEnd type="none" w="med" len="med"/>
              <a:tailEnd type="triangle" w="med" len="med"/>
            </a:ln>
          </p:spPr>
        </p:sp>
      </p:grpSp>
      <p:graphicFrame>
        <p:nvGraphicFramePr>
          <p:cNvPr id="5" name="Object 5"/>
          <p:cNvGraphicFramePr>
            <a:graphicFrameLocks noChangeAspect="1"/>
          </p:cNvGraphicFramePr>
          <p:nvPr/>
        </p:nvGraphicFramePr>
        <p:xfrm>
          <a:off x="6848475" y="2847975"/>
          <a:ext cx="2124075" cy="1541463"/>
        </p:xfrm>
        <a:graphic>
          <a:graphicData uri="http://schemas.openxmlformats.org/presentationml/2006/ole">
            <mc:AlternateContent xmlns:mc="http://schemas.openxmlformats.org/markup-compatibility/2006">
              <mc:Choice xmlns:v="urn:schemas-microsoft-com:vml" Requires="v">
                <p:oleObj spid="_x0000_s3077" name="" r:id="rId7" imgW="1320165" imgH="951865" progId="Equation.DSMT4">
                  <p:embed/>
                </p:oleObj>
              </mc:Choice>
              <mc:Fallback>
                <p:oleObj name="" r:id="rId7" imgW="1320165" imgH="951865" progId="Equation.DSMT4">
                  <p:embed/>
                  <p:pic>
                    <p:nvPicPr>
                      <p:cNvPr id="0" name="图片 3076"/>
                      <p:cNvPicPr/>
                      <p:nvPr/>
                    </p:nvPicPr>
                    <p:blipFill>
                      <a:blip r:embed="rId8"/>
                      <a:stretch>
                        <a:fillRect/>
                      </a:stretch>
                    </p:blipFill>
                    <p:spPr>
                      <a:xfrm>
                        <a:off x="6848475" y="2847975"/>
                        <a:ext cx="2124075" cy="15414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2484438" y="4437063"/>
            <a:ext cx="9001125" cy="461962"/>
          </a:xfrm>
          <a:prstGeom prst="rect">
            <a:avLst/>
          </a:prstGeom>
          <a:noFill/>
          <a:ln w="9525">
            <a:noFill/>
          </a:ln>
        </p:spPr>
        <p:txBody>
          <a:bodyPr anchor="t" anchorCtr="0">
            <a:spAutoFit/>
          </a:bodyPr>
          <a:p>
            <a:pPr>
              <a:buSzTx/>
            </a:pPr>
            <a:r>
              <a:rPr lang="en-US" altLang="zh-CN" b="1" dirty="0">
                <a:latin typeface="Times New Roman" panose="02020603050405020304" pitchFamily="18" charset="0"/>
                <a:ea typeface="楷体" panose="02010609060101010101" pitchFamily="49" charset="-122"/>
              </a:rPr>
              <a:t>Matrix Factorization Jungle</a:t>
            </a:r>
            <a:endParaRPr lang="zh-CN" altLang="en-US" b="1" dirty="0">
              <a:latin typeface="Times New Roman" panose="02020603050405020304" pitchFamily="18" charset="0"/>
              <a:ea typeface="楷体" panose="02010609060101010101" pitchFamily="49" charset="-122"/>
            </a:endParaRPr>
          </a:p>
        </p:txBody>
      </p:sp>
      <p:pic>
        <p:nvPicPr>
          <p:cNvPr id="33796" name="Picture 2"/>
          <p:cNvPicPr>
            <a:picLocks noChangeAspect="1"/>
          </p:cNvPicPr>
          <p:nvPr/>
        </p:nvPicPr>
        <p:blipFill>
          <a:blip r:embed="rId1"/>
          <a:stretch>
            <a:fillRect/>
          </a:stretch>
        </p:blipFill>
        <p:spPr>
          <a:xfrm>
            <a:off x="2508250" y="830263"/>
            <a:ext cx="4124325" cy="3024187"/>
          </a:xfrm>
          <a:prstGeom prst="rect">
            <a:avLst/>
          </a:prstGeom>
          <a:noFill/>
          <a:ln w="9525">
            <a:noFill/>
          </a:ln>
        </p:spPr>
      </p:pic>
      <p:sp>
        <p:nvSpPr>
          <p:cNvPr id="35843" name="TextBox 4"/>
          <p:cNvSpPr txBox="1"/>
          <p:nvPr/>
        </p:nvSpPr>
        <p:spPr>
          <a:xfrm>
            <a:off x="574675" y="5229225"/>
            <a:ext cx="7990840" cy="953135"/>
          </a:xfrm>
          <a:prstGeom prst="rect">
            <a:avLst/>
          </a:prstGeom>
          <a:noFill/>
          <a:ln w="9525">
            <a:noFill/>
          </a:ln>
        </p:spPr>
        <p:txBody>
          <a:bodyPr wrap="square" anchor="t" anchorCtr="0">
            <a:spAutoFit/>
          </a:bodyPr>
          <a:p>
            <a:pPr eaLnBrk="0" hangingPunct="0"/>
            <a:r>
              <a:rPr lang="zh-CN" altLang="en-US" b="1" dirty="0">
                <a:solidFill>
                  <a:srgbClr val="7030A0"/>
                </a:solidFill>
                <a:latin typeface="黑体" panose="02010609060101010101" pitchFamily="49" charset="-122"/>
                <a:ea typeface="黑体" panose="02010609060101010101" pitchFamily="49" charset="-122"/>
              </a:rPr>
              <a:t>矩阵分解将一般矩阵化为多个简单的因子矩阵之和或之积</a:t>
            </a:r>
            <a:r>
              <a:rPr lang="en-US" altLang="zh-CN" b="1" dirty="0">
                <a:solidFill>
                  <a:srgbClr val="7030A0"/>
                </a:solidFill>
                <a:latin typeface="Times New Roman" panose="02020603050405020304" pitchFamily="18" charset="0"/>
                <a:ea typeface="黑体" panose="02010609060101010101" pitchFamily="49" charset="-122"/>
              </a:rPr>
              <a:t>(</a:t>
            </a:r>
            <a:r>
              <a:rPr lang="zh-CN" altLang="en-US" b="1" dirty="0">
                <a:solidFill>
                  <a:srgbClr val="7030A0"/>
                </a:solidFill>
                <a:latin typeface="黑体" panose="02010609060101010101" pitchFamily="49" charset="-122"/>
                <a:ea typeface="黑体" panose="02010609060101010101" pitchFamily="49" charset="-122"/>
              </a:rPr>
              <a:t>因子矩阵揭示了一般矩阵的重要信息</a:t>
            </a:r>
            <a:r>
              <a:rPr lang="en-US" altLang="zh-CN" b="1" dirty="0">
                <a:solidFill>
                  <a:srgbClr val="7030A0"/>
                </a:solidFill>
                <a:latin typeface="Times New Roman" panose="02020603050405020304" pitchFamily="18" charset="0"/>
                <a:ea typeface="黑体" panose="02010609060101010101" pitchFamily="49" charset="-122"/>
              </a:rPr>
              <a:t>)</a:t>
            </a:r>
            <a:r>
              <a:rPr lang="zh-CN" altLang="en-US" b="1" dirty="0">
                <a:solidFill>
                  <a:srgbClr val="7030A0"/>
                </a:solidFill>
                <a:latin typeface="Times New Roman" panose="02020603050405020304" pitchFamily="18" charset="0"/>
                <a:ea typeface="黑体" panose="02010609060101010101" pitchFamily="49"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anim calcmode="lin" valueType="num">
                                      <p:cBhvr>
                                        <p:cTn id="7" dur="500" fill="hold"/>
                                        <p:tgtEl>
                                          <p:spTgt spid="33796"/>
                                        </p:tgtEl>
                                        <p:attrNameLst>
                                          <p:attrName>ppt_x</p:attrName>
                                        </p:attrNameLst>
                                      </p:cBhvr>
                                      <p:tavLst>
                                        <p:tav tm="0">
                                          <p:val>
                                            <p:strVal val="0-#ppt_w/2"/>
                                          </p:val>
                                        </p:tav>
                                        <p:tav tm="100000">
                                          <p:val>
                                            <p:strVal val="#ppt_x"/>
                                          </p:val>
                                        </p:tav>
                                      </p:tavLst>
                                    </p:anim>
                                    <p:anim calcmode="lin" valueType="num">
                                      <p:cBhvr>
                                        <p:cTn id="8" dur="500" fill="hold"/>
                                        <p:tgtEl>
                                          <p:spTgt spid="337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0-#ppt_w/2"/>
                                          </p:val>
                                        </p:tav>
                                        <p:tav tm="100000">
                                          <p:val>
                                            <p:strVal val="#ppt_x"/>
                                          </p:val>
                                        </p:tav>
                                      </p:tavLst>
                                    </p:anim>
                                    <p:anim calcmode="lin" valueType="num">
                                      <p:cBhvr>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90" name="Text Box 10"/>
          <p:cNvSpPr txBox="1"/>
          <p:nvPr/>
        </p:nvSpPr>
        <p:spPr>
          <a:xfrm>
            <a:off x="1476375" y="3429000"/>
            <a:ext cx="8172450" cy="1965325"/>
          </a:xfrm>
          <a:prstGeom prst="rect">
            <a:avLst/>
          </a:prstGeom>
          <a:noFill/>
          <a:ln w="9525">
            <a:noFill/>
          </a:ln>
        </p:spPr>
        <p:txBody>
          <a:bodyPr anchor="t" anchorCtr="0">
            <a:spAutoFit/>
          </a:bodyPr>
          <a:p>
            <a:pPr>
              <a:lnSpc>
                <a:spcPts val="2500"/>
              </a:lnSpc>
              <a:spcBef>
                <a:spcPct val="50000"/>
              </a:spcBef>
            </a:pPr>
            <a:r>
              <a:rPr lang="zh-CN" altLang="en-US" sz="3200" b="1" dirty="0">
                <a:latin typeface="楷体" panose="02010609060101010101" pitchFamily="49" charset="-122"/>
                <a:ea typeface="楷体" panose="02010609060101010101" pitchFamily="49" charset="-122"/>
              </a:rPr>
              <a:t>高斯消元法本质是矩阵分解</a:t>
            </a:r>
            <a:endParaRPr lang="en-US" altLang="zh-CN" sz="3200" b="1" dirty="0">
              <a:latin typeface="楷体" panose="02010609060101010101" pitchFamily="49" charset="-122"/>
              <a:ea typeface="楷体" panose="02010609060101010101" pitchFamily="49" charset="-122"/>
            </a:endParaRPr>
          </a:p>
          <a:p>
            <a:pPr>
              <a:lnSpc>
                <a:spcPts val="2500"/>
              </a:lnSpc>
              <a:spcBef>
                <a:spcPct val="50000"/>
              </a:spcBef>
            </a:pPr>
            <a:r>
              <a:rPr lang="en-US" altLang="zh-CN" sz="3200" b="1" dirty="0">
                <a:latin typeface="楷体" panose="02010609060101010101" pitchFamily="49" charset="-122"/>
                <a:ea typeface="楷体" panose="02010609060101010101" pitchFamily="49" charset="-122"/>
              </a:rPr>
              <a:t>        </a:t>
            </a:r>
            <a:r>
              <a:rPr lang="en-US" altLang="zh-CN" sz="3200" b="1" dirty="0">
                <a:latin typeface="Times New Roman" panose="02020603050405020304" pitchFamily="18" charset="0"/>
                <a:ea typeface="宋体" panose="02010600030101010101" pitchFamily="2" charset="-122"/>
              </a:rPr>
              <a:t>   </a:t>
            </a:r>
            <a:r>
              <a:rPr lang="en-US" altLang="zh-CN" sz="4000" b="1" i="1" dirty="0">
                <a:solidFill>
                  <a:srgbClr val="FF0000"/>
                </a:solidFill>
                <a:latin typeface="Times New Roman" panose="02020603050405020304" pitchFamily="18" charset="0"/>
                <a:ea typeface="宋体" panose="02010600030101010101" pitchFamily="2" charset="-122"/>
              </a:rPr>
              <a:t>A = L U</a:t>
            </a:r>
            <a:endParaRPr lang="en-US" altLang="zh-CN" sz="4000" b="1" i="1" dirty="0">
              <a:solidFill>
                <a:srgbClr val="FF0000"/>
              </a:solidFill>
              <a:latin typeface="Times New Roman" panose="02020603050405020304" pitchFamily="18" charset="0"/>
              <a:ea typeface="宋体" panose="02010600030101010101" pitchFamily="2" charset="-122"/>
            </a:endParaRPr>
          </a:p>
          <a:p>
            <a:pPr>
              <a:spcBef>
                <a:spcPct val="50000"/>
              </a:spcBef>
            </a:pPr>
            <a:endParaRPr lang="en-US" altLang="zh-CN" sz="4000" b="1" i="1" dirty="0">
              <a:solidFill>
                <a:srgbClr val="FF0000"/>
              </a:solidFill>
              <a:latin typeface="Times New Roman" panose="02020603050405020304" pitchFamily="18" charset="0"/>
              <a:ea typeface="宋体" panose="02010600030101010101" pitchFamily="2" charset="-122"/>
            </a:endParaRPr>
          </a:p>
        </p:txBody>
      </p:sp>
      <p:graphicFrame>
        <p:nvGraphicFramePr>
          <p:cNvPr id="68608" name="Object 0"/>
          <p:cNvGraphicFramePr>
            <a:graphicFrameLocks noChangeAspect="1"/>
          </p:cNvGraphicFramePr>
          <p:nvPr/>
        </p:nvGraphicFramePr>
        <p:xfrm>
          <a:off x="611188" y="620713"/>
          <a:ext cx="3763962" cy="2127250"/>
        </p:xfrm>
        <a:graphic>
          <a:graphicData uri="http://schemas.openxmlformats.org/presentationml/2006/ole">
            <mc:AlternateContent xmlns:mc="http://schemas.openxmlformats.org/markup-compatibility/2006">
              <mc:Choice xmlns:v="urn:schemas-microsoft-com:vml" Requires="v">
                <p:oleObj spid="_x0000_s3080" name="" r:id="rId1" imgW="1664335" imgH="940435" progId="Equation.DSMT4">
                  <p:embed/>
                </p:oleObj>
              </mc:Choice>
              <mc:Fallback>
                <p:oleObj name="" r:id="rId1" imgW="1664335" imgH="940435" progId="Equation.DSMT4">
                  <p:embed/>
                  <p:pic>
                    <p:nvPicPr>
                      <p:cNvPr id="0" name="图片 3079"/>
                      <p:cNvPicPr/>
                      <p:nvPr/>
                    </p:nvPicPr>
                    <p:blipFill>
                      <a:blip r:embed="rId2"/>
                      <a:stretch>
                        <a:fillRect/>
                      </a:stretch>
                    </p:blipFill>
                    <p:spPr>
                      <a:xfrm>
                        <a:off x="611188" y="620713"/>
                        <a:ext cx="3763962" cy="2127250"/>
                      </a:xfrm>
                      <a:prstGeom prst="rect">
                        <a:avLst/>
                      </a:prstGeom>
                      <a:noFill/>
                      <a:ln w="38100">
                        <a:noFill/>
                        <a:miter/>
                      </a:ln>
                    </p:spPr>
                  </p:pic>
                </p:oleObj>
              </mc:Fallback>
            </mc:AlternateContent>
          </a:graphicData>
        </a:graphic>
      </p:graphicFrame>
      <p:graphicFrame>
        <p:nvGraphicFramePr>
          <p:cNvPr id="68609" name="Object 1"/>
          <p:cNvGraphicFramePr>
            <a:graphicFrameLocks noChangeAspect="1"/>
          </p:cNvGraphicFramePr>
          <p:nvPr/>
        </p:nvGraphicFramePr>
        <p:xfrm>
          <a:off x="4716463" y="696913"/>
          <a:ext cx="3830637" cy="2084387"/>
        </p:xfrm>
        <a:graphic>
          <a:graphicData uri="http://schemas.openxmlformats.org/presentationml/2006/ole">
            <mc:AlternateContent xmlns:mc="http://schemas.openxmlformats.org/markup-compatibility/2006">
              <mc:Choice xmlns:v="urn:schemas-microsoft-com:vml" Requires="v">
                <p:oleObj spid="_x0000_s3078" name="" r:id="rId3" imgW="1727835" imgH="940435" progId="Equation.3">
                  <p:embed/>
                </p:oleObj>
              </mc:Choice>
              <mc:Fallback>
                <p:oleObj name="" r:id="rId3" imgW="1727835" imgH="940435" progId="Equation.3">
                  <p:embed/>
                  <p:pic>
                    <p:nvPicPr>
                      <p:cNvPr id="0" name="图片 3077"/>
                      <p:cNvPicPr/>
                      <p:nvPr/>
                    </p:nvPicPr>
                    <p:blipFill>
                      <a:blip r:embed="rId4"/>
                      <a:stretch>
                        <a:fillRect/>
                      </a:stretch>
                    </p:blipFill>
                    <p:spPr>
                      <a:xfrm>
                        <a:off x="4716463" y="696913"/>
                        <a:ext cx="3830637" cy="2084387"/>
                      </a:xfrm>
                      <a:prstGeom prst="rect">
                        <a:avLst/>
                      </a:prstGeom>
                      <a:noFill/>
                      <a:ln w="38100">
                        <a:noFill/>
                        <a:miter/>
                      </a:ln>
                    </p:spPr>
                  </p:pic>
                </p:oleObj>
              </mc:Fallback>
            </mc:AlternateContent>
          </a:graphicData>
        </a:graphic>
      </p:graphicFrame>
      <p:grpSp>
        <p:nvGrpSpPr>
          <p:cNvPr id="2" name="Group 17"/>
          <p:cNvGrpSpPr/>
          <p:nvPr/>
        </p:nvGrpSpPr>
        <p:grpSpPr>
          <a:xfrm>
            <a:off x="2370138" y="4941888"/>
            <a:ext cx="1928812" cy="1071562"/>
            <a:chOff x="2928" y="1920"/>
            <a:chExt cx="1215" cy="675"/>
          </a:xfrm>
        </p:grpSpPr>
        <p:sp>
          <p:nvSpPr>
            <p:cNvPr id="36869" name="Rectangle 15"/>
            <p:cNvSpPr/>
            <p:nvPr/>
          </p:nvSpPr>
          <p:spPr>
            <a:xfrm>
              <a:off x="2928" y="1920"/>
              <a:ext cx="1200" cy="67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6870" name="AutoShape 16"/>
            <p:cNvSpPr/>
            <p:nvPr/>
          </p:nvSpPr>
          <p:spPr>
            <a:xfrm>
              <a:off x="2928" y="1920"/>
              <a:ext cx="1215" cy="675"/>
            </a:xfrm>
            <a:prstGeom prst="rtTriangle">
              <a:avLst/>
            </a:prstGeom>
            <a:solidFill>
              <a:srgbClr val="92D05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grpSp>
      <p:grpSp>
        <p:nvGrpSpPr>
          <p:cNvPr id="3" name="Group 17"/>
          <p:cNvGrpSpPr/>
          <p:nvPr/>
        </p:nvGrpSpPr>
        <p:grpSpPr>
          <a:xfrm>
            <a:off x="4298950" y="4941888"/>
            <a:ext cx="1928813" cy="1071562"/>
            <a:chOff x="2928" y="1920"/>
            <a:chExt cx="1215" cy="675"/>
          </a:xfrm>
        </p:grpSpPr>
        <p:sp>
          <p:nvSpPr>
            <p:cNvPr id="36872" name="Rectangle 15"/>
            <p:cNvSpPr/>
            <p:nvPr/>
          </p:nvSpPr>
          <p:spPr>
            <a:xfrm>
              <a:off x="2928" y="1920"/>
              <a:ext cx="1200" cy="67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6873" name="AutoShape 16"/>
            <p:cNvSpPr/>
            <p:nvPr/>
          </p:nvSpPr>
          <p:spPr>
            <a:xfrm rot="10800000">
              <a:off x="2928" y="1920"/>
              <a:ext cx="1215" cy="675"/>
            </a:xfrm>
            <a:prstGeom prst="rtTriangle">
              <a:avLst/>
            </a:prstGeom>
            <a:solidFill>
              <a:srgbClr val="7030A0"/>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8608"/>
                                        </p:tgtEl>
                                        <p:attrNameLst>
                                          <p:attrName>style.visibility</p:attrName>
                                        </p:attrNameLst>
                                      </p:cBhvr>
                                      <p:to>
                                        <p:strVal val="visible"/>
                                      </p:to>
                                    </p:set>
                                    <p:animEffect transition="in" filter="wipe(up)">
                                      <p:cBhvr>
                                        <p:cTn id="7" dur="500"/>
                                        <p:tgtEl>
                                          <p:spTgt spid="686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8609"/>
                                        </p:tgtEl>
                                        <p:attrNameLst>
                                          <p:attrName>style.visibility</p:attrName>
                                        </p:attrNameLst>
                                      </p:cBhvr>
                                      <p:to>
                                        <p:strVal val="visible"/>
                                      </p:to>
                                    </p:set>
                                    <p:animEffect transition="in" filter="wipe(up)">
                                      <p:cBhvr>
                                        <p:cTn id="12" dur="500"/>
                                        <p:tgtEl>
                                          <p:spTgt spid="68609"/>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46090"/>
                                        </p:tgtEl>
                                        <p:attrNameLst>
                                          <p:attrName>style.visibility</p:attrName>
                                        </p:attrNameLst>
                                      </p:cBhvr>
                                      <p:to>
                                        <p:strVal val="visible"/>
                                      </p:to>
                                    </p:set>
                                    <p:anim calcmode="lin" valueType="num">
                                      <p:cBhvr>
                                        <p:cTn id="17" dur="500" fill="hold"/>
                                        <p:tgtEl>
                                          <p:spTgt spid="46090"/>
                                        </p:tgtEl>
                                        <p:attrNameLst>
                                          <p:attrName>ppt_w</p:attrName>
                                        </p:attrNameLst>
                                      </p:cBhvr>
                                      <p:tavLst>
                                        <p:tav tm="0">
                                          <p:val>
                                            <p:fltVal val="0.000000"/>
                                          </p:val>
                                        </p:tav>
                                        <p:tav tm="100000">
                                          <p:val>
                                            <p:strVal val="#ppt_w"/>
                                          </p:val>
                                        </p:tav>
                                      </p:tavLst>
                                    </p:anim>
                                    <p:anim calcmode="lin" valueType="num">
                                      <p:cBhvr>
                                        <p:cTn id="18" dur="500" fill="hold"/>
                                        <p:tgtEl>
                                          <p:spTgt spid="46090"/>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3735" name="Object 7"/>
          <p:cNvGraphicFramePr>
            <a:graphicFrameLocks noChangeAspect="1"/>
          </p:cNvGraphicFramePr>
          <p:nvPr/>
        </p:nvGraphicFramePr>
        <p:xfrm>
          <a:off x="1938338" y="981075"/>
          <a:ext cx="3336925" cy="1363663"/>
        </p:xfrm>
        <a:graphic>
          <a:graphicData uri="http://schemas.openxmlformats.org/presentationml/2006/ole">
            <mc:AlternateContent xmlns:mc="http://schemas.openxmlformats.org/markup-compatibility/2006">
              <mc:Choice xmlns:v="urn:schemas-microsoft-com:vml" Requires="v">
                <p:oleObj spid="_x0000_s3081" name="" r:id="rId1" imgW="1676400" imgH="685800" progId="Equation.DSMT4">
                  <p:embed/>
                </p:oleObj>
              </mc:Choice>
              <mc:Fallback>
                <p:oleObj name="" r:id="rId1" imgW="1676400" imgH="685800" progId="Equation.DSMT4">
                  <p:embed/>
                  <p:pic>
                    <p:nvPicPr>
                      <p:cNvPr id="0" name="图片 3080"/>
                      <p:cNvPicPr/>
                      <p:nvPr/>
                    </p:nvPicPr>
                    <p:blipFill>
                      <a:blip r:embed="rId2"/>
                      <a:stretch>
                        <a:fillRect/>
                      </a:stretch>
                    </p:blipFill>
                    <p:spPr>
                      <a:xfrm>
                        <a:off x="1938338" y="981075"/>
                        <a:ext cx="3336925" cy="1363663"/>
                      </a:xfrm>
                      <a:prstGeom prst="rect">
                        <a:avLst/>
                      </a:prstGeom>
                      <a:noFill/>
                      <a:ln w="38100">
                        <a:noFill/>
                        <a:miter/>
                      </a:ln>
                    </p:spPr>
                  </p:pic>
                </p:oleObj>
              </mc:Fallback>
            </mc:AlternateContent>
          </a:graphicData>
        </a:graphic>
      </p:graphicFrame>
      <p:graphicFrame>
        <p:nvGraphicFramePr>
          <p:cNvPr id="2" name="Object 7"/>
          <p:cNvGraphicFramePr>
            <a:graphicFrameLocks noChangeAspect="1"/>
          </p:cNvGraphicFramePr>
          <p:nvPr/>
        </p:nvGraphicFramePr>
        <p:xfrm>
          <a:off x="1838325" y="2746375"/>
          <a:ext cx="3513138" cy="1363663"/>
        </p:xfrm>
        <a:graphic>
          <a:graphicData uri="http://schemas.openxmlformats.org/presentationml/2006/ole">
            <mc:AlternateContent xmlns:mc="http://schemas.openxmlformats.org/markup-compatibility/2006">
              <mc:Choice xmlns:v="urn:schemas-microsoft-com:vml" Requires="v">
                <p:oleObj spid="_x0000_s3079" name="" r:id="rId3" imgW="1765300" imgH="685800" progId="Equation.DSMT4">
                  <p:embed/>
                </p:oleObj>
              </mc:Choice>
              <mc:Fallback>
                <p:oleObj name="" r:id="rId3" imgW="1765300" imgH="685800" progId="Equation.DSMT4">
                  <p:embed/>
                  <p:pic>
                    <p:nvPicPr>
                      <p:cNvPr id="0" name="图片 3078"/>
                      <p:cNvPicPr/>
                      <p:nvPr/>
                    </p:nvPicPr>
                    <p:blipFill>
                      <a:blip r:embed="rId4"/>
                      <a:stretch>
                        <a:fillRect/>
                      </a:stretch>
                    </p:blipFill>
                    <p:spPr>
                      <a:xfrm>
                        <a:off x="1838325" y="2746375"/>
                        <a:ext cx="3513138" cy="1363663"/>
                      </a:xfrm>
                      <a:prstGeom prst="rect">
                        <a:avLst/>
                      </a:prstGeom>
                      <a:noFill/>
                      <a:ln w="38100">
                        <a:noFill/>
                        <a:miter/>
                      </a:ln>
                    </p:spPr>
                  </p:pic>
                </p:oleObj>
              </mc:Fallback>
            </mc:AlternateContent>
          </a:graphicData>
        </a:graphic>
      </p:graphicFrame>
      <p:graphicFrame>
        <p:nvGraphicFramePr>
          <p:cNvPr id="4" name="Object 7"/>
          <p:cNvGraphicFramePr>
            <a:graphicFrameLocks noChangeAspect="1"/>
          </p:cNvGraphicFramePr>
          <p:nvPr/>
        </p:nvGraphicFramePr>
        <p:xfrm>
          <a:off x="1914525" y="4514850"/>
          <a:ext cx="3360738" cy="1363663"/>
        </p:xfrm>
        <a:graphic>
          <a:graphicData uri="http://schemas.openxmlformats.org/presentationml/2006/ole">
            <mc:AlternateContent xmlns:mc="http://schemas.openxmlformats.org/markup-compatibility/2006">
              <mc:Choice xmlns:v="urn:schemas-microsoft-com:vml" Requires="v">
                <p:oleObj spid="_x0000_s3082" name="" r:id="rId5" imgW="1688465" imgH="685800" progId="Equation.DSMT4">
                  <p:embed/>
                </p:oleObj>
              </mc:Choice>
              <mc:Fallback>
                <p:oleObj name="" r:id="rId5" imgW="1688465" imgH="685800" progId="Equation.DSMT4">
                  <p:embed/>
                  <p:pic>
                    <p:nvPicPr>
                      <p:cNvPr id="0" name="图片 3081"/>
                      <p:cNvPicPr/>
                      <p:nvPr/>
                    </p:nvPicPr>
                    <p:blipFill>
                      <a:blip r:embed="rId6"/>
                      <a:stretch>
                        <a:fillRect/>
                      </a:stretch>
                    </p:blipFill>
                    <p:spPr>
                      <a:xfrm>
                        <a:off x="1914525" y="4514850"/>
                        <a:ext cx="3360738" cy="1363663"/>
                      </a:xfrm>
                      <a:prstGeom prst="rect">
                        <a:avLst/>
                      </a:prstGeom>
                      <a:noFill/>
                      <a:ln w="38100">
                        <a:noFill/>
                        <a:miter/>
                      </a:ln>
                    </p:spPr>
                  </p:pic>
                </p:oleObj>
              </mc:Fallback>
            </mc:AlternateContent>
          </a:graphicData>
        </a:graphic>
      </p:graphicFrame>
      <p:sp>
        <p:nvSpPr>
          <p:cNvPr id="40964" name="文本框 5"/>
          <p:cNvSpPr txBox="1"/>
          <p:nvPr/>
        </p:nvSpPr>
        <p:spPr>
          <a:xfrm>
            <a:off x="576263" y="119063"/>
            <a:ext cx="5527675" cy="460375"/>
          </a:xfrm>
          <a:prstGeom prst="rect">
            <a:avLst/>
          </a:prstGeom>
          <a:noFill/>
          <a:ln w="9525">
            <a:noFill/>
          </a:ln>
        </p:spPr>
        <p:txBody>
          <a:bodyPr wrap="square" anchor="t" anchorCtr="0">
            <a:spAutoFit/>
          </a:bodyPr>
          <a:p>
            <a:r>
              <a:rPr lang="zh-CN" altLang="en-US">
                <a:latin typeface="Times New Roman" panose="02020603050405020304" pitchFamily="18" charset="0"/>
                <a:ea typeface="宋体" panose="02010600030101010101" pitchFamily="2" charset="-122"/>
              </a:rPr>
              <a:t>Linear Systems with Multiple Right-Hand</a:t>
            </a:r>
            <a:endParaRPr lang="zh-CN" altLang="en-US">
              <a:latin typeface="Times New Roman" panose="02020603050405020304" pitchFamily="18" charset="0"/>
              <a:ea typeface="宋体" panose="02010600030101010101" pitchFamily="2" charset="-122"/>
            </a:endParaRPr>
          </a:p>
        </p:txBody>
      </p:sp>
      <p:sp>
        <p:nvSpPr>
          <p:cNvPr id="40965" name="文本框 2"/>
          <p:cNvSpPr txBox="1"/>
          <p:nvPr/>
        </p:nvSpPr>
        <p:spPr>
          <a:xfrm>
            <a:off x="798513" y="6126163"/>
            <a:ext cx="7797800" cy="460375"/>
          </a:xfrm>
          <a:prstGeom prst="rect">
            <a:avLst/>
          </a:prstGeom>
          <a:noFill/>
          <a:ln w="9525">
            <a:noFill/>
          </a:ln>
        </p:spPr>
        <p:txBody>
          <a:bodyPr wrap="square" anchor="t" anchorCtr="0">
            <a:spAutoFit/>
          </a:bodyPr>
          <a:p>
            <a:r>
              <a:rPr lang="zh-CN" altLang="en-US">
                <a:latin typeface="Times New Roman" panose="02020603050405020304" pitchFamily="18" charset="0"/>
                <a:ea typeface="宋体" panose="02010600030101010101" pitchFamily="2" charset="-122"/>
              </a:rPr>
              <a:t>https://web.stanford.edu/~boyd/papers/admm/lasso/lasso.html</a:t>
            </a:r>
            <a:endParaRPr lang="zh-CN" altLang="en-US">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735"/>
                                        </p:tgtEl>
                                        <p:attrNameLst>
                                          <p:attrName>style.visibility</p:attrName>
                                        </p:attrNameLst>
                                      </p:cBhvr>
                                      <p:to>
                                        <p:strVal val="visible"/>
                                      </p:to>
                                    </p:set>
                                    <p:animEffect transition="in" filter="wipe(left)">
                                      <p:cBhvr>
                                        <p:cTn id="7" dur="500"/>
                                        <p:tgtEl>
                                          <p:spTgt spid="737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1985" name="Object 1024"/>
          <p:cNvGraphicFramePr>
            <a:graphicFrameLocks noChangeAspect="1"/>
          </p:cNvGraphicFramePr>
          <p:nvPr/>
        </p:nvGraphicFramePr>
        <p:xfrm>
          <a:off x="0" y="285750"/>
          <a:ext cx="1792288" cy="1309688"/>
        </p:xfrm>
        <a:graphic>
          <a:graphicData uri="http://schemas.openxmlformats.org/presentationml/2006/ole">
            <mc:AlternateContent xmlns:mc="http://schemas.openxmlformats.org/markup-compatibility/2006">
              <mc:Choice xmlns:v="urn:schemas-microsoft-com:vml" Requires="v">
                <p:oleObj spid="_x0000_s3080" name="" r:id="rId1" imgW="1270000" imgH="927100" progId="Equation.DSMT4">
                  <p:embed/>
                </p:oleObj>
              </mc:Choice>
              <mc:Fallback>
                <p:oleObj name="" r:id="rId1" imgW="1270000" imgH="927100" progId="Equation.DSMT4">
                  <p:embed/>
                  <p:pic>
                    <p:nvPicPr>
                      <p:cNvPr id="0" name="图片 3079"/>
                      <p:cNvPicPr/>
                      <p:nvPr/>
                    </p:nvPicPr>
                    <p:blipFill>
                      <a:blip r:embed="rId2"/>
                      <a:stretch>
                        <a:fillRect/>
                      </a:stretch>
                    </p:blipFill>
                    <p:spPr>
                      <a:xfrm>
                        <a:off x="0" y="285750"/>
                        <a:ext cx="1792288" cy="1309688"/>
                      </a:xfrm>
                      <a:prstGeom prst="rect">
                        <a:avLst/>
                      </a:prstGeom>
                      <a:noFill/>
                      <a:ln w="38100">
                        <a:noFill/>
                        <a:miter/>
                      </a:ln>
                    </p:spPr>
                  </p:pic>
                </p:oleObj>
              </mc:Fallback>
            </mc:AlternateContent>
          </a:graphicData>
        </a:graphic>
      </p:graphicFrame>
      <p:graphicFrame>
        <p:nvGraphicFramePr>
          <p:cNvPr id="41986" name="Object 3"/>
          <p:cNvGraphicFramePr>
            <a:graphicFrameLocks noChangeAspect="1"/>
          </p:cNvGraphicFramePr>
          <p:nvPr/>
        </p:nvGraphicFramePr>
        <p:xfrm>
          <a:off x="4470400" y="3911600"/>
          <a:ext cx="209550" cy="325438"/>
        </p:xfrm>
        <a:graphic>
          <a:graphicData uri="http://schemas.openxmlformats.org/presentationml/2006/ole">
            <mc:AlternateContent xmlns:mc="http://schemas.openxmlformats.org/markup-compatibility/2006">
              <mc:Choice xmlns:v="urn:schemas-microsoft-com:vml" Requires="v">
                <p:oleObj spid="_x0000_s3083" name="" r:id="rId3" imgW="114300" imgH="177800" progId="Equation.DSMT4">
                  <p:embed/>
                </p:oleObj>
              </mc:Choice>
              <mc:Fallback>
                <p:oleObj name="" r:id="rId3" imgW="114300" imgH="177800" progId="Equation.DSMT4">
                  <p:embed/>
                  <p:pic>
                    <p:nvPicPr>
                      <p:cNvPr id="0" name="图片 3082"/>
                      <p:cNvPicPr/>
                      <p:nvPr/>
                    </p:nvPicPr>
                    <p:blipFill>
                      <a:blip r:embed="rId4"/>
                      <a:stretch>
                        <a:fillRect/>
                      </a:stretch>
                    </p:blipFill>
                    <p:spPr>
                      <a:xfrm>
                        <a:off x="4470400" y="3911600"/>
                        <a:ext cx="209550" cy="325438"/>
                      </a:xfrm>
                      <a:prstGeom prst="rect">
                        <a:avLst/>
                      </a:prstGeom>
                      <a:noFill/>
                      <a:ln w="38100">
                        <a:noFill/>
                        <a:miter/>
                      </a:ln>
                    </p:spPr>
                  </p:pic>
                </p:oleObj>
              </mc:Fallback>
            </mc:AlternateContent>
          </a:graphicData>
        </a:graphic>
      </p:graphicFrame>
      <p:graphicFrame>
        <p:nvGraphicFramePr>
          <p:cNvPr id="8196" name="Object 5"/>
          <p:cNvGraphicFramePr>
            <a:graphicFrameLocks noChangeAspect="1"/>
          </p:cNvGraphicFramePr>
          <p:nvPr/>
        </p:nvGraphicFramePr>
        <p:xfrm>
          <a:off x="250825" y="2000250"/>
          <a:ext cx="8567738" cy="1417638"/>
        </p:xfrm>
        <a:graphic>
          <a:graphicData uri="http://schemas.openxmlformats.org/presentationml/2006/ole">
            <mc:AlternateContent xmlns:mc="http://schemas.openxmlformats.org/markup-compatibility/2006">
              <mc:Choice xmlns:v="urn:schemas-microsoft-com:vml" Requires="v">
                <p:oleObj spid="_x0000_s3076" name="" r:id="rId5" imgW="5676900" imgH="939800" progId="Equation.DSMT4">
                  <p:embed/>
                </p:oleObj>
              </mc:Choice>
              <mc:Fallback>
                <p:oleObj name="" r:id="rId5" imgW="5676900" imgH="939800" progId="Equation.DSMT4">
                  <p:embed/>
                  <p:pic>
                    <p:nvPicPr>
                      <p:cNvPr id="0" name="图片 3075"/>
                      <p:cNvPicPr/>
                      <p:nvPr/>
                    </p:nvPicPr>
                    <p:blipFill>
                      <a:blip r:embed="rId6"/>
                      <a:stretch>
                        <a:fillRect/>
                      </a:stretch>
                    </p:blipFill>
                    <p:spPr>
                      <a:xfrm>
                        <a:off x="250825" y="2000250"/>
                        <a:ext cx="8567738" cy="1417638"/>
                      </a:xfrm>
                      <a:prstGeom prst="rect">
                        <a:avLst/>
                      </a:prstGeom>
                      <a:noFill/>
                      <a:ln w="38100">
                        <a:noFill/>
                        <a:miter/>
                      </a:ln>
                    </p:spPr>
                  </p:pic>
                </p:oleObj>
              </mc:Fallback>
            </mc:AlternateContent>
          </a:graphicData>
        </a:graphic>
      </p:graphicFrame>
      <p:sp>
        <p:nvSpPr>
          <p:cNvPr id="6" name="Text Box 6"/>
          <p:cNvSpPr txBox="1"/>
          <p:nvPr/>
        </p:nvSpPr>
        <p:spPr>
          <a:xfrm>
            <a:off x="642938" y="3643313"/>
            <a:ext cx="7929562" cy="523875"/>
          </a:xfrm>
          <a:prstGeom prst="rect">
            <a:avLst/>
          </a:prstGeom>
          <a:noFill/>
          <a:ln w="9525">
            <a:noFill/>
          </a:ln>
        </p:spPr>
        <p:txBody>
          <a:bodyPr anchor="t" anchorCtr="0">
            <a:spAutoFit/>
          </a:bodyPr>
          <a:p>
            <a:pPr>
              <a:spcBef>
                <a:spcPct val="50000"/>
              </a:spcBef>
            </a:pPr>
            <a:r>
              <a:rPr lang="en-US" altLang="zh-CN" sz="2800" b="1" i="1" dirty="0">
                <a:solidFill>
                  <a:srgbClr val="FF0000"/>
                </a:solidFill>
                <a:latin typeface="Times New Roman" panose="02020603050405020304" pitchFamily="18" charset="0"/>
                <a:ea typeface="宋体" panose="02010600030101010101" pitchFamily="2" charset="-122"/>
              </a:rPr>
              <a:t>u</a:t>
            </a:r>
            <a:r>
              <a:rPr lang="en-US" altLang="zh-CN" sz="2800" b="1" baseline="-25000" dirty="0">
                <a:solidFill>
                  <a:srgbClr val="FF0000"/>
                </a:solidFill>
                <a:latin typeface="Times New Roman" panose="02020603050405020304" pitchFamily="18" charset="0"/>
                <a:ea typeface="宋体" panose="02010600030101010101" pitchFamily="2" charset="-122"/>
              </a:rPr>
              <a:t>11</a:t>
            </a:r>
            <a:r>
              <a:rPr lang="en-US" altLang="zh-CN" sz="2800" b="1" dirty="0">
                <a:latin typeface="Times New Roman" panose="02020603050405020304" pitchFamily="18" charset="0"/>
                <a:ea typeface="宋体" panose="02010600030101010101" pitchFamily="2" charset="-122"/>
              </a:rPr>
              <a:t>=2,  </a:t>
            </a:r>
            <a:r>
              <a:rPr lang="en-US" altLang="zh-CN" sz="2800" b="1" i="1" dirty="0">
                <a:solidFill>
                  <a:srgbClr val="FF0000"/>
                </a:solidFill>
                <a:latin typeface="Times New Roman" panose="02020603050405020304" pitchFamily="18" charset="0"/>
                <a:ea typeface="宋体" panose="02010600030101010101" pitchFamily="2" charset="-122"/>
              </a:rPr>
              <a:t>u</a:t>
            </a:r>
            <a:r>
              <a:rPr lang="en-US" altLang="zh-CN" sz="2800" b="1" baseline="-25000" dirty="0">
                <a:solidFill>
                  <a:srgbClr val="FF0000"/>
                </a:solidFill>
                <a:latin typeface="Times New Roman" panose="02020603050405020304" pitchFamily="18" charset="0"/>
                <a:ea typeface="宋体" panose="02010600030101010101" pitchFamily="2" charset="-122"/>
              </a:rPr>
              <a:t>12</a:t>
            </a:r>
            <a:r>
              <a:rPr lang="en-US" altLang="zh-CN" sz="2800" b="1" dirty="0">
                <a:latin typeface="Times New Roman" panose="02020603050405020304" pitchFamily="18" charset="0"/>
                <a:ea typeface="宋体" panose="02010600030101010101" pitchFamily="2" charset="-122"/>
              </a:rPr>
              <a:t> =4, </a:t>
            </a:r>
            <a:r>
              <a:rPr lang="en-US" altLang="zh-CN" sz="2800" b="1" i="1" dirty="0">
                <a:solidFill>
                  <a:srgbClr val="FF0000"/>
                </a:solidFill>
                <a:latin typeface="Times New Roman" panose="02020603050405020304" pitchFamily="18" charset="0"/>
                <a:ea typeface="宋体" panose="02010600030101010101" pitchFamily="2" charset="-122"/>
              </a:rPr>
              <a:t>u</a:t>
            </a:r>
            <a:r>
              <a:rPr lang="en-US" altLang="zh-CN" sz="2800" b="1" baseline="-25000" dirty="0">
                <a:solidFill>
                  <a:srgbClr val="FF0000"/>
                </a:solidFill>
                <a:latin typeface="Times New Roman" panose="02020603050405020304" pitchFamily="18" charset="0"/>
                <a:ea typeface="宋体" panose="02010600030101010101" pitchFamily="2" charset="-122"/>
              </a:rPr>
              <a:t>13</a:t>
            </a:r>
            <a:r>
              <a:rPr lang="en-US" altLang="zh-CN" sz="2800" b="1" dirty="0">
                <a:latin typeface="Times New Roman" panose="02020603050405020304" pitchFamily="18" charset="0"/>
                <a:ea typeface="宋体" panose="02010600030101010101" pitchFamily="2" charset="-122"/>
              </a:rPr>
              <a:t> =4, </a:t>
            </a:r>
            <a:r>
              <a:rPr lang="en-US" altLang="zh-CN" sz="2800" b="1" i="1" dirty="0">
                <a:solidFill>
                  <a:srgbClr val="FF0000"/>
                </a:solidFill>
                <a:latin typeface="Times New Roman" panose="02020603050405020304" pitchFamily="18" charset="0"/>
                <a:ea typeface="宋体" panose="02010600030101010101" pitchFamily="2" charset="-122"/>
              </a:rPr>
              <a:t>u</a:t>
            </a:r>
            <a:r>
              <a:rPr lang="en-US" altLang="zh-CN" sz="2800" b="1" baseline="-25000" dirty="0">
                <a:solidFill>
                  <a:srgbClr val="FF0000"/>
                </a:solidFill>
                <a:latin typeface="Times New Roman" panose="02020603050405020304" pitchFamily="18" charset="0"/>
                <a:ea typeface="宋体" panose="02010600030101010101" pitchFamily="2" charset="-122"/>
              </a:rPr>
              <a:t>14</a:t>
            </a:r>
            <a:r>
              <a:rPr lang="en-US" altLang="zh-CN" sz="2800" b="1" dirty="0">
                <a:latin typeface="Times New Roman" panose="02020603050405020304" pitchFamily="18" charset="0"/>
                <a:ea typeface="宋体" panose="02010600030101010101" pitchFamily="2" charset="-122"/>
              </a:rPr>
              <a:t> =2</a:t>
            </a:r>
            <a:endParaRPr lang="en-US" altLang="zh-CN" sz="2800" b="1" i="1" baseline="-25000" dirty="0">
              <a:solidFill>
                <a:srgbClr val="FF0000"/>
              </a:solidFill>
              <a:latin typeface="Times New Roman" panose="02020603050405020304" pitchFamily="18" charset="0"/>
              <a:ea typeface="宋体" panose="02010600030101010101" pitchFamily="2" charset="-122"/>
            </a:endParaRPr>
          </a:p>
        </p:txBody>
      </p:sp>
      <p:sp>
        <p:nvSpPr>
          <p:cNvPr id="7" name="Text Box 7"/>
          <p:cNvSpPr txBox="1"/>
          <p:nvPr/>
        </p:nvSpPr>
        <p:spPr>
          <a:xfrm>
            <a:off x="642938" y="4643438"/>
            <a:ext cx="7429500" cy="523875"/>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宋体" panose="02010600030101010101" pitchFamily="2" charset="-122"/>
              </a:rPr>
              <a:t>3</a:t>
            </a:r>
            <a:r>
              <a:rPr lang="en-US" altLang="zh-CN" sz="2800" b="1" i="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 </a:t>
            </a:r>
            <a:r>
              <a:rPr lang="en-US" altLang="zh-CN" sz="2800" b="1" i="1" dirty="0">
                <a:solidFill>
                  <a:srgbClr val="FF0000"/>
                </a:solidFill>
                <a:latin typeface="Times New Roman" panose="02020603050405020304" pitchFamily="18" charset="0"/>
                <a:ea typeface="宋体" panose="02010600030101010101" pitchFamily="2" charset="-122"/>
              </a:rPr>
              <a:t>l</a:t>
            </a:r>
            <a:r>
              <a:rPr lang="en-US" altLang="zh-CN" sz="2800" b="1" baseline="-25000" dirty="0">
                <a:solidFill>
                  <a:srgbClr val="FF0000"/>
                </a:solidFill>
                <a:latin typeface="Times New Roman" panose="02020603050405020304" pitchFamily="18" charset="0"/>
                <a:ea typeface="宋体" panose="02010600030101010101" pitchFamily="2" charset="-122"/>
              </a:rPr>
              <a:t>21</a:t>
            </a:r>
            <a:r>
              <a:rPr lang="en-US" altLang="zh-CN" sz="2800" b="1" i="1" dirty="0">
                <a:latin typeface="Times New Roman" panose="02020603050405020304" pitchFamily="18" charset="0"/>
                <a:ea typeface="宋体" panose="02010600030101010101" pitchFamily="2" charset="-122"/>
              </a:rPr>
              <a:t>u</a:t>
            </a:r>
            <a:r>
              <a:rPr lang="en-US" altLang="zh-CN" sz="2800" b="1" baseline="-25000" dirty="0">
                <a:latin typeface="Times New Roman" panose="02020603050405020304" pitchFamily="18" charset="0"/>
                <a:ea typeface="宋体" panose="02010600030101010101" pitchFamily="2" charset="-122"/>
              </a:rPr>
              <a:t>11</a:t>
            </a:r>
            <a:r>
              <a:rPr lang="en-US" altLang="zh-CN" sz="2800" b="1" dirty="0">
                <a:latin typeface="Times New Roman" panose="02020603050405020304" pitchFamily="18" charset="0"/>
                <a:ea typeface="宋体" panose="02010600030101010101" pitchFamily="2" charset="-122"/>
              </a:rPr>
              <a:t>, 2 =</a:t>
            </a:r>
            <a:r>
              <a:rPr lang="en-US" altLang="zh-CN" sz="2800" b="1" baseline="-25000" dirty="0">
                <a:latin typeface="Times New Roman" panose="02020603050405020304" pitchFamily="18" charset="0"/>
                <a:ea typeface="宋体" panose="02010600030101010101" pitchFamily="2" charset="-122"/>
              </a:rPr>
              <a:t> </a:t>
            </a:r>
            <a:r>
              <a:rPr lang="en-US" altLang="zh-CN" sz="2800" b="1" i="1" dirty="0">
                <a:solidFill>
                  <a:srgbClr val="FF0000"/>
                </a:solidFill>
                <a:latin typeface="Times New Roman" panose="02020603050405020304" pitchFamily="18" charset="0"/>
                <a:ea typeface="宋体" panose="02010600030101010101" pitchFamily="2" charset="-122"/>
              </a:rPr>
              <a:t>l</a:t>
            </a:r>
            <a:r>
              <a:rPr lang="en-US" altLang="zh-CN" sz="2800" b="1" baseline="-25000" dirty="0">
                <a:solidFill>
                  <a:srgbClr val="FF0000"/>
                </a:solidFill>
                <a:latin typeface="Times New Roman" panose="02020603050405020304" pitchFamily="18" charset="0"/>
                <a:ea typeface="宋体" panose="02010600030101010101" pitchFamily="2" charset="-122"/>
              </a:rPr>
              <a:t>31</a:t>
            </a:r>
            <a:r>
              <a:rPr lang="en-US" altLang="zh-CN" sz="2800" b="1" i="1" dirty="0">
                <a:latin typeface="Times New Roman" panose="02020603050405020304" pitchFamily="18" charset="0"/>
                <a:ea typeface="宋体" panose="02010600030101010101" pitchFamily="2" charset="-122"/>
              </a:rPr>
              <a:t>u</a:t>
            </a:r>
            <a:r>
              <a:rPr lang="en-US" altLang="zh-CN" sz="2800" b="1" baseline="-25000" dirty="0">
                <a:latin typeface="Times New Roman" panose="02020603050405020304" pitchFamily="18" charset="0"/>
                <a:ea typeface="宋体" panose="02010600030101010101" pitchFamily="2" charset="-122"/>
              </a:rPr>
              <a:t>11</a:t>
            </a:r>
            <a:r>
              <a:rPr lang="en-US" altLang="zh-CN"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4 =</a:t>
            </a:r>
            <a:r>
              <a:rPr lang="en-US" altLang="zh-CN" sz="2800" b="1" baseline="-25000" dirty="0">
                <a:latin typeface="Times New Roman" panose="02020603050405020304" pitchFamily="18" charset="0"/>
                <a:ea typeface="宋体" panose="02010600030101010101" pitchFamily="2" charset="-122"/>
              </a:rPr>
              <a:t> </a:t>
            </a:r>
            <a:r>
              <a:rPr lang="en-US" altLang="zh-CN" sz="2800" b="1" i="1" dirty="0">
                <a:solidFill>
                  <a:srgbClr val="FF0000"/>
                </a:solidFill>
                <a:latin typeface="Times New Roman" panose="02020603050405020304" pitchFamily="18" charset="0"/>
                <a:ea typeface="宋体" panose="02010600030101010101" pitchFamily="2" charset="-122"/>
              </a:rPr>
              <a:t>l</a:t>
            </a:r>
            <a:r>
              <a:rPr lang="en-US" altLang="zh-CN" sz="2800" b="1" baseline="-25000" dirty="0">
                <a:solidFill>
                  <a:srgbClr val="FF0000"/>
                </a:solidFill>
                <a:latin typeface="Times New Roman" panose="02020603050405020304" pitchFamily="18" charset="0"/>
                <a:ea typeface="宋体" panose="02010600030101010101" pitchFamily="2" charset="-122"/>
              </a:rPr>
              <a:t>41</a:t>
            </a:r>
            <a:r>
              <a:rPr lang="en-US" altLang="zh-CN" sz="2800" b="1" i="1" dirty="0">
                <a:latin typeface="Times New Roman" panose="02020603050405020304" pitchFamily="18" charset="0"/>
                <a:ea typeface="宋体" panose="02010600030101010101" pitchFamily="2" charset="-122"/>
              </a:rPr>
              <a:t>u</a:t>
            </a:r>
            <a:r>
              <a:rPr lang="en-US" altLang="zh-CN" sz="2800" b="1" baseline="-25000" dirty="0">
                <a:latin typeface="Times New Roman" panose="02020603050405020304" pitchFamily="18" charset="0"/>
                <a:ea typeface="宋体" panose="02010600030101010101" pitchFamily="2" charset="-122"/>
              </a:rPr>
              <a:t>11</a:t>
            </a:r>
            <a:endParaRPr lang="en-US" altLang="zh-CN" sz="2800" b="1" baseline="-25000" dirty="0">
              <a:latin typeface="Times New Roman" panose="02020603050405020304" pitchFamily="18" charset="0"/>
              <a:ea typeface="宋体" panose="02010600030101010101" pitchFamily="2" charset="-122"/>
            </a:endParaRPr>
          </a:p>
        </p:txBody>
      </p:sp>
      <p:sp>
        <p:nvSpPr>
          <p:cNvPr id="12" name="Text Box 7"/>
          <p:cNvSpPr txBox="1"/>
          <p:nvPr/>
        </p:nvSpPr>
        <p:spPr>
          <a:xfrm>
            <a:off x="642938" y="5619750"/>
            <a:ext cx="7429500" cy="523875"/>
          </a:xfrm>
          <a:prstGeom prst="rect">
            <a:avLst/>
          </a:prstGeom>
          <a:noFill/>
          <a:ln w="9525">
            <a:noFill/>
          </a:ln>
        </p:spPr>
        <p:txBody>
          <a:bodyPr anchor="t" anchorCtr="0">
            <a:spAutoFit/>
          </a:bodyPr>
          <a:p>
            <a:pPr>
              <a:spcBef>
                <a:spcPct val="50000"/>
              </a:spcBef>
            </a:pPr>
            <a:r>
              <a:rPr lang="en-US" altLang="zh-CN" sz="2800" b="1" i="1" dirty="0">
                <a:solidFill>
                  <a:srgbClr val="FF0000"/>
                </a:solidFill>
                <a:latin typeface="Times New Roman" panose="02020603050405020304" pitchFamily="18" charset="0"/>
                <a:ea typeface="宋体" panose="02010600030101010101" pitchFamily="2" charset="-122"/>
              </a:rPr>
              <a:t>l</a:t>
            </a:r>
            <a:r>
              <a:rPr lang="en-US" altLang="zh-CN" sz="2800" b="1" baseline="-25000" dirty="0">
                <a:solidFill>
                  <a:srgbClr val="FF0000"/>
                </a:solidFill>
                <a:latin typeface="Times New Roman" panose="02020603050405020304" pitchFamily="18" charset="0"/>
                <a:ea typeface="宋体" panose="02010600030101010101" pitchFamily="2" charset="-122"/>
              </a:rPr>
              <a:t>21</a:t>
            </a:r>
            <a:r>
              <a:rPr lang="en-US" altLang="zh-CN" sz="2800" b="1" dirty="0">
                <a:latin typeface="Times New Roman" panose="02020603050405020304" pitchFamily="18" charset="0"/>
                <a:ea typeface="宋体" panose="02010600030101010101" pitchFamily="2" charset="-122"/>
              </a:rPr>
              <a:t>=3/2, </a:t>
            </a:r>
            <a:r>
              <a:rPr lang="en-US" altLang="zh-CN" sz="2800" b="1" i="1" dirty="0">
                <a:solidFill>
                  <a:srgbClr val="FF0000"/>
                </a:solidFill>
                <a:latin typeface="Times New Roman" panose="02020603050405020304" pitchFamily="18" charset="0"/>
                <a:ea typeface="宋体" panose="02010600030101010101" pitchFamily="2" charset="-122"/>
              </a:rPr>
              <a:t>l</a:t>
            </a:r>
            <a:r>
              <a:rPr lang="en-US" altLang="zh-CN" sz="2800" b="1" baseline="-25000" dirty="0">
                <a:solidFill>
                  <a:srgbClr val="FF0000"/>
                </a:solidFill>
                <a:latin typeface="Times New Roman" panose="02020603050405020304" pitchFamily="18" charset="0"/>
                <a:ea typeface="宋体" panose="02010600030101010101" pitchFamily="2" charset="-122"/>
              </a:rPr>
              <a:t>31</a:t>
            </a:r>
            <a:r>
              <a:rPr lang="en-US" altLang="zh-CN" sz="2800" b="1" dirty="0">
                <a:latin typeface="Times New Roman" panose="02020603050405020304" pitchFamily="18" charset="0"/>
                <a:ea typeface="宋体" panose="02010600030101010101" pitchFamily="2" charset="-122"/>
              </a:rPr>
              <a:t>=2/2=1,</a:t>
            </a:r>
            <a:r>
              <a:rPr lang="en-US" altLang="zh-CN" sz="2800" b="1" i="1" dirty="0">
                <a:latin typeface="Times New Roman" panose="02020603050405020304" pitchFamily="18" charset="0"/>
                <a:ea typeface="宋体" panose="02010600030101010101" pitchFamily="2" charset="-122"/>
              </a:rPr>
              <a:t> </a:t>
            </a:r>
            <a:r>
              <a:rPr lang="en-US" altLang="zh-CN" sz="2800" b="1" i="1" dirty="0">
                <a:solidFill>
                  <a:srgbClr val="FF0000"/>
                </a:solidFill>
                <a:latin typeface="Times New Roman" panose="02020603050405020304" pitchFamily="18" charset="0"/>
                <a:ea typeface="宋体" panose="02010600030101010101" pitchFamily="2" charset="-122"/>
              </a:rPr>
              <a:t>l</a:t>
            </a:r>
            <a:r>
              <a:rPr lang="en-US" altLang="zh-CN" sz="2800" b="1" baseline="-25000" dirty="0">
                <a:solidFill>
                  <a:srgbClr val="FF0000"/>
                </a:solidFill>
                <a:latin typeface="Times New Roman" panose="02020603050405020304" pitchFamily="18" charset="0"/>
                <a:ea typeface="宋体" panose="02010600030101010101" pitchFamily="2" charset="-122"/>
              </a:rPr>
              <a:t>41</a:t>
            </a:r>
            <a:r>
              <a:rPr lang="en-US" altLang="zh-CN" sz="2800" b="1" dirty="0">
                <a:latin typeface="Times New Roman" panose="02020603050405020304" pitchFamily="18" charset="0"/>
                <a:ea typeface="宋体" panose="02010600030101010101" pitchFamily="2" charset="-122"/>
              </a:rPr>
              <a:t>=</a:t>
            </a:r>
            <a:r>
              <a:rPr lang="en-US" altLang="zh-CN" sz="2800" b="1" baseline="-25000"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4/2=2</a:t>
            </a:r>
            <a:endParaRPr lang="en-US" altLang="zh-CN" sz="2800" b="1" dirty="0">
              <a:latin typeface="Times New Roman" panose="02020603050405020304" pitchFamily="18" charset="0"/>
              <a:ea typeface="宋体" panose="02010600030101010101" pitchFamily="2" charset="-122"/>
            </a:endParaRPr>
          </a:p>
        </p:txBody>
      </p:sp>
      <p:graphicFrame>
        <p:nvGraphicFramePr>
          <p:cNvPr id="3" name="Object 5"/>
          <p:cNvGraphicFramePr>
            <a:graphicFrameLocks noChangeAspect="1"/>
          </p:cNvGraphicFramePr>
          <p:nvPr/>
        </p:nvGraphicFramePr>
        <p:xfrm>
          <a:off x="1714500" y="142875"/>
          <a:ext cx="4714875" cy="1700213"/>
        </p:xfrm>
        <a:graphic>
          <a:graphicData uri="http://schemas.openxmlformats.org/presentationml/2006/ole">
            <mc:AlternateContent xmlns:mc="http://schemas.openxmlformats.org/markup-compatibility/2006">
              <mc:Choice xmlns:v="urn:schemas-microsoft-com:vml" Requires="v">
                <p:oleObj spid="_x0000_s3089" name="" r:id="rId7" imgW="2603500" imgH="939800" progId="Equation.DSMT4">
                  <p:embed/>
                </p:oleObj>
              </mc:Choice>
              <mc:Fallback>
                <p:oleObj name="" r:id="rId7" imgW="2603500" imgH="939800" progId="Equation.DSMT4">
                  <p:embed/>
                  <p:pic>
                    <p:nvPicPr>
                      <p:cNvPr id="0" name="图片 3088"/>
                      <p:cNvPicPr/>
                      <p:nvPr/>
                    </p:nvPicPr>
                    <p:blipFill>
                      <a:blip r:embed="rId8"/>
                      <a:stretch>
                        <a:fillRect/>
                      </a:stretch>
                    </p:blipFill>
                    <p:spPr>
                      <a:xfrm>
                        <a:off x="1714500" y="142875"/>
                        <a:ext cx="4714875" cy="1700213"/>
                      </a:xfrm>
                      <a:prstGeom prst="rect">
                        <a:avLst/>
                      </a:prstGeom>
                      <a:noFill/>
                      <a:ln w="38100">
                        <a:noFill/>
                        <a:miter/>
                      </a:ln>
                    </p:spPr>
                  </p:pic>
                </p:oleObj>
              </mc:Fallback>
            </mc:AlternateContent>
          </a:graphicData>
        </a:graphic>
      </p:graphicFrame>
      <p:cxnSp>
        <p:nvCxnSpPr>
          <p:cNvPr id="14" name="直接连接符 13"/>
          <p:cNvCxnSpPr/>
          <p:nvPr/>
        </p:nvCxnSpPr>
        <p:spPr>
          <a:xfrm rot="5400000">
            <a:off x="1643063" y="1214438"/>
            <a:ext cx="1143000" cy="0"/>
          </a:xfrm>
          <a:prstGeom prst="line">
            <a:avLst/>
          </a:prstGeom>
          <a:ln w="31750" cap="flat" cmpd="sng">
            <a:solidFill>
              <a:srgbClr val="FF0000"/>
            </a:solidFill>
            <a:prstDash val="solid"/>
            <a:round/>
            <a:headEnd type="none" w="med" len="med"/>
            <a:tailEnd type="none" w="med" len="med"/>
          </a:ln>
        </p:spPr>
      </p:cxnSp>
      <p:cxnSp>
        <p:nvCxnSpPr>
          <p:cNvPr id="16" name="直接连接符 15"/>
          <p:cNvCxnSpPr/>
          <p:nvPr/>
        </p:nvCxnSpPr>
        <p:spPr>
          <a:xfrm>
            <a:off x="4214813" y="357188"/>
            <a:ext cx="1857375" cy="0"/>
          </a:xfrm>
          <a:prstGeom prst="line">
            <a:avLst/>
          </a:prstGeom>
          <a:ln w="31750" cap="flat" cmpd="sng">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196"/>
                                        </p:tgtEl>
                                        <p:attrNameLst>
                                          <p:attrName>style.visibility</p:attrName>
                                        </p:attrNameLst>
                                      </p:cBhvr>
                                      <p:to>
                                        <p:strVal val="visible"/>
                                      </p:to>
                                    </p:set>
                                    <p:anim calcmode="lin" valueType="num">
                                      <p:cBhvr additive="base">
                                        <p:cTn id="12" dur="500" fill="hold"/>
                                        <p:tgtEl>
                                          <p:spTgt spid="8196"/>
                                        </p:tgtEl>
                                        <p:attrNameLst>
                                          <p:attrName>ppt_x</p:attrName>
                                        </p:attrNameLst>
                                      </p:cBhvr>
                                      <p:tavLst>
                                        <p:tav tm="0">
                                          <p:val>
                                            <p:strVal val="0-#ppt_w/2"/>
                                          </p:val>
                                        </p:tav>
                                        <p:tav tm="100000">
                                          <p:val>
                                            <p:strVal val="#ppt_x"/>
                                          </p:val>
                                        </p:tav>
                                      </p:tavLst>
                                    </p:anim>
                                    <p:anim calcmode="lin" valueType="num">
                                      <p:cBhvr additive="base">
                                        <p:cTn id="13"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528"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000000"/>
                                          </p:val>
                                        </p:tav>
                                        <p:tav tm="100000">
                                          <p:val>
                                            <p:strVal val="#ppt_w"/>
                                          </p:val>
                                        </p:tav>
                                      </p:tavLst>
                                    </p:anim>
                                    <p:anim calcmode="lin" valueType="num">
                                      <p:cBhvr>
                                        <p:cTn id="19" dur="500" fill="hold"/>
                                        <p:tgtEl>
                                          <p:spTgt spid="6"/>
                                        </p:tgtEl>
                                        <p:attrNameLst>
                                          <p:attrName>ppt_h</p:attrName>
                                        </p:attrNameLst>
                                      </p:cBhvr>
                                      <p:tavLst>
                                        <p:tav tm="0">
                                          <p:val>
                                            <p:fltVal val="0.000000"/>
                                          </p:val>
                                        </p:tav>
                                        <p:tav tm="100000">
                                          <p:val>
                                            <p:strVal val="#ppt_h"/>
                                          </p:val>
                                        </p:tav>
                                      </p:tavLst>
                                    </p:anim>
                                    <p:anim calcmode="lin" valueType="num">
                                      <p:cBhvr>
                                        <p:cTn id="20" dur="500" fill="hold"/>
                                        <p:tgtEl>
                                          <p:spTgt spid="6"/>
                                        </p:tgtEl>
                                        <p:attrNameLst>
                                          <p:attrName>ppt_x</p:attrName>
                                        </p:attrNameLst>
                                      </p:cBhvr>
                                      <p:tavLst>
                                        <p:tav tm="0">
                                          <p:val>
                                            <p:fltVal val="0.500000"/>
                                          </p:val>
                                        </p:tav>
                                        <p:tav tm="100000">
                                          <p:val>
                                            <p:strVal val="#ppt_x"/>
                                          </p:val>
                                        </p:tav>
                                      </p:tavLst>
                                    </p:anim>
                                    <p:anim calcmode="lin" valueType="num">
                                      <p:cBhvr>
                                        <p:cTn id="21" dur="500" fill="hold"/>
                                        <p:tgtEl>
                                          <p:spTgt spid="6"/>
                                        </p:tgtEl>
                                        <p:attrNameLst>
                                          <p:attrName>ppt_y</p:attrName>
                                        </p:attrNameLst>
                                      </p:cBhvr>
                                      <p:tavLst>
                                        <p:tav tm="0">
                                          <p:val>
                                            <p:fltVal val="0.500000"/>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0-#ppt_w/2"/>
                                          </p:val>
                                        </p:tav>
                                        <p:tav tm="100000">
                                          <p:val>
                                            <p:strVal val="#ppt_x"/>
                                          </p:val>
                                        </p:tav>
                                      </p:tavLst>
                                    </p:anim>
                                    <p:anim calcmode="lin" valueType="num">
                                      <p:cBhvr additive="base">
                                        <p:cTn id="27"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3" presetClass="entr" presetSubtype="272"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strVal val="2/3*#ppt_w"/>
                                          </p:val>
                                        </p:tav>
                                        <p:tav tm="100000">
                                          <p:val>
                                            <p:strVal val="#ppt_w"/>
                                          </p:val>
                                        </p:tav>
                                      </p:tavLst>
                                    </p:anim>
                                    <p:anim calcmode="lin" valueType="num">
                                      <p:cBhvr>
                                        <p:cTn id="33" dur="500" fill="hold"/>
                                        <p:tgtEl>
                                          <p:spTgt spid="7"/>
                                        </p:tgtEl>
                                        <p:attrNameLst>
                                          <p:attrName>ppt_h</p:attrName>
                                        </p:attrNameLst>
                                      </p:cBhvr>
                                      <p:tavLst>
                                        <p:tav tm="0">
                                          <p:val>
                                            <p:strVal val="2/3*#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3" presetClass="entr" presetSubtype="272"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500" fill="hold"/>
                                        <p:tgtEl>
                                          <p:spTgt spid="12"/>
                                        </p:tgtEl>
                                        <p:attrNameLst>
                                          <p:attrName>ppt_w</p:attrName>
                                        </p:attrNameLst>
                                      </p:cBhvr>
                                      <p:tavLst>
                                        <p:tav tm="0">
                                          <p:val>
                                            <p:strVal val="2/3*#ppt_w"/>
                                          </p:val>
                                        </p:tav>
                                        <p:tav tm="100000">
                                          <p:val>
                                            <p:strVal val="#ppt_w"/>
                                          </p:val>
                                        </p:tav>
                                      </p:tavLst>
                                    </p:anim>
                                    <p:anim calcmode="lin" valueType="num">
                                      <p:cBhvr>
                                        <p:cTn id="39" dur="500" fill="hold"/>
                                        <p:tgtEl>
                                          <p:spTgt spid="12"/>
                                        </p:tgtEl>
                                        <p:attrNameLst>
                                          <p:attrName>ppt_h</p:attrName>
                                        </p:attrNameLst>
                                      </p:cBhvr>
                                      <p:tavLst>
                                        <p:tav tm="0">
                                          <p:val>
                                            <p:strVal val="2/3*#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0-#ppt_w/2"/>
                                          </p:val>
                                        </p:tav>
                                        <p:tav tm="100000">
                                          <p:val>
                                            <p:strVal val="#ppt_x"/>
                                          </p:val>
                                        </p:tav>
                                      </p:tavLst>
                                    </p:anim>
                                    <p:anim calcmode="lin" valueType="num">
                                      <p:cBhvr additive="base">
                                        <p:cTn id="45"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3009" name="Object 1024"/>
          <p:cNvGraphicFramePr>
            <a:graphicFrameLocks noChangeAspect="1"/>
          </p:cNvGraphicFramePr>
          <p:nvPr/>
        </p:nvGraphicFramePr>
        <p:xfrm>
          <a:off x="0" y="285750"/>
          <a:ext cx="1792288" cy="1309688"/>
        </p:xfrm>
        <a:graphic>
          <a:graphicData uri="http://schemas.openxmlformats.org/presentationml/2006/ole">
            <mc:AlternateContent xmlns:mc="http://schemas.openxmlformats.org/markup-compatibility/2006">
              <mc:Choice xmlns:v="urn:schemas-microsoft-com:vml" Requires="v">
                <p:oleObj spid="_x0000_s3091" name="" r:id="rId1" imgW="1270000" imgH="927100" progId="Equation.DSMT4">
                  <p:embed/>
                </p:oleObj>
              </mc:Choice>
              <mc:Fallback>
                <p:oleObj name="" r:id="rId1" imgW="1270000" imgH="927100" progId="Equation.DSMT4">
                  <p:embed/>
                  <p:pic>
                    <p:nvPicPr>
                      <p:cNvPr id="0" name="图片 3090"/>
                      <p:cNvPicPr/>
                      <p:nvPr/>
                    </p:nvPicPr>
                    <p:blipFill>
                      <a:blip r:embed="rId2"/>
                      <a:stretch>
                        <a:fillRect/>
                      </a:stretch>
                    </p:blipFill>
                    <p:spPr>
                      <a:xfrm>
                        <a:off x="0" y="285750"/>
                        <a:ext cx="1792288" cy="1309688"/>
                      </a:xfrm>
                      <a:prstGeom prst="rect">
                        <a:avLst/>
                      </a:prstGeom>
                      <a:noFill/>
                      <a:ln w="38100">
                        <a:noFill/>
                        <a:miter/>
                      </a:ln>
                    </p:spPr>
                  </p:pic>
                </p:oleObj>
              </mc:Fallback>
            </mc:AlternateContent>
          </a:graphicData>
        </a:graphic>
      </p:graphicFrame>
      <p:graphicFrame>
        <p:nvGraphicFramePr>
          <p:cNvPr id="43010" name="Object 3"/>
          <p:cNvGraphicFramePr>
            <a:graphicFrameLocks noChangeAspect="1"/>
          </p:cNvGraphicFramePr>
          <p:nvPr/>
        </p:nvGraphicFramePr>
        <p:xfrm>
          <a:off x="4470400" y="3911600"/>
          <a:ext cx="209550" cy="325438"/>
        </p:xfrm>
        <a:graphic>
          <a:graphicData uri="http://schemas.openxmlformats.org/presentationml/2006/ole">
            <mc:AlternateContent xmlns:mc="http://schemas.openxmlformats.org/markup-compatibility/2006">
              <mc:Choice xmlns:v="urn:schemas-microsoft-com:vml" Requires="v">
                <p:oleObj spid="_x0000_s3088" name="" r:id="rId3" imgW="114300" imgH="177800" progId="Equation.DSMT4">
                  <p:embed/>
                </p:oleObj>
              </mc:Choice>
              <mc:Fallback>
                <p:oleObj name="" r:id="rId3" imgW="114300" imgH="177800" progId="Equation.DSMT4">
                  <p:embed/>
                  <p:pic>
                    <p:nvPicPr>
                      <p:cNvPr id="0" name="图片 3087"/>
                      <p:cNvPicPr/>
                      <p:nvPr/>
                    </p:nvPicPr>
                    <p:blipFill>
                      <a:blip r:embed="rId4"/>
                      <a:stretch>
                        <a:fillRect/>
                      </a:stretch>
                    </p:blipFill>
                    <p:spPr>
                      <a:xfrm>
                        <a:off x="4470400" y="3911600"/>
                        <a:ext cx="209550" cy="325438"/>
                      </a:xfrm>
                      <a:prstGeom prst="rect">
                        <a:avLst/>
                      </a:prstGeom>
                      <a:noFill/>
                      <a:ln w="38100">
                        <a:noFill/>
                        <a:miter/>
                      </a:ln>
                    </p:spPr>
                  </p:pic>
                </p:oleObj>
              </mc:Fallback>
            </mc:AlternateContent>
          </a:graphicData>
        </a:graphic>
      </p:graphicFrame>
      <p:graphicFrame>
        <p:nvGraphicFramePr>
          <p:cNvPr id="43011" name="Object 5"/>
          <p:cNvGraphicFramePr>
            <a:graphicFrameLocks noChangeAspect="1"/>
          </p:cNvGraphicFramePr>
          <p:nvPr/>
        </p:nvGraphicFramePr>
        <p:xfrm>
          <a:off x="1714500" y="142875"/>
          <a:ext cx="4714875" cy="1700213"/>
        </p:xfrm>
        <a:graphic>
          <a:graphicData uri="http://schemas.openxmlformats.org/presentationml/2006/ole">
            <mc:AlternateContent xmlns:mc="http://schemas.openxmlformats.org/markup-compatibility/2006">
              <mc:Choice xmlns:v="urn:schemas-microsoft-com:vml" Requires="v">
                <p:oleObj spid="_x0000_s3084" name="" r:id="rId5" imgW="2603500" imgH="939800" progId="Equation.DSMT4">
                  <p:embed/>
                </p:oleObj>
              </mc:Choice>
              <mc:Fallback>
                <p:oleObj name="" r:id="rId5" imgW="2603500" imgH="939800" progId="Equation.DSMT4">
                  <p:embed/>
                  <p:pic>
                    <p:nvPicPr>
                      <p:cNvPr id="0" name="图片 3083"/>
                      <p:cNvPicPr/>
                      <p:nvPr/>
                    </p:nvPicPr>
                    <p:blipFill>
                      <a:blip r:embed="rId6"/>
                      <a:stretch>
                        <a:fillRect/>
                      </a:stretch>
                    </p:blipFill>
                    <p:spPr>
                      <a:xfrm>
                        <a:off x="1714500" y="142875"/>
                        <a:ext cx="4714875" cy="1700213"/>
                      </a:xfrm>
                      <a:prstGeom prst="rect">
                        <a:avLst/>
                      </a:prstGeom>
                      <a:noFill/>
                      <a:ln w="38100">
                        <a:noFill/>
                        <a:miter/>
                      </a:ln>
                    </p:spPr>
                  </p:pic>
                </p:oleObj>
              </mc:Fallback>
            </mc:AlternateContent>
          </a:graphicData>
        </a:graphic>
      </p:graphicFrame>
      <p:sp>
        <p:nvSpPr>
          <p:cNvPr id="13" name="Text Box 5"/>
          <p:cNvSpPr txBox="1"/>
          <p:nvPr/>
        </p:nvSpPr>
        <p:spPr>
          <a:xfrm>
            <a:off x="142875" y="3571875"/>
            <a:ext cx="9272588" cy="584200"/>
          </a:xfrm>
          <a:prstGeom prst="rect">
            <a:avLst/>
          </a:prstGeom>
          <a:noFill/>
          <a:ln w="9525">
            <a:noFill/>
          </a:ln>
        </p:spPr>
        <p:txBody>
          <a:bodyPr anchor="t" anchorCtr="0">
            <a:spAutoFit/>
          </a:bodyPr>
          <a:p>
            <a:pPr>
              <a:spcBef>
                <a:spcPct val="50000"/>
              </a:spcBef>
            </a:pP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21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12</a:t>
            </a:r>
            <a:r>
              <a:rPr lang="en-US" altLang="zh-CN" sz="3200" b="1" dirty="0">
                <a:latin typeface="Times New Roman" panose="02020603050405020304" pitchFamily="18" charset="0"/>
                <a:ea typeface="宋体" panose="02010600030101010101" pitchFamily="2" charset="-122"/>
              </a:rPr>
              <a:t>+ </a:t>
            </a:r>
            <a:r>
              <a:rPr lang="en-US" altLang="zh-CN" sz="3200" b="1" i="1" dirty="0">
                <a:solidFill>
                  <a:srgbClr val="FF0000"/>
                </a:solidFill>
                <a:latin typeface="Times New Roman" panose="02020603050405020304" pitchFamily="18" charset="0"/>
                <a:ea typeface="宋体" panose="02010600030101010101" pitchFamily="2" charset="-122"/>
              </a:rPr>
              <a:t>u</a:t>
            </a:r>
            <a:r>
              <a:rPr lang="en-US" altLang="zh-CN" sz="3200" b="1" baseline="-25000" dirty="0">
                <a:solidFill>
                  <a:srgbClr val="FF0000"/>
                </a:solidFill>
                <a:latin typeface="Times New Roman" panose="02020603050405020304" pitchFamily="18" charset="0"/>
                <a:ea typeface="宋体" panose="02010600030101010101" pitchFamily="2" charset="-122"/>
              </a:rPr>
              <a:t>22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22</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21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13</a:t>
            </a:r>
            <a:r>
              <a:rPr lang="en-US" altLang="zh-CN" sz="3200" b="1" i="1" dirty="0">
                <a:latin typeface="Times New Roman" panose="02020603050405020304" pitchFamily="18" charset="0"/>
                <a:ea typeface="宋体" panose="02010600030101010101" pitchFamily="2" charset="-122"/>
              </a:rPr>
              <a:t>+ </a:t>
            </a:r>
            <a:r>
              <a:rPr lang="en-US" altLang="zh-CN" sz="3200" b="1" i="1" dirty="0">
                <a:solidFill>
                  <a:srgbClr val="FF0000"/>
                </a:solidFill>
                <a:latin typeface="Times New Roman" panose="02020603050405020304" pitchFamily="18" charset="0"/>
                <a:ea typeface="宋体" panose="02010600030101010101" pitchFamily="2" charset="-122"/>
              </a:rPr>
              <a:t>u</a:t>
            </a:r>
            <a:r>
              <a:rPr lang="en-US" altLang="zh-CN" sz="3200" b="1" baseline="-25000" dirty="0">
                <a:solidFill>
                  <a:srgbClr val="FF0000"/>
                </a:solidFill>
                <a:latin typeface="Times New Roman" panose="02020603050405020304" pitchFamily="18" charset="0"/>
                <a:ea typeface="宋体" panose="02010600030101010101" pitchFamily="2" charset="-122"/>
              </a:rPr>
              <a:t>23</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23</a:t>
            </a:r>
            <a:r>
              <a:rPr lang="en-US" altLang="zh-CN" sz="3200" b="1" dirty="0">
                <a:latin typeface="Times New Roman" panose="02020603050405020304" pitchFamily="18" charset="0"/>
                <a:ea typeface="宋体" panose="02010600030101010101" pitchFamily="2" charset="-122"/>
              </a:rPr>
              <a:t>,</a:t>
            </a:r>
            <a:r>
              <a:rPr lang="en-US" altLang="zh-CN" sz="3200" b="1" i="1" baseline="-25000"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21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14</a:t>
            </a:r>
            <a:r>
              <a:rPr lang="en-US" altLang="zh-CN" sz="3200" b="1" i="1" dirty="0">
                <a:latin typeface="Times New Roman" panose="02020603050405020304" pitchFamily="18" charset="0"/>
                <a:ea typeface="宋体" panose="02010600030101010101" pitchFamily="2" charset="-122"/>
              </a:rPr>
              <a:t>+ </a:t>
            </a:r>
            <a:r>
              <a:rPr lang="en-US" altLang="zh-CN" sz="3200" b="1" i="1" dirty="0">
                <a:solidFill>
                  <a:srgbClr val="FF0000"/>
                </a:solidFill>
                <a:latin typeface="Times New Roman" panose="02020603050405020304" pitchFamily="18" charset="0"/>
                <a:ea typeface="宋体" panose="02010600030101010101" pitchFamily="2" charset="-122"/>
              </a:rPr>
              <a:t>u</a:t>
            </a:r>
            <a:r>
              <a:rPr lang="en-US" altLang="zh-CN" sz="3200" b="1" baseline="-25000" dirty="0">
                <a:solidFill>
                  <a:srgbClr val="FF0000"/>
                </a:solidFill>
                <a:latin typeface="Times New Roman" panose="02020603050405020304" pitchFamily="18" charset="0"/>
                <a:ea typeface="宋体" panose="02010600030101010101" pitchFamily="2" charset="-122"/>
              </a:rPr>
              <a:t>24</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24</a:t>
            </a:r>
            <a:endParaRPr lang="en-US" altLang="zh-CN" sz="3200" b="1" baseline="-25000" dirty="0">
              <a:latin typeface="Times New Roman" panose="02020603050405020304" pitchFamily="18" charset="0"/>
              <a:ea typeface="宋体" panose="02010600030101010101" pitchFamily="2" charset="-122"/>
            </a:endParaRPr>
          </a:p>
        </p:txBody>
      </p:sp>
      <p:sp>
        <p:nvSpPr>
          <p:cNvPr id="15" name="Text Box 7"/>
          <p:cNvSpPr txBox="1"/>
          <p:nvPr/>
        </p:nvSpPr>
        <p:spPr>
          <a:xfrm>
            <a:off x="128588" y="4357688"/>
            <a:ext cx="9086850" cy="584200"/>
          </a:xfrm>
          <a:prstGeom prst="rect">
            <a:avLst/>
          </a:prstGeom>
          <a:noFill/>
          <a:ln w="9525">
            <a:noFill/>
          </a:ln>
        </p:spPr>
        <p:txBody>
          <a:bodyPr anchor="t" anchorCtr="0">
            <a:spAutoFit/>
          </a:bodyPr>
          <a:p>
            <a:pPr>
              <a:spcBef>
                <a:spcPct val="50000"/>
              </a:spcBef>
            </a:pPr>
            <a:r>
              <a:rPr lang="en-US" altLang="zh-CN" sz="3200" b="1" i="1" dirty="0">
                <a:solidFill>
                  <a:srgbClr val="FF0000"/>
                </a:solidFill>
                <a:latin typeface="Times New Roman" panose="02020603050405020304" pitchFamily="18" charset="0"/>
                <a:ea typeface="宋体" panose="02010600030101010101" pitchFamily="2" charset="-122"/>
              </a:rPr>
              <a:t>u</a:t>
            </a:r>
            <a:r>
              <a:rPr lang="en-US" altLang="zh-CN" sz="3200" b="1" baseline="-25000" dirty="0">
                <a:solidFill>
                  <a:srgbClr val="FF0000"/>
                </a:solidFill>
                <a:latin typeface="Times New Roman" panose="02020603050405020304" pitchFamily="18" charset="0"/>
                <a:ea typeface="宋体" panose="02010600030101010101" pitchFamily="2" charset="-122"/>
              </a:rPr>
              <a:t>22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22 </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21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12</a:t>
            </a:r>
            <a:r>
              <a:rPr lang="en-US" altLang="zh-CN" sz="3200" b="1" dirty="0">
                <a:latin typeface="Times New Roman" panose="02020603050405020304" pitchFamily="18" charset="0"/>
                <a:ea typeface="宋体" panose="02010600030101010101" pitchFamily="2" charset="-122"/>
              </a:rPr>
              <a:t>=-3,</a:t>
            </a:r>
            <a:r>
              <a:rPr lang="en-US" altLang="zh-CN" sz="3200" b="1" i="1" dirty="0">
                <a:solidFill>
                  <a:srgbClr val="FF0000"/>
                </a:solidFill>
                <a:latin typeface="Times New Roman" panose="02020603050405020304" pitchFamily="18" charset="0"/>
                <a:ea typeface="宋体" panose="02010600030101010101" pitchFamily="2" charset="-122"/>
              </a:rPr>
              <a:t>u</a:t>
            </a:r>
            <a:r>
              <a:rPr lang="en-US" altLang="zh-CN" sz="3200" b="1" baseline="-25000" dirty="0">
                <a:solidFill>
                  <a:srgbClr val="FF0000"/>
                </a:solidFill>
                <a:latin typeface="Times New Roman" panose="02020603050405020304" pitchFamily="18" charset="0"/>
                <a:ea typeface="宋体" panose="02010600030101010101" pitchFamily="2" charset="-122"/>
              </a:rPr>
              <a:t>23</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23</a:t>
            </a:r>
            <a:r>
              <a:rPr lang="en-US" altLang="zh-CN" sz="3200" b="1" i="1" dirty="0">
                <a:latin typeface="Times New Roman" panose="02020603050405020304" pitchFamily="18" charset="0"/>
                <a:ea typeface="宋体" panose="02010600030101010101" pitchFamily="2" charset="-122"/>
              </a:rPr>
              <a:t>- l</a:t>
            </a:r>
            <a:r>
              <a:rPr lang="en-US" altLang="zh-CN" sz="3200" b="1" baseline="-25000" dirty="0">
                <a:latin typeface="Times New Roman" panose="02020603050405020304" pitchFamily="18" charset="0"/>
                <a:ea typeface="宋体" panose="02010600030101010101" pitchFamily="2" charset="-122"/>
              </a:rPr>
              <a:t>21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13</a:t>
            </a:r>
            <a:r>
              <a:rPr lang="en-US" altLang="zh-CN" sz="3200" b="1" dirty="0">
                <a:latin typeface="Times New Roman" panose="02020603050405020304" pitchFamily="18" charset="0"/>
                <a:ea typeface="宋体" panose="02010600030101010101" pitchFamily="2" charset="-122"/>
              </a:rPr>
              <a:t>=6, </a:t>
            </a:r>
            <a:r>
              <a:rPr lang="en-US" altLang="zh-CN" sz="3200" b="1" i="1" dirty="0">
                <a:solidFill>
                  <a:srgbClr val="FF0000"/>
                </a:solidFill>
                <a:latin typeface="Times New Roman" panose="02020603050405020304" pitchFamily="18" charset="0"/>
                <a:ea typeface="宋体" panose="02010600030101010101" pitchFamily="2" charset="-122"/>
              </a:rPr>
              <a:t>u</a:t>
            </a:r>
            <a:r>
              <a:rPr lang="en-US" altLang="zh-CN" sz="3200" b="1" baseline="-25000" dirty="0">
                <a:solidFill>
                  <a:srgbClr val="FF0000"/>
                </a:solidFill>
                <a:latin typeface="Times New Roman" panose="02020603050405020304" pitchFamily="18" charset="0"/>
                <a:ea typeface="宋体" panose="02010600030101010101" pitchFamily="2" charset="-122"/>
              </a:rPr>
              <a:t>24</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24</a:t>
            </a:r>
            <a:r>
              <a:rPr lang="en-US" altLang="zh-CN" sz="3200" b="1" i="1" dirty="0">
                <a:latin typeface="Times New Roman" panose="02020603050405020304" pitchFamily="18" charset="0"/>
                <a:ea typeface="宋体" panose="02010600030101010101" pitchFamily="2" charset="-122"/>
              </a:rPr>
              <a:t>- l</a:t>
            </a:r>
            <a:r>
              <a:rPr lang="en-US" altLang="zh-CN" sz="3200" b="1" baseline="-25000" dirty="0">
                <a:latin typeface="Times New Roman" panose="02020603050405020304" pitchFamily="18" charset="0"/>
                <a:ea typeface="宋体" panose="02010600030101010101" pitchFamily="2" charset="-122"/>
              </a:rPr>
              <a:t>21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14</a:t>
            </a:r>
            <a:r>
              <a:rPr lang="en-US" altLang="zh-CN" sz="3200" b="1" dirty="0">
                <a:latin typeface="Times New Roman" panose="02020603050405020304" pitchFamily="18" charset="0"/>
                <a:ea typeface="宋体" panose="02010600030101010101" pitchFamily="2" charset="-122"/>
              </a:rPr>
              <a:t>=3</a:t>
            </a:r>
            <a:endParaRPr lang="en-US" altLang="zh-CN" sz="3200" b="1" baseline="-25000" dirty="0">
              <a:latin typeface="Times New Roman" panose="02020603050405020304" pitchFamily="18" charset="0"/>
              <a:ea typeface="宋体" panose="02010600030101010101" pitchFamily="2" charset="-122"/>
            </a:endParaRPr>
          </a:p>
        </p:txBody>
      </p:sp>
      <p:sp>
        <p:nvSpPr>
          <p:cNvPr id="16" name="Text Box 8"/>
          <p:cNvSpPr txBox="1"/>
          <p:nvPr/>
        </p:nvSpPr>
        <p:spPr>
          <a:xfrm>
            <a:off x="71438" y="5143500"/>
            <a:ext cx="7924800" cy="579438"/>
          </a:xfrm>
          <a:prstGeom prst="rect">
            <a:avLst/>
          </a:prstGeom>
          <a:noFill/>
          <a:ln w="9525">
            <a:noFill/>
          </a:ln>
        </p:spPr>
        <p:txBody>
          <a:bodyPr anchor="t" anchorCtr="0">
            <a:spAutoFit/>
          </a:bodyPr>
          <a:p>
            <a:pPr>
              <a:spcBef>
                <a:spcPct val="50000"/>
              </a:spcBef>
            </a:pP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31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12</a:t>
            </a:r>
            <a:r>
              <a:rPr lang="en-US" altLang="zh-CN" sz="3200" b="1" dirty="0">
                <a:latin typeface="Times New Roman" panose="02020603050405020304" pitchFamily="18" charset="0"/>
                <a:ea typeface="宋体" panose="02010600030101010101" pitchFamily="2" charset="-122"/>
              </a:rPr>
              <a:t>+ </a:t>
            </a:r>
            <a:r>
              <a:rPr lang="en-US" altLang="zh-CN" sz="3200" b="1" i="1" dirty="0">
                <a:solidFill>
                  <a:srgbClr val="FF0000"/>
                </a:solidFill>
                <a:latin typeface="Times New Roman" panose="02020603050405020304" pitchFamily="18" charset="0"/>
                <a:ea typeface="宋体" panose="02010600030101010101" pitchFamily="2" charset="-122"/>
              </a:rPr>
              <a:t>l</a:t>
            </a:r>
            <a:r>
              <a:rPr lang="en-US" altLang="zh-CN" sz="3200" b="1" baseline="-25000" dirty="0">
                <a:solidFill>
                  <a:srgbClr val="FF0000"/>
                </a:solidFill>
                <a:latin typeface="Times New Roman" panose="02020603050405020304" pitchFamily="18" charset="0"/>
                <a:ea typeface="宋体" panose="02010600030101010101" pitchFamily="2" charset="-122"/>
              </a:rPr>
              <a:t>32</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22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32</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41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12</a:t>
            </a:r>
            <a:r>
              <a:rPr lang="en-US" altLang="zh-CN" sz="3200" b="1" dirty="0">
                <a:latin typeface="Times New Roman" panose="02020603050405020304" pitchFamily="18" charset="0"/>
                <a:ea typeface="宋体" panose="02010600030101010101" pitchFamily="2" charset="-122"/>
              </a:rPr>
              <a:t>+ </a:t>
            </a:r>
            <a:r>
              <a:rPr lang="en-US" altLang="zh-CN" sz="3200" b="1" i="1" dirty="0">
                <a:solidFill>
                  <a:srgbClr val="FF0000"/>
                </a:solidFill>
                <a:latin typeface="Times New Roman" panose="02020603050405020304" pitchFamily="18" charset="0"/>
                <a:ea typeface="宋体" panose="02010600030101010101" pitchFamily="2" charset="-122"/>
              </a:rPr>
              <a:t>l</a:t>
            </a:r>
            <a:r>
              <a:rPr lang="en-US" altLang="zh-CN" sz="3200" b="1" baseline="-25000" dirty="0">
                <a:solidFill>
                  <a:srgbClr val="FF0000"/>
                </a:solidFill>
                <a:latin typeface="Times New Roman" panose="02020603050405020304" pitchFamily="18" charset="0"/>
                <a:ea typeface="宋体" panose="02010600030101010101" pitchFamily="2" charset="-122"/>
              </a:rPr>
              <a:t>42</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22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42</a:t>
            </a:r>
            <a:endParaRPr lang="en-US" altLang="zh-CN" sz="3200" b="1" baseline="-25000" dirty="0">
              <a:latin typeface="Times New Roman" panose="02020603050405020304" pitchFamily="18" charset="0"/>
              <a:ea typeface="宋体" panose="02010600030101010101" pitchFamily="2" charset="-122"/>
            </a:endParaRPr>
          </a:p>
        </p:txBody>
      </p:sp>
      <p:sp>
        <p:nvSpPr>
          <p:cNvPr id="17" name="Text Box 10"/>
          <p:cNvSpPr txBox="1"/>
          <p:nvPr/>
        </p:nvSpPr>
        <p:spPr>
          <a:xfrm>
            <a:off x="71438" y="5929313"/>
            <a:ext cx="8229600" cy="579437"/>
          </a:xfrm>
          <a:prstGeom prst="rect">
            <a:avLst/>
          </a:prstGeom>
          <a:noFill/>
          <a:ln w="9525">
            <a:noFill/>
          </a:ln>
        </p:spPr>
        <p:txBody>
          <a:bodyPr anchor="t" anchorCtr="0">
            <a:spAutoFit/>
          </a:bodyPr>
          <a:p>
            <a:pPr>
              <a:spcBef>
                <a:spcPct val="50000"/>
              </a:spcBef>
            </a:pPr>
            <a:r>
              <a:rPr lang="en-US" altLang="zh-CN" sz="3200" b="1" dirty="0">
                <a:latin typeface="Times New Roman" panose="02020603050405020304" pitchFamily="18" charset="0"/>
                <a:ea typeface="宋体" panose="02010600030101010101" pitchFamily="2" charset="-122"/>
              </a:rPr>
              <a:t> </a:t>
            </a:r>
            <a:r>
              <a:rPr lang="en-US" altLang="zh-CN" sz="3200" b="1" i="1" dirty="0">
                <a:solidFill>
                  <a:srgbClr val="FF3300"/>
                </a:solidFill>
                <a:latin typeface="Times New Roman" panose="02020603050405020304" pitchFamily="18" charset="0"/>
                <a:ea typeface="宋体" panose="02010600030101010101" pitchFamily="2" charset="-122"/>
              </a:rPr>
              <a:t>l</a:t>
            </a:r>
            <a:r>
              <a:rPr lang="en-US" altLang="zh-CN" sz="3200" b="1" baseline="-25000" dirty="0">
                <a:solidFill>
                  <a:srgbClr val="FF3300"/>
                </a:solidFill>
                <a:latin typeface="Times New Roman" panose="02020603050405020304" pitchFamily="18" charset="0"/>
                <a:ea typeface="宋体" panose="02010600030101010101" pitchFamily="2" charset="-122"/>
              </a:rPr>
              <a:t>32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32</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31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22</a:t>
            </a:r>
            <a:r>
              <a:rPr lang="en-US" altLang="zh-CN" sz="3200" b="1" dirty="0">
                <a:latin typeface="Times New Roman" panose="02020603050405020304" pitchFamily="18" charset="0"/>
                <a:ea typeface="宋体" panose="02010600030101010101" pitchFamily="2" charset="-122"/>
              </a:rPr>
              <a:t>=0, </a:t>
            </a:r>
            <a:r>
              <a:rPr lang="en-US" altLang="zh-CN" sz="3200" b="1" i="1" dirty="0">
                <a:solidFill>
                  <a:srgbClr val="FF3300"/>
                </a:solidFill>
                <a:latin typeface="Times New Roman" panose="02020603050405020304" pitchFamily="18" charset="0"/>
                <a:ea typeface="宋体" panose="02010600030101010101" pitchFamily="2" charset="-122"/>
              </a:rPr>
              <a:t>l</a:t>
            </a:r>
            <a:r>
              <a:rPr lang="en-US" altLang="zh-CN" sz="3200" b="1" baseline="-25000" dirty="0">
                <a:solidFill>
                  <a:srgbClr val="FF3300"/>
                </a:solidFill>
                <a:latin typeface="Times New Roman" panose="02020603050405020304" pitchFamily="18" charset="0"/>
                <a:ea typeface="宋体" panose="02010600030101010101" pitchFamily="2" charset="-122"/>
              </a:rPr>
              <a:t>42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a:t>
            </a:r>
            <a:r>
              <a:rPr lang="en-US" altLang="zh-CN" sz="3200" b="1" baseline="-25000" dirty="0">
                <a:latin typeface="Times New Roman" panose="02020603050405020304" pitchFamily="18" charset="0"/>
                <a:ea typeface="宋体" panose="02010600030101010101" pitchFamily="2" charset="-122"/>
              </a:rPr>
              <a:t>42</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l</a:t>
            </a:r>
            <a:r>
              <a:rPr lang="en-US" altLang="zh-CN" sz="3200" b="1" baseline="-25000" dirty="0">
                <a:latin typeface="Times New Roman" panose="02020603050405020304" pitchFamily="18" charset="0"/>
                <a:ea typeface="宋体" panose="02010600030101010101" pitchFamily="2" charset="-122"/>
              </a:rPr>
              <a:t>41</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12</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u</a:t>
            </a:r>
            <a:r>
              <a:rPr lang="en-US" altLang="zh-CN" sz="3200" b="1" baseline="-25000" dirty="0">
                <a:latin typeface="Times New Roman" panose="02020603050405020304" pitchFamily="18" charset="0"/>
                <a:ea typeface="宋体" panose="02010600030101010101" pitchFamily="2" charset="-122"/>
              </a:rPr>
              <a:t>22</a:t>
            </a:r>
            <a:r>
              <a:rPr lang="en-US" altLang="zh-CN" sz="3200" b="1" dirty="0">
                <a:latin typeface="Times New Roman" panose="02020603050405020304" pitchFamily="18" charset="0"/>
                <a:ea typeface="宋体" panose="02010600030101010101" pitchFamily="2" charset="-122"/>
              </a:rPr>
              <a:t>=2</a:t>
            </a:r>
            <a:endParaRPr lang="en-US" altLang="zh-CN" sz="3200" b="1" baseline="-25000" dirty="0">
              <a:latin typeface="Times New Roman" panose="02020603050405020304" pitchFamily="18" charset="0"/>
              <a:ea typeface="宋体" panose="02010600030101010101" pitchFamily="2" charset="-122"/>
            </a:endParaRPr>
          </a:p>
        </p:txBody>
      </p:sp>
      <p:cxnSp>
        <p:nvCxnSpPr>
          <p:cNvPr id="43016" name="直接连接符 20"/>
          <p:cNvCxnSpPr/>
          <p:nvPr/>
        </p:nvCxnSpPr>
        <p:spPr>
          <a:xfrm>
            <a:off x="4357688" y="357188"/>
            <a:ext cx="1857375" cy="0"/>
          </a:xfrm>
          <a:prstGeom prst="line">
            <a:avLst/>
          </a:prstGeom>
          <a:ln w="31750" cap="flat" cmpd="sng">
            <a:solidFill>
              <a:srgbClr val="FF0000"/>
            </a:solidFill>
            <a:prstDash val="solid"/>
            <a:round/>
            <a:headEnd type="none" w="med" len="med"/>
            <a:tailEnd type="none" w="med" len="med"/>
          </a:ln>
        </p:spPr>
      </p:cxnSp>
      <p:cxnSp>
        <p:nvCxnSpPr>
          <p:cNvPr id="22" name="直接连接符 21"/>
          <p:cNvCxnSpPr/>
          <p:nvPr/>
        </p:nvCxnSpPr>
        <p:spPr>
          <a:xfrm>
            <a:off x="4786313" y="785813"/>
            <a:ext cx="1428750" cy="0"/>
          </a:xfrm>
          <a:prstGeom prst="line">
            <a:avLst/>
          </a:prstGeom>
          <a:ln w="31750" cap="flat" cmpd="sng">
            <a:solidFill>
              <a:srgbClr val="FF0000"/>
            </a:solidFill>
            <a:prstDash val="solid"/>
            <a:round/>
            <a:headEnd type="none" w="med" len="med"/>
            <a:tailEnd type="none" w="med" len="med"/>
          </a:ln>
        </p:spPr>
      </p:cxnSp>
      <p:cxnSp>
        <p:nvCxnSpPr>
          <p:cNvPr id="43018" name="直接连接符 24"/>
          <p:cNvCxnSpPr/>
          <p:nvPr/>
        </p:nvCxnSpPr>
        <p:spPr>
          <a:xfrm rot="5400000">
            <a:off x="1714500" y="1214438"/>
            <a:ext cx="1143000" cy="0"/>
          </a:xfrm>
          <a:prstGeom prst="line">
            <a:avLst/>
          </a:prstGeom>
          <a:ln w="31750" cap="flat" cmpd="sng">
            <a:solidFill>
              <a:srgbClr val="FF0000"/>
            </a:solidFill>
            <a:prstDash val="solid"/>
            <a:round/>
            <a:headEnd type="none" w="med" len="med"/>
            <a:tailEnd type="none" w="med" len="med"/>
          </a:ln>
        </p:spPr>
      </p:cxnSp>
      <p:cxnSp>
        <p:nvCxnSpPr>
          <p:cNvPr id="27" name="直接连接符 26"/>
          <p:cNvCxnSpPr/>
          <p:nvPr/>
        </p:nvCxnSpPr>
        <p:spPr>
          <a:xfrm rot="5400000">
            <a:off x="2606675" y="1463675"/>
            <a:ext cx="644525" cy="0"/>
          </a:xfrm>
          <a:prstGeom prst="line">
            <a:avLst/>
          </a:prstGeom>
          <a:ln w="31750" cap="flat" cmpd="sng">
            <a:solidFill>
              <a:srgbClr val="FF0000"/>
            </a:solidFill>
            <a:prstDash val="solid"/>
            <a:round/>
            <a:headEnd type="none" w="med" len="med"/>
            <a:tailEnd type="none" w="med" len="med"/>
          </a:ln>
        </p:spPr>
      </p:cxnSp>
      <p:graphicFrame>
        <p:nvGraphicFramePr>
          <p:cNvPr id="8196" name="Object 14"/>
          <p:cNvGraphicFramePr>
            <a:graphicFrameLocks noChangeAspect="1"/>
          </p:cNvGraphicFramePr>
          <p:nvPr/>
        </p:nvGraphicFramePr>
        <p:xfrm>
          <a:off x="250825" y="2000250"/>
          <a:ext cx="8567738" cy="1417638"/>
        </p:xfrm>
        <a:graphic>
          <a:graphicData uri="http://schemas.openxmlformats.org/presentationml/2006/ole">
            <mc:AlternateContent xmlns:mc="http://schemas.openxmlformats.org/markup-compatibility/2006">
              <mc:Choice xmlns:v="urn:schemas-microsoft-com:vml" Requires="v">
                <p:oleObj spid="_x0000_s3087" name="" r:id="rId7" imgW="5676900" imgH="939800" progId="Equation.DSMT4">
                  <p:embed/>
                </p:oleObj>
              </mc:Choice>
              <mc:Fallback>
                <p:oleObj name="" r:id="rId7" imgW="5676900" imgH="939800" progId="Equation.DSMT4">
                  <p:embed/>
                  <p:pic>
                    <p:nvPicPr>
                      <p:cNvPr id="0" name="图片 3086"/>
                      <p:cNvPicPr/>
                      <p:nvPr/>
                    </p:nvPicPr>
                    <p:blipFill>
                      <a:blip r:embed="rId8"/>
                      <a:stretch>
                        <a:fillRect/>
                      </a:stretch>
                    </p:blipFill>
                    <p:spPr>
                      <a:xfrm>
                        <a:off x="250825" y="2000250"/>
                        <a:ext cx="8567738" cy="14176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500" fill="hold"/>
                                        <p:tgtEl>
                                          <p:spTgt spid="8196"/>
                                        </p:tgtEl>
                                        <p:attrNameLst>
                                          <p:attrName>ppt_x</p:attrName>
                                        </p:attrNameLst>
                                      </p:cBhvr>
                                      <p:tavLst>
                                        <p:tav tm="0">
                                          <p:val>
                                            <p:strVal val="0-#ppt_w/2"/>
                                          </p:val>
                                        </p:tav>
                                        <p:tav tm="100000">
                                          <p:val>
                                            <p:strVal val="#ppt_x"/>
                                          </p:val>
                                        </p:tav>
                                      </p:tavLst>
                                    </p:anim>
                                    <p:anim calcmode="lin" valueType="num">
                                      <p:cBhvr additive="base">
                                        <p:cTn id="8"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fill="hold"/>
                                        <p:tgtEl>
                                          <p:spTgt spid="22"/>
                                        </p:tgtEl>
                                        <p:attrNameLst>
                                          <p:attrName>ppt_x</p:attrName>
                                        </p:attrNameLst>
                                      </p:cBhvr>
                                      <p:tavLst>
                                        <p:tav tm="0">
                                          <p:val>
                                            <p:strVal val="0-#ppt_w/2"/>
                                          </p:val>
                                        </p:tav>
                                        <p:tav tm="100000">
                                          <p:val>
                                            <p:strVal val="#ppt_x"/>
                                          </p:val>
                                        </p:tav>
                                      </p:tavLst>
                                    </p:anim>
                                    <p:anim calcmode="lin" valueType="num">
                                      <p:cBhvr additive="base">
                                        <p:cTn id="25"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dissolv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0-#ppt_w/2"/>
                                          </p:val>
                                        </p:tav>
                                        <p:tav tm="100000">
                                          <p:val>
                                            <p:strVal val="#ppt_x"/>
                                          </p:val>
                                        </p:tav>
                                      </p:tavLst>
                                    </p:anim>
                                    <p:anim calcmode="lin" valueType="num">
                                      <p:cBhvr additive="base">
                                        <p:cTn id="41"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4033" name="Object 1024"/>
          <p:cNvGraphicFramePr>
            <a:graphicFrameLocks noChangeAspect="1"/>
          </p:cNvGraphicFramePr>
          <p:nvPr/>
        </p:nvGraphicFramePr>
        <p:xfrm>
          <a:off x="0" y="285750"/>
          <a:ext cx="1792288" cy="1309688"/>
        </p:xfrm>
        <a:graphic>
          <a:graphicData uri="http://schemas.openxmlformats.org/presentationml/2006/ole">
            <mc:AlternateContent xmlns:mc="http://schemas.openxmlformats.org/markup-compatibility/2006">
              <mc:Choice xmlns:v="urn:schemas-microsoft-com:vml" Requires="v">
                <p:oleObj spid="_x0000_s3090" name="" r:id="rId1" imgW="1270000" imgH="927100" progId="Equation.DSMT4">
                  <p:embed/>
                </p:oleObj>
              </mc:Choice>
              <mc:Fallback>
                <p:oleObj name="" r:id="rId1" imgW="1270000" imgH="927100" progId="Equation.DSMT4">
                  <p:embed/>
                  <p:pic>
                    <p:nvPicPr>
                      <p:cNvPr id="0" name="图片 3089"/>
                      <p:cNvPicPr/>
                      <p:nvPr/>
                    </p:nvPicPr>
                    <p:blipFill>
                      <a:blip r:embed="rId2"/>
                      <a:stretch>
                        <a:fillRect/>
                      </a:stretch>
                    </p:blipFill>
                    <p:spPr>
                      <a:xfrm>
                        <a:off x="0" y="285750"/>
                        <a:ext cx="1792288" cy="1309688"/>
                      </a:xfrm>
                      <a:prstGeom prst="rect">
                        <a:avLst/>
                      </a:prstGeom>
                      <a:noFill/>
                      <a:ln w="38100">
                        <a:noFill/>
                        <a:miter/>
                      </a:ln>
                    </p:spPr>
                  </p:pic>
                </p:oleObj>
              </mc:Fallback>
            </mc:AlternateContent>
          </a:graphicData>
        </a:graphic>
      </p:graphicFrame>
      <p:graphicFrame>
        <p:nvGraphicFramePr>
          <p:cNvPr id="44034" name="Object 3"/>
          <p:cNvGraphicFramePr>
            <a:graphicFrameLocks noChangeAspect="1"/>
          </p:cNvGraphicFramePr>
          <p:nvPr/>
        </p:nvGraphicFramePr>
        <p:xfrm>
          <a:off x="4470400" y="3911600"/>
          <a:ext cx="209550" cy="325438"/>
        </p:xfrm>
        <a:graphic>
          <a:graphicData uri="http://schemas.openxmlformats.org/presentationml/2006/ole">
            <mc:AlternateContent xmlns:mc="http://schemas.openxmlformats.org/markup-compatibility/2006">
              <mc:Choice xmlns:v="urn:schemas-microsoft-com:vml" Requires="v">
                <p:oleObj spid="_x0000_s3085" name="" r:id="rId3" imgW="114300" imgH="177800" progId="Equation.DSMT4">
                  <p:embed/>
                </p:oleObj>
              </mc:Choice>
              <mc:Fallback>
                <p:oleObj name="" r:id="rId3" imgW="114300" imgH="177800" progId="Equation.DSMT4">
                  <p:embed/>
                  <p:pic>
                    <p:nvPicPr>
                      <p:cNvPr id="0" name="图片 3084"/>
                      <p:cNvPicPr/>
                      <p:nvPr/>
                    </p:nvPicPr>
                    <p:blipFill>
                      <a:blip r:embed="rId4"/>
                      <a:stretch>
                        <a:fillRect/>
                      </a:stretch>
                    </p:blipFill>
                    <p:spPr>
                      <a:xfrm>
                        <a:off x="4470400" y="3911600"/>
                        <a:ext cx="209550" cy="325438"/>
                      </a:xfrm>
                      <a:prstGeom prst="rect">
                        <a:avLst/>
                      </a:prstGeom>
                      <a:noFill/>
                      <a:ln w="38100">
                        <a:noFill/>
                        <a:miter/>
                      </a:ln>
                    </p:spPr>
                  </p:pic>
                </p:oleObj>
              </mc:Fallback>
            </mc:AlternateContent>
          </a:graphicData>
        </a:graphic>
      </p:graphicFrame>
      <p:graphicFrame>
        <p:nvGraphicFramePr>
          <p:cNvPr id="44035" name="Object 5"/>
          <p:cNvGraphicFramePr>
            <a:graphicFrameLocks noChangeAspect="1"/>
          </p:cNvGraphicFramePr>
          <p:nvPr/>
        </p:nvGraphicFramePr>
        <p:xfrm>
          <a:off x="1804988" y="142875"/>
          <a:ext cx="4530725" cy="1700213"/>
        </p:xfrm>
        <a:graphic>
          <a:graphicData uri="http://schemas.openxmlformats.org/presentationml/2006/ole">
            <mc:AlternateContent xmlns:mc="http://schemas.openxmlformats.org/markup-compatibility/2006">
              <mc:Choice xmlns:v="urn:schemas-microsoft-com:vml" Requires="v">
                <p:oleObj spid="_x0000_s3086" name="" r:id="rId5" imgW="2501900" imgH="939800" progId="Equation.DSMT4">
                  <p:embed/>
                </p:oleObj>
              </mc:Choice>
              <mc:Fallback>
                <p:oleObj name="" r:id="rId5" imgW="2501900" imgH="939800" progId="Equation.DSMT4">
                  <p:embed/>
                  <p:pic>
                    <p:nvPicPr>
                      <p:cNvPr id="0" name="图片 3085"/>
                      <p:cNvPicPr/>
                      <p:nvPr/>
                    </p:nvPicPr>
                    <p:blipFill>
                      <a:blip r:embed="rId6"/>
                      <a:stretch>
                        <a:fillRect/>
                      </a:stretch>
                    </p:blipFill>
                    <p:spPr>
                      <a:xfrm>
                        <a:off x="1804988" y="142875"/>
                        <a:ext cx="4530725" cy="1700213"/>
                      </a:xfrm>
                      <a:prstGeom prst="rect">
                        <a:avLst/>
                      </a:prstGeom>
                      <a:noFill/>
                      <a:ln w="38100">
                        <a:noFill/>
                        <a:miter/>
                      </a:ln>
                    </p:spPr>
                  </p:pic>
                </p:oleObj>
              </mc:Fallback>
            </mc:AlternateContent>
          </a:graphicData>
        </a:graphic>
      </p:graphicFrame>
      <p:cxnSp>
        <p:nvCxnSpPr>
          <p:cNvPr id="44036" name="直接连接符 20"/>
          <p:cNvCxnSpPr/>
          <p:nvPr/>
        </p:nvCxnSpPr>
        <p:spPr>
          <a:xfrm>
            <a:off x="4357688" y="357188"/>
            <a:ext cx="1857375" cy="0"/>
          </a:xfrm>
          <a:prstGeom prst="line">
            <a:avLst/>
          </a:prstGeom>
          <a:ln w="31750" cap="flat" cmpd="sng">
            <a:solidFill>
              <a:srgbClr val="FF0000"/>
            </a:solidFill>
            <a:prstDash val="solid"/>
            <a:round/>
            <a:headEnd type="none" w="med" len="med"/>
            <a:tailEnd type="none" w="med" len="med"/>
          </a:ln>
        </p:spPr>
      </p:cxnSp>
      <p:cxnSp>
        <p:nvCxnSpPr>
          <p:cNvPr id="44037" name="直接连接符 21"/>
          <p:cNvCxnSpPr/>
          <p:nvPr/>
        </p:nvCxnSpPr>
        <p:spPr>
          <a:xfrm>
            <a:off x="4786313" y="785813"/>
            <a:ext cx="1428750" cy="0"/>
          </a:xfrm>
          <a:prstGeom prst="line">
            <a:avLst/>
          </a:prstGeom>
          <a:ln w="31750" cap="flat" cmpd="sng">
            <a:solidFill>
              <a:srgbClr val="FF0000"/>
            </a:solidFill>
            <a:prstDash val="solid"/>
            <a:round/>
            <a:headEnd type="none" w="med" len="med"/>
            <a:tailEnd type="none" w="med" len="med"/>
          </a:ln>
        </p:spPr>
      </p:cxnSp>
      <p:cxnSp>
        <p:nvCxnSpPr>
          <p:cNvPr id="44038" name="直接连接符 24"/>
          <p:cNvCxnSpPr/>
          <p:nvPr/>
        </p:nvCxnSpPr>
        <p:spPr>
          <a:xfrm rot="5400000">
            <a:off x="1785938" y="1143000"/>
            <a:ext cx="1143000" cy="0"/>
          </a:xfrm>
          <a:prstGeom prst="line">
            <a:avLst/>
          </a:prstGeom>
          <a:ln w="31750" cap="flat" cmpd="sng">
            <a:solidFill>
              <a:srgbClr val="FF0000"/>
            </a:solidFill>
            <a:prstDash val="solid"/>
            <a:round/>
            <a:headEnd type="none" w="med" len="med"/>
            <a:tailEnd type="none" w="med" len="med"/>
          </a:ln>
        </p:spPr>
      </p:cxnSp>
      <p:cxnSp>
        <p:nvCxnSpPr>
          <p:cNvPr id="44039" name="直接连接符 26"/>
          <p:cNvCxnSpPr/>
          <p:nvPr/>
        </p:nvCxnSpPr>
        <p:spPr>
          <a:xfrm rot="5400000">
            <a:off x="2678113" y="1392238"/>
            <a:ext cx="641350" cy="0"/>
          </a:xfrm>
          <a:prstGeom prst="line">
            <a:avLst/>
          </a:prstGeom>
          <a:ln w="31750" cap="flat" cmpd="sng">
            <a:solidFill>
              <a:srgbClr val="FF0000"/>
            </a:solidFill>
            <a:prstDash val="solid"/>
            <a:round/>
            <a:headEnd type="none" w="med" len="med"/>
            <a:tailEnd type="none" w="med" len="med"/>
          </a:ln>
        </p:spPr>
      </p:cxnSp>
      <p:graphicFrame>
        <p:nvGraphicFramePr>
          <p:cNvPr id="12" name="Object 0"/>
          <p:cNvGraphicFramePr>
            <a:graphicFrameLocks noChangeAspect="1"/>
          </p:cNvGraphicFramePr>
          <p:nvPr/>
        </p:nvGraphicFramePr>
        <p:xfrm>
          <a:off x="571500" y="3643313"/>
          <a:ext cx="7597775" cy="577850"/>
        </p:xfrm>
        <a:graphic>
          <a:graphicData uri="http://schemas.openxmlformats.org/presentationml/2006/ole">
            <mc:AlternateContent xmlns:mc="http://schemas.openxmlformats.org/markup-compatibility/2006">
              <mc:Choice xmlns:v="urn:schemas-microsoft-com:vml" Requires="v">
                <p:oleObj spid="_x0000_s3093" name="" r:id="rId7" imgW="2997200" imgH="228600" progId="Equation.DSMT4">
                  <p:embed/>
                </p:oleObj>
              </mc:Choice>
              <mc:Fallback>
                <p:oleObj name="" r:id="rId7" imgW="2997200" imgH="228600" progId="Equation.DSMT4">
                  <p:embed/>
                  <p:pic>
                    <p:nvPicPr>
                      <p:cNvPr id="0" name="图片 3092"/>
                      <p:cNvPicPr/>
                      <p:nvPr/>
                    </p:nvPicPr>
                    <p:blipFill>
                      <a:blip r:embed="rId8"/>
                      <a:stretch>
                        <a:fillRect/>
                      </a:stretch>
                    </p:blipFill>
                    <p:spPr>
                      <a:xfrm>
                        <a:off x="571500" y="3643313"/>
                        <a:ext cx="7597775" cy="577850"/>
                      </a:xfrm>
                      <a:prstGeom prst="rect">
                        <a:avLst/>
                      </a:prstGeom>
                      <a:noFill/>
                      <a:ln w="38100">
                        <a:noFill/>
                        <a:miter/>
                      </a:ln>
                    </p:spPr>
                  </p:pic>
                </p:oleObj>
              </mc:Fallback>
            </mc:AlternateContent>
          </a:graphicData>
        </a:graphic>
      </p:graphicFrame>
      <p:graphicFrame>
        <p:nvGraphicFramePr>
          <p:cNvPr id="4" name="Object 1"/>
          <p:cNvGraphicFramePr>
            <a:graphicFrameLocks noChangeAspect="1"/>
          </p:cNvGraphicFramePr>
          <p:nvPr/>
        </p:nvGraphicFramePr>
        <p:xfrm>
          <a:off x="500063" y="5286375"/>
          <a:ext cx="4362450" cy="609600"/>
        </p:xfrm>
        <a:graphic>
          <a:graphicData uri="http://schemas.openxmlformats.org/presentationml/2006/ole">
            <mc:AlternateContent xmlns:mc="http://schemas.openxmlformats.org/markup-compatibility/2006">
              <mc:Choice xmlns:v="urn:schemas-microsoft-com:vml" Requires="v">
                <p:oleObj spid="_x0000_s3102" name="" r:id="rId9" imgW="1625600" imgH="228600" progId="Equation.DSMT4">
                  <p:embed/>
                </p:oleObj>
              </mc:Choice>
              <mc:Fallback>
                <p:oleObj name="" r:id="rId9" imgW="1625600" imgH="228600" progId="Equation.DSMT4">
                  <p:embed/>
                  <p:pic>
                    <p:nvPicPr>
                      <p:cNvPr id="0" name="图片 3101"/>
                      <p:cNvPicPr/>
                      <p:nvPr/>
                    </p:nvPicPr>
                    <p:blipFill>
                      <a:blip r:embed="rId10"/>
                      <a:stretch>
                        <a:fillRect/>
                      </a:stretch>
                    </p:blipFill>
                    <p:spPr>
                      <a:xfrm>
                        <a:off x="500063" y="5286375"/>
                        <a:ext cx="4362450" cy="609600"/>
                      </a:xfrm>
                      <a:prstGeom prst="rect">
                        <a:avLst/>
                      </a:prstGeom>
                      <a:noFill/>
                      <a:ln w="38100">
                        <a:noFill/>
                        <a:miter/>
                      </a:ln>
                    </p:spPr>
                  </p:pic>
                </p:oleObj>
              </mc:Fallback>
            </mc:AlternateContent>
          </a:graphicData>
        </a:graphic>
      </p:graphicFrame>
      <p:graphicFrame>
        <p:nvGraphicFramePr>
          <p:cNvPr id="5" name="Object 8"/>
          <p:cNvGraphicFramePr>
            <a:graphicFrameLocks noChangeAspect="1"/>
          </p:cNvGraphicFramePr>
          <p:nvPr/>
        </p:nvGraphicFramePr>
        <p:xfrm>
          <a:off x="58738" y="4422775"/>
          <a:ext cx="9013825" cy="577850"/>
        </p:xfrm>
        <a:graphic>
          <a:graphicData uri="http://schemas.openxmlformats.org/presentationml/2006/ole">
            <mc:AlternateContent xmlns:mc="http://schemas.openxmlformats.org/markup-compatibility/2006">
              <mc:Choice xmlns:v="urn:schemas-microsoft-com:vml" Requires="v">
                <p:oleObj spid="_x0000_s3096" name="" r:id="rId11" imgW="3556000" imgH="228600" progId="Equation.DSMT4">
                  <p:embed/>
                </p:oleObj>
              </mc:Choice>
              <mc:Fallback>
                <p:oleObj name="" r:id="rId11" imgW="3556000" imgH="228600" progId="Equation.DSMT4">
                  <p:embed/>
                  <p:pic>
                    <p:nvPicPr>
                      <p:cNvPr id="0" name="图片 3095"/>
                      <p:cNvPicPr/>
                      <p:nvPr/>
                    </p:nvPicPr>
                    <p:blipFill>
                      <a:blip r:embed="rId12"/>
                      <a:stretch>
                        <a:fillRect/>
                      </a:stretch>
                    </p:blipFill>
                    <p:spPr>
                      <a:xfrm>
                        <a:off x="58738" y="4422775"/>
                        <a:ext cx="9013825" cy="577850"/>
                      </a:xfrm>
                      <a:prstGeom prst="rect">
                        <a:avLst/>
                      </a:prstGeom>
                      <a:noFill/>
                      <a:ln w="38100">
                        <a:noFill/>
                        <a:miter/>
                      </a:ln>
                    </p:spPr>
                  </p:pic>
                </p:oleObj>
              </mc:Fallback>
            </mc:AlternateContent>
          </a:graphicData>
        </a:graphic>
      </p:graphicFrame>
      <p:cxnSp>
        <p:nvCxnSpPr>
          <p:cNvPr id="18" name="直接连接符 17"/>
          <p:cNvCxnSpPr/>
          <p:nvPr/>
        </p:nvCxnSpPr>
        <p:spPr>
          <a:xfrm>
            <a:off x="5286375" y="1214438"/>
            <a:ext cx="928688" cy="0"/>
          </a:xfrm>
          <a:prstGeom prst="line">
            <a:avLst/>
          </a:prstGeom>
          <a:ln w="31750" cap="flat" cmpd="sng">
            <a:solidFill>
              <a:srgbClr val="FF0000"/>
            </a:solidFill>
            <a:prstDash val="solid"/>
            <a:round/>
            <a:headEnd type="none" w="med" len="med"/>
            <a:tailEnd type="none" w="med" len="med"/>
          </a:ln>
        </p:spPr>
      </p:cxnSp>
      <p:graphicFrame>
        <p:nvGraphicFramePr>
          <p:cNvPr id="6" name="Object 9"/>
          <p:cNvGraphicFramePr>
            <a:graphicFrameLocks noChangeAspect="1"/>
          </p:cNvGraphicFramePr>
          <p:nvPr/>
        </p:nvGraphicFramePr>
        <p:xfrm>
          <a:off x="292100" y="6000750"/>
          <a:ext cx="6272213" cy="609600"/>
        </p:xfrm>
        <a:graphic>
          <a:graphicData uri="http://schemas.openxmlformats.org/presentationml/2006/ole">
            <mc:AlternateContent xmlns:mc="http://schemas.openxmlformats.org/markup-compatibility/2006">
              <mc:Choice xmlns:v="urn:schemas-microsoft-com:vml" Requires="v">
                <p:oleObj spid="_x0000_s3098" name="" r:id="rId13" imgW="2336800" imgH="228600" progId="Equation.DSMT4">
                  <p:embed/>
                </p:oleObj>
              </mc:Choice>
              <mc:Fallback>
                <p:oleObj name="" r:id="rId13" imgW="2336800" imgH="228600" progId="Equation.DSMT4">
                  <p:embed/>
                  <p:pic>
                    <p:nvPicPr>
                      <p:cNvPr id="0" name="图片 3097"/>
                      <p:cNvPicPr/>
                      <p:nvPr/>
                    </p:nvPicPr>
                    <p:blipFill>
                      <a:blip r:embed="rId14"/>
                      <a:stretch>
                        <a:fillRect/>
                      </a:stretch>
                    </p:blipFill>
                    <p:spPr>
                      <a:xfrm>
                        <a:off x="292100" y="6000750"/>
                        <a:ext cx="6272213" cy="609600"/>
                      </a:xfrm>
                      <a:prstGeom prst="rect">
                        <a:avLst/>
                      </a:prstGeom>
                      <a:noFill/>
                      <a:ln w="38100">
                        <a:noFill/>
                        <a:miter/>
                      </a:ln>
                    </p:spPr>
                  </p:pic>
                </p:oleObj>
              </mc:Fallback>
            </mc:AlternateContent>
          </a:graphicData>
        </a:graphic>
      </p:graphicFrame>
      <p:cxnSp>
        <p:nvCxnSpPr>
          <p:cNvPr id="20" name="直接连接符 19"/>
          <p:cNvCxnSpPr/>
          <p:nvPr/>
        </p:nvCxnSpPr>
        <p:spPr>
          <a:xfrm rot="5400000">
            <a:off x="3286125" y="1571625"/>
            <a:ext cx="285750" cy="0"/>
          </a:xfrm>
          <a:prstGeom prst="line">
            <a:avLst/>
          </a:prstGeom>
          <a:ln w="31750" cap="flat" cmpd="sng">
            <a:solidFill>
              <a:srgbClr val="FF0000"/>
            </a:solidFill>
            <a:prstDash val="solid"/>
            <a:round/>
            <a:headEnd type="none" w="med" len="med"/>
            <a:tailEnd type="none" w="med" len="med"/>
          </a:ln>
        </p:spPr>
      </p:cxnSp>
      <p:graphicFrame>
        <p:nvGraphicFramePr>
          <p:cNvPr id="8196" name="Object 16"/>
          <p:cNvGraphicFramePr>
            <a:graphicFrameLocks noChangeAspect="1"/>
          </p:cNvGraphicFramePr>
          <p:nvPr/>
        </p:nvGraphicFramePr>
        <p:xfrm>
          <a:off x="250825" y="2000250"/>
          <a:ext cx="8567738" cy="1417638"/>
        </p:xfrm>
        <a:graphic>
          <a:graphicData uri="http://schemas.openxmlformats.org/presentationml/2006/ole">
            <mc:AlternateContent xmlns:mc="http://schemas.openxmlformats.org/markup-compatibility/2006">
              <mc:Choice xmlns:v="urn:schemas-microsoft-com:vml" Requires="v">
                <p:oleObj spid="_x0000_s3095" name="" r:id="rId15" imgW="5676900" imgH="939800" progId="Equation.DSMT4">
                  <p:embed/>
                </p:oleObj>
              </mc:Choice>
              <mc:Fallback>
                <p:oleObj name="" r:id="rId15" imgW="5676900" imgH="939800" progId="Equation.DSMT4">
                  <p:embed/>
                  <p:pic>
                    <p:nvPicPr>
                      <p:cNvPr id="0" name="图片 3094"/>
                      <p:cNvPicPr/>
                      <p:nvPr/>
                    </p:nvPicPr>
                    <p:blipFill>
                      <a:blip r:embed="rId16"/>
                      <a:stretch>
                        <a:fillRect/>
                      </a:stretch>
                    </p:blipFill>
                    <p:spPr>
                      <a:xfrm>
                        <a:off x="250825" y="2000250"/>
                        <a:ext cx="8567738" cy="14176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500" fill="hold"/>
                                        <p:tgtEl>
                                          <p:spTgt spid="8196"/>
                                        </p:tgtEl>
                                        <p:attrNameLst>
                                          <p:attrName>ppt_x</p:attrName>
                                        </p:attrNameLst>
                                      </p:cBhvr>
                                      <p:tavLst>
                                        <p:tav tm="0">
                                          <p:val>
                                            <p:strVal val="0-#ppt_w/2"/>
                                          </p:val>
                                        </p:tav>
                                        <p:tav tm="100000">
                                          <p:val>
                                            <p:strVal val="#ppt_x"/>
                                          </p:val>
                                        </p:tav>
                                      </p:tavLst>
                                    </p:anim>
                                    <p:anim calcmode="lin" valueType="num">
                                      <p:cBhvr additive="base">
                                        <p:cTn id="8"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0-#ppt_w/2"/>
                                          </p:val>
                                        </p:tav>
                                        <p:tav tm="100000">
                                          <p:val>
                                            <p:strVal val="#ppt_x"/>
                                          </p:val>
                                        </p:tav>
                                      </p:tavLst>
                                    </p:anim>
                                    <p:anim calcmode="lin" valueType="num">
                                      <p:cBhvr additive="base">
                                        <p:cTn id="24"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righ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0-#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5057" name="Object 1024"/>
          <p:cNvGraphicFramePr>
            <a:graphicFrameLocks noChangeAspect="1"/>
          </p:cNvGraphicFramePr>
          <p:nvPr/>
        </p:nvGraphicFramePr>
        <p:xfrm>
          <a:off x="0" y="285750"/>
          <a:ext cx="1792288" cy="1309688"/>
        </p:xfrm>
        <a:graphic>
          <a:graphicData uri="http://schemas.openxmlformats.org/presentationml/2006/ole">
            <mc:AlternateContent xmlns:mc="http://schemas.openxmlformats.org/markup-compatibility/2006">
              <mc:Choice xmlns:v="urn:schemas-microsoft-com:vml" Requires="v">
                <p:oleObj spid="_x0000_s3097" name="" r:id="rId1" imgW="1270000" imgH="927100" progId="Equation.DSMT4">
                  <p:embed/>
                </p:oleObj>
              </mc:Choice>
              <mc:Fallback>
                <p:oleObj name="" r:id="rId1" imgW="1270000" imgH="927100" progId="Equation.DSMT4">
                  <p:embed/>
                  <p:pic>
                    <p:nvPicPr>
                      <p:cNvPr id="0" name="图片 3096"/>
                      <p:cNvPicPr/>
                      <p:nvPr/>
                    </p:nvPicPr>
                    <p:blipFill>
                      <a:blip r:embed="rId2"/>
                      <a:stretch>
                        <a:fillRect/>
                      </a:stretch>
                    </p:blipFill>
                    <p:spPr>
                      <a:xfrm>
                        <a:off x="0" y="285750"/>
                        <a:ext cx="1792288" cy="1309688"/>
                      </a:xfrm>
                      <a:prstGeom prst="rect">
                        <a:avLst/>
                      </a:prstGeom>
                      <a:noFill/>
                      <a:ln w="38100">
                        <a:noFill/>
                        <a:miter/>
                      </a:ln>
                    </p:spPr>
                  </p:pic>
                </p:oleObj>
              </mc:Fallback>
            </mc:AlternateContent>
          </a:graphicData>
        </a:graphic>
      </p:graphicFrame>
      <p:graphicFrame>
        <p:nvGraphicFramePr>
          <p:cNvPr id="45058" name="Object 3"/>
          <p:cNvGraphicFramePr>
            <a:graphicFrameLocks noChangeAspect="1"/>
          </p:cNvGraphicFramePr>
          <p:nvPr/>
        </p:nvGraphicFramePr>
        <p:xfrm>
          <a:off x="4470400" y="3911600"/>
          <a:ext cx="209550" cy="325438"/>
        </p:xfrm>
        <a:graphic>
          <a:graphicData uri="http://schemas.openxmlformats.org/presentationml/2006/ole">
            <mc:AlternateContent xmlns:mc="http://schemas.openxmlformats.org/markup-compatibility/2006">
              <mc:Choice xmlns:v="urn:schemas-microsoft-com:vml" Requires="v">
                <p:oleObj spid="_x0000_s3099" name="" r:id="rId3" imgW="114300" imgH="177800" progId="Equation.DSMT4">
                  <p:embed/>
                </p:oleObj>
              </mc:Choice>
              <mc:Fallback>
                <p:oleObj name="" r:id="rId3" imgW="114300" imgH="177800" progId="Equation.DSMT4">
                  <p:embed/>
                  <p:pic>
                    <p:nvPicPr>
                      <p:cNvPr id="0" name="图片 3098"/>
                      <p:cNvPicPr/>
                      <p:nvPr/>
                    </p:nvPicPr>
                    <p:blipFill>
                      <a:blip r:embed="rId4"/>
                      <a:stretch>
                        <a:fillRect/>
                      </a:stretch>
                    </p:blipFill>
                    <p:spPr>
                      <a:xfrm>
                        <a:off x="4470400" y="3911600"/>
                        <a:ext cx="209550" cy="325438"/>
                      </a:xfrm>
                      <a:prstGeom prst="rect">
                        <a:avLst/>
                      </a:prstGeom>
                      <a:noFill/>
                      <a:ln w="38100">
                        <a:noFill/>
                        <a:miter/>
                      </a:ln>
                    </p:spPr>
                  </p:pic>
                </p:oleObj>
              </mc:Fallback>
            </mc:AlternateContent>
          </a:graphicData>
        </a:graphic>
      </p:graphicFrame>
      <p:graphicFrame>
        <p:nvGraphicFramePr>
          <p:cNvPr id="45059" name="Object 5"/>
          <p:cNvGraphicFramePr>
            <a:graphicFrameLocks noChangeAspect="1"/>
          </p:cNvGraphicFramePr>
          <p:nvPr/>
        </p:nvGraphicFramePr>
        <p:xfrm>
          <a:off x="1666875" y="142875"/>
          <a:ext cx="4806950" cy="1700213"/>
        </p:xfrm>
        <a:graphic>
          <a:graphicData uri="http://schemas.openxmlformats.org/presentationml/2006/ole">
            <mc:AlternateContent xmlns:mc="http://schemas.openxmlformats.org/markup-compatibility/2006">
              <mc:Choice xmlns:v="urn:schemas-microsoft-com:vml" Requires="v">
                <p:oleObj spid="_x0000_s3101" name="" r:id="rId5" imgW="2654300" imgH="939800" progId="Equation.DSMT4">
                  <p:embed/>
                </p:oleObj>
              </mc:Choice>
              <mc:Fallback>
                <p:oleObj name="" r:id="rId5" imgW="2654300" imgH="939800" progId="Equation.DSMT4">
                  <p:embed/>
                  <p:pic>
                    <p:nvPicPr>
                      <p:cNvPr id="0" name="图片 3100"/>
                      <p:cNvPicPr/>
                      <p:nvPr/>
                    </p:nvPicPr>
                    <p:blipFill>
                      <a:blip r:embed="rId6"/>
                      <a:stretch>
                        <a:fillRect/>
                      </a:stretch>
                    </p:blipFill>
                    <p:spPr>
                      <a:xfrm>
                        <a:off x="1666875" y="142875"/>
                        <a:ext cx="4806950" cy="1700213"/>
                      </a:xfrm>
                      <a:prstGeom prst="rect">
                        <a:avLst/>
                      </a:prstGeom>
                      <a:noFill/>
                      <a:ln w="38100">
                        <a:noFill/>
                        <a:miter/>
                      </a:ln>
                    </p:spPr>
                  </p:pic>
                </p:oleObj>
              </mc:Fallback>
            </mc:AlternateContent>
          </a:graphicData>
        </a:graphic>
      </p:graphicFrame>
      <p:cxnSp>
        <p:nvCxnSpPr>
          <p:cNvPr id="45060" name="直接连接符 20"/>
          <p:cNvCxnSpPr/>
          <p:nvPr/>
        </p:nvCxnSpPr>
        <p:spPr>
          <a:xfrm>
            <a:off x="4357688" y="357188"/>
            <a:ext cx="1857375" cy="0"/>
          </a:xfrm>
          <a:prstGeom prst="line">
            <a:avLst/>
          </a:prstGeom>
          <a:ln w="31750" cap="flat" cmpd="sng">
            <a:solidFill>
              <a:srgbClr val="FF0000"/>
            </a:solidFill>
            <a:prstDash val="solid"/>
            <a:round/>
            <a:headEnd type="none" w="med" len="med"/>
            <a:tailEnd type="none" w="med" len="med"/>
          </a:ln>
        </p:spPr>
      </p:cxnSp>
      <p:cxnSp>
        <p:nvCxnSpPr>
          <p:cNvPr id="45061" name="直接连接符 21"/>
          <p:cNvCxnSpPr/>
          <p:nvPr/>
        </p:nvCxnSpPr>
        <p:spPr>
          <a:xfrm>
            <a:off x="4929188" y="785813"/>
            <a:ext cx="1285875" cy="0"/>
          </a:xfrm>
          <a:prstGeom prst="line">
            <a:avLst/>
          </a:prstGeom>
          <a:ln w="31750" cap="flat" cmpd="sng">
            <a:solidFill>
              <a:srgbClr val="FF0000"/>
            </a:solidFill>
            <a:prstDash val="solid"/>
            <a:round/>
            <a:headEnd type="none" w="med" len="med"/>
            <a:tailEnd type="none" w="med" len="med"/>
          </a:ln>
        </p:spPr>
      </p:cxnSp>
      <p:cxnSp>
        <p:nvCxnSpPr>
          <p:cNvPr id="45062" name="直接连接符 24"/>
          <p:cNvCxnSpPr/>
          <p:nvPr/>
        </p:nvCxnSpPr>
        <p:spPr>
          <a:xfrm rot="5400000">
            <a:off x="1714500" y="1143000"/>
            <a:ext cx="1143000" cy="0"/>
          </a:xfrm>
          <a:prstGeom prst="line">
            <a:avLst/>
          </a:prstGeom>
          <a:ln w="31750" cap="flat" cmpd="sng">
            <a:solidFill>
              <a:srgbClr val="FF0000"/>
            </a:solidFill>
            <a:prstDash val="solid"/>
            <a:round/>
            <a:headEnd type="none" w="med" len="med"/>
            <a:tailEnd type="none" w="med" len="med"/>
          </a:ln>
        </p:spPr>
      </p:cxnSp>
      <p:cxnSp>
        <p:nvCxnSpPr>
          <p:cNvPr id="45063" name="直接连接符 26"/>
          <p:cNvCxnSpPr/>
          <p:nvPr/>
        </p:nvCxnSpPr>
        <p:spPr>
          <a:xfrm rot="5400000">
            <a:off x="2535238" y="1392238"/>
            <a:ext cx="641350" cy="0"/>
          </a:xfrm>
          <a:prstGeom prst="line">
            <a:avLst/>
          </a:prstGeom>
          <a:ln w="31750" cap="flat" cmpd="sng">
            <a:solidFill>
              <a:srgbClr val="FF0000"/>
            </a:solidFill>
            <a:prstDash val="solid"/>
            <a:round/>
            <a:headEnd type="none" w="med" len="med"/>
            <a:tailEnd type="none" w="med" len="med"/>
          </a:ln>
        </p:spPr>
      </p:cxnSp>
      <p:cxnSp>
        <p:nvCxnSpPr>
          <p:cNvPr id="45064" name="直接连接符 17"/>
          <p:cNvCxnSpPr/>
          <p:nvPr/>
        </p:nvCxnSpPr>
        <p:spPr>
          <a:xfrm>
            <a:off x="5500688" y="1214438"/>
            <a:ext cx="714375" cy="0"/>
          </a:xfrm>
          <a:prstGeom prst="line">
            <a:avLst/>
          </a:prstGeom>
          <a:ln w="31750" cap="flat" cmpd="sng">
            <a:solidFill>
              <a:srgbClr val="FF0000"/>
            </a:solidFill>
            <a:prstDash val="solid"/>
            <a:round/>
            <a:headEnd type="none" w="med" len="med"/>
            <a:tailEnd type="none" w="med" len="med"/>
          </a:ln>
        </p:spPr>
      </p:cxnSp>
      <p:cxnSp>
        <p:nvCxnSpPr>
          <p:cNvPr id="45065" name="直接连接符 19"/>
          <p:cNvCxnSpPr/>
          <p:nvPr/>
        </p:nvCxnSpPr>
        <p:spPr>
          <a:xfrm rot="5400000">
            <a:off x="3286125" y="1571625"/>
            <a:ext cx="285750" cy="0"/>
          </a:xfrm>
          <a:prstGeom prst="line">
            <a:avLst/>
          </a:prstGeom>
          <a:ln w="31750" cap="flat" cmpd="sng">
            <a:solidFill>
              <a:srgbClr val="FF0000"/>
            </a:solidFill>
            <a:prstDash val="solid"/>
            <a:round/>
            <a:headEnd type="none" w="med" len="med"/>
            <a:tailEnd type="none" w="med" len="med"/>
          </a:ln>
        </p:spPr>
      </p:cxnSp>
      <p:graphicFrame>
        <p:nvGraphicFramePr>
          <p:cNvPr id="64522" name="Object 10"/>
          <p:cNvGraphicFramePr>
            <a:graphicFrameLocks noChangeAspect="1"/>
          </p:cNvGraphicFramePr>
          <p:nvPr/>
        </p:nvGraphicFramePr>
        <p:xfrm>
          <a:off x="1357313" y="3571875"/>
          <a:ext cx="4889500" cy="571500"/>
        </p:xfrm>
        <a:graphic>
          <a:graphicData uri="http://schemas.openxmlformats.org/presentationml/2006/ole">
            <mc:AlternateContent xmlns:mc="http://schemas.openxmlformats.org/markup-compatibility/2006">
              <mc:Choice xmlns:v="urn:schemas-microsoft-com:vml" Requires="v">
                <p:oleObj spid="_x0000_s3094" name="" r:id="rId7" imgW="1955800" imgH="228600" progId="Equation.DSMT4">
                  <p:embed/>
                </p:oleObj>
              </mc:Choice>
              <mc:Fallback>
                <p:oleObj name="" r:id="rId7" imgW="1955800" imgH="228600" progId="Equation.DSMT4">
                  <p:embed/>
                  <p:pic>
                    <p:nvPicPr>
                      <p:cNvPr id="0" name="图片 3093"/>
                      <p:cNvPicPr/>
                      <p:nvPr/>
                    </p:nvPicPr>
                    <p:blipFill>
                      <a:blip r:embed="rId8"/>
                      <a:stretch>
                        <a:fillRect/>
                      </a:stretch>
                    </p:blipFill>
                    <p:spPr>
                      <a:xfrm>
                        <a:off x="1357313" y="3571875"/>
                        <a:ext cx="4889500" cy="571500"/>
                      </a:xfrm>
                      <a:prstGeom prst="rect">
                        <a:avLst/>
                      </a:prstGeom>
                      <a:noFill/>
                      <a:ln w="38100">
                        <a:noFill/>
                        <a:miter/>
                      </a:ln>
                    </p:spPr>
                  </p:pic>
                </p:oleObj>
              </mc:Fallback>
            </mc:AlternateContent>
          </a:graphicData>
        </a:graphic>
      </p:graphicFrame>
      <p:graphicFrame>
        <p:nvGraphicFramePr>
          <p:cNvPr id="64523" name="Object 11"/>
          <p:cNvGraphicFramePr>
            <a:graphicFrameLocks noChangeAspect="1"/>
          </p:cNvGraphicFramePr>
          <p:nvPr/>
        </p:nvGraphicFramePr>
        <p:xfrm>
          <a:off x="1071563" y="4286250"/>
          <a:ext cx="5683250" cy="571500"/>
        </p:xfrm>
        <a:graphic>
          <a:graphicData uri="http://schemas.openxmlformats.org/presentationml/2006/ole">
            <mc:AlternateContent xmlns:mc="http://schemas.openxmlformats.org/markup-compatibility/2006">
              <mc:Choice xmlns:v="urn:schemas-microsoft-com:vml" Requires="v">
                <p:oleObj spid="_x0000_s3092" name="" r:id="rId9" imgW="2273300" imgH="228600" progId="Equation.DSMT4">
                  <p:embed/>
                </p:oleObj>
              </mc:Choice>
              <mc:Fallback>
                <p:oleObj name="" r:id="rId9" imgW="2273300" imgH="228600" progId="Equation.DSMT4">
                  <p:embed/>
                  <p:pic>
                    <p:nvPicPr>
                      <p:cNvPr id="0" name="图片 3091"/>
                      <p:cNvPicPr/>
                      <p:nvPr/>
                    </p:nvPicPr>
                    <p:blipFill>
                      <a:blip r:embed="rId10"/>
                      <a:stretch>
                        <a:fillRect/>
                      </a:stretch>
                    </p:blipFill>
                    <p:spPr>
                      <a:xfrm>
                        <a:off x="1071563" y="4286250"/>
                        <a:ext cx="5683250" cy="571500"/>
                      </a:xfrm>
                      <a:prstGeom prst="rect">
                        <a:avLst/>
                      </a:prstGeom>
                      <a:noFill/>
                      <a:ln w="38100">
                        <a:noFill/>
                        <a:miter/>
                      </a:ln>
                    </p:spPr>
                  </p:pic>
                </p:oleObj>
              </mc:Fallback>
            </mc:AlternateContent>
          </a:graphicData>
        </a:graphic>
      </p:graphicFrame>
      <p:sp>
        <p:nvSpPr>
          <p:cNvPr id="26" name="Text Box 4"/>
          <p:cNvSpPr txBox="1"/>
          <p:nvPr/>
        </p:nvSpPr>
        <p:spPr>
          <a:xfrm>
            <a:off x="142875" y="4908550"/>
            <a:ext cx="8786813" cy="1570038"/>
          </a:xfrm>
          <a:prstGeom prst="rect">
            <a:avLst/>
          </a:prstGeom>
          <a:noFill/>
          <a:ln w="9525">
            <a:noFill/>
          </a:ln>
        </p:spPr>
        <p:txBody>
          <a:bodyPr anchor="t" anchorCtr="0">
            <a:spAutoFit/>
          </a:bodyPr>
          <a:p>
            <a:pPr>
              <a:spcBef>
                <a:spcPct val="50000"/>
              </a:spcBef>
            </a:pPr>
            <a:r>
              <a:rPr lang="zh-CN" altLang="zh-CN" b="1" dirty="0">
                <a:latin typeface="Times New Roman" panose="02020603050405020304" pitchFamily="18" charset="0"/>
                <a:ea typeface="宋体" panose="02010600030101010101" pitchFamily="2" charset="-122"/>
              </a:rPr>
              <a:t>①</a:t>
            </a:r>
            <a:r>
              <a:rPr lang="zh-CN" altLang="en-US" b="1" dirty="0">
                <a:latin typeface="Times New Roman" panose="02020603050405020304" pitchFamily="18" charset="0"/>
                <a:ea typeface="黑体" panose="02010609060101010101" pitchFamily="49" charset="-122"/>
              </a:rPr>
              <a:t>更新顺序</a:t>
            </a:r>
            <a:r>
              <a:rPr lang="en-US" altLang="zh-CN" b="1" dirty="0">
                <a:latin typeface="Times New Roman" panose="02020603050405020304" pitchFamily="18" charset="0"/>
                <a:ea typeface="黑体" panose="02010609060101010101" pitchFamily="49" charset="-122"/>
              </a:rPr>
              <a:t>: </a:t>
            </a:r>
            <a:r>
              <a:rPr lang="zh-CN" altLang="en-US" b="1" dirty="0">
                <a:latin typeface="Times New Roman" panose="02020603050405020304" pitchFamily="18" charset="0"/>
                <a:ea typeface="黑体" panose="02010609060101010101" pitchFamily="49" charset="-122"/>
              </a:rPr>
              <a:t>先</a:t>
            </a:r>
            <a:r>
              <a:rPr lang="zh-CN" altLang="en-US" b="1" dirty="0">
                <a:solidFill>
                  <a:srgbClr val="0070C0"/>
                </a:solidFill>
                <a:latin typeface="Times New Roman" panose="02020603050405020304" pitchFamily="18" charset="0"/>
                <a:ea typeface="黑体" panose="02010609060101010101" pitchFamily="49" charset="-122"/>
              </a:rPr>
              <a:t>行</a:t>
            </a:r>
            <a:r>
              <a:rPr lang="zh-CN" altLang="en-US" b="1" dirty="0">
                <a:latin typeface="Times New Roman" panose="02020603050405020304" pitchFamily="18" charset="0"/>
                <a:ea typeface="黑体" panose="02010609060101010101" pitchFamily="49" charset="-122"/>
              </a:rPr>
              <a:t>后</a:t>
            </a:r>
            <a:r>
              <a:rPr lang="zh-CN" altLang="en-US" b="1" dirty="0">
                <a:solidFill>
                  <a:srgbClr val="0070C0"/>
                </a:solidFill>
                <a:latin typeface="Times New Roman" panose="02020603050405020304" pitchFamily="18" charset="0"/>
                <a:ea typeface="黑体" panose="02010609060101010101" pitchFamily="49" charset="-122"/>
              </a:rPr>
              <a:t>列</a:t>
            </a:r>
            <a:endParaRPr lang="en-US" altLang="zh-CN" b="1" dirty="0">
              <a:solidFill>
                <a:srgbClr val="0070C0"/>
              </a:solidFill>
              <a:latin typeface="Times New Roman" panose="02020603050405020304" pitchFamily="18" charset="0"/>
              <a:ea typeface="黑体" panose="02010609060101010101" pitchFamily="49" charset="-122"/>
            </a:endParaRPr>
          </a:p>
          <a:p>
            <a:pPr>
              <a:spcBef>
                <a:spcPct val="50000"/>
              </a:spcBef>
            </a:pPr>
            <a:r>
              <a:rPr lang="zh-CN" altLang="zh-CN" b="1" dirty="0">
                <a:latin typeface="Times New Roman" panose="02020603050405020304" pitchFamily="18" charset="0"/>
                <a:ea typeface="宋体" panose="02010600030101010101" pitchFamily="2" charset="-122"/>
              </a:rPr>
              <a:t>②</a:t>
            </a:r>
            <a:r>
              <a:rPr lang="zh-CN" altLang="en-US" b="1" dirty="0">
                <a:solidFill>
                  <a:srgbClr val="0070C0"/>
                </a:solidFill>
                <a:latin typeface="Times New Roman" panose="02020603050405020304" pitchFamily="18" charset="0"/>
                <a:ea typeface="黑体" panose="02010609060101010101" pitchFamily="49" charset="-122"/>
              </a:rPr>
              <a:t>列</a:t>
            </a:r>
            <a:r>
              <a:rPr lang="zh-CN" altLang="zh-CN" b="1" dirty="0">
                <a:latin typeface="Times New Roman" panose="02020603050405020304" pitchFamily="18" charset="0"/>
                <a:ea typeface="黑体" panose="02010609060101010101" pitchFamily="49" charset="-122"/>
              </a:rPr>
              <a:t>除</a:t>
            </a:r>
            <a:r>
              <a:rPr lang="zh-CN" altLang="en-US" b="1" dirty="0">
                <a:solidFill>
                  <a:srgbClr val="0070C0"/>
                </a:solidFill>
                <a:latin typeface="Times New Roman" panose="02020603050405020304" pitchFamily="18" charset="0"/>
                <a:ea typeface="黑体" panose="02010609060101010101" pitchFamily="49" charset="-122"/>
              </a:rPr>
              <a:t>行</a:t>
            </a:r>
            <a:r>
              <a:rPr lang="zh-CN" altLang="en-US" b="1" dirty="0">
                <a:latin typeface="Times New Roman" panose="02020603050405020304" pitchFamily="18" charset="0"/>
                <a:ea typeface="黑体" panose="02010609060101010101" pitchFamily="49" charset="-122"/>
              </a:rPr>
              <a:t>不除</a:t>
            </a:r>
            <a:endParaRPr lang="en-US" altLang="zh-CN" b="1" dirty="0">
              <a:latin typeface="Times New Roman" panose="02020603050405020304" pitchFamily="18" charset="0"/>
              <a:ea typeface="宋体" panose="02010600030101010101" pitchFamily="2" charset="-122"/>
            </a:endParaRPr>
          </a:p>
          <a:p>
            <a:pPr>
              <a:spcBef>
                <a:spcPct val="50000"/>
              </a:spcBef>
            </a:pPr>
            <a:r>
              <a:rPr lang="zh-CN" altLang="zh-CN" b="1" dirty="0">
                <a:latin typeface="Times New Roman" panose="02020603050405020304" pitchFamily="18" charset="0"/>
                <a:ea typeface="宋体" panose="02010600030101010101" pitchFamily="2" charset="-122"/>
              </a:rPr>
              <a:t>③</a:t>
            </a:r>
            <a:r>
              <a:rPr lang="zh-CN" altLang="zh-CN" b="1" dirty="0">
                <a:latin typeface="Times New Roman" panose="02020603050405020304" pitchFamily="18" charset="0"/>
                <a:ea typeface="黑体" panose="02010609060101010101" pitchFamily="49" charset="-122"/>
              </a:rPr>
              <a:t>旧元素减去</a:t>
            </a:r>
            <a:r>
              <a:rPr lang="zh-CN" altLang="en-US" b="1" dirty="0">
                <a:latin typeface="Times New Roman" panose="02020603050405020304" pitchFamily="18" charset="0"/>
                <a:ea typeface="黑体" panose="02010609060101010101" pitchFamily="49" charset="-122"/>
              </a:rPr>
              <a:t>其所在</a:t>
            </a:r>
            <a:r>
              <a:rPr lang="zh-CN" altLang="zh-CN" b="1" dirty="0">
                <a:latin typeface="Times New Roman" panose="02020603050405020304" pitchFamily="18" charset="0"/>
                <a:ea typeface="黑体" panose="02010609060101010101" pitchFamily="49" charset="-122"/>
              </a:rPr>
              <a:t>行</a:t>
            </a:r>
            <a:r>
              <a:rPr lang="zh-CN" altLang="en-US" b="1" dirty="0">
                <a:latin typeface="Times New Roman" panose="02020603050405020304" pitchFamily="18" charset="0"/>
                <a:ea typeface="黑体" panose="02010609060101010101" pitchFamily="49" charset="-122"/>
              </a:rPr>
              <a:t>和</a:t>
            </a:r>
            <a:r>
              <a:rPr lang="zh-CN" altLang="zh-CN" b="1" dirty="0">
                <a:latin typeface="Times New Roman" panose="02020603050405020304" pitchFamily="18" charset="0"/>
                <a:ea typeface="黑体" panose="02010609060101010101" pitchFamily="49" charset="-122"/>
              </a:rPr>
              <a:t>列</a:t>
            </a:r>
            <a:r>
              <a:rPr lang="zh-CN" altLang="en-US" b="1" dirty="0">
                <a:latin typeface="Times New Roman" panose="02020603050405020304" pitchFamily="18" charset="0"/>
                <a:ea typeface="黑体" panose="02010609060101010101" pitchFamily="49" charset="-122"/>
              </a:rPr>
              <a:t>前</a:t>
            </a:r>
            <a:r>
              <a:rPr lang="en-US" altLang="zh-CN" b="1" dirty="0">
                <a:latin typeface="Times New Roman" panose="02020603050405020304" pitchFamily="18" charset="0"/>
                <a:ea typeface="黑体" panose="02010609060101010101" pitchFamily="49" charset="-122"/>
              </a:rPr>
              <a:t>(</a:t>
            </a:r>
            <a:r>
              <a:rPr lang="en-US" altLang="zh-CN" b="1" i="1" dirty="0">
                <a:latin typeface="Times New Roman" panose="02020603050405020304" pitchFamily="18" charset="0"/>
                <a:ea typeface="黑体" panose="02010609060101010101" pitchFamily="49" charset="-122"/>
              </a:rPr>
              <a:t>k</a:t>
            </a:r>
            <a:r>
              <a:rPr lang="en-US" altLang="zh-CN" b="1" dirty="0">
                <a:latin typeface="Times New Roman" panose="02020603050405020304" pitchFamily="18" charset="0"/>
                <a:ea typeface="黑体" panose="02010609060101010101" pitchFamily="49" charset="-122"/>
              </a:rPr>
              <a:t>-1)</a:t>
            </a:r>
            <a:r>
              <a:rPr lang="zh-CN" altLang="en-US" b="1" dirty="0">
                <a:latin typeface="Times New Roman" panose="02020603050405020304" pitchFamily="18" charset="0"/>
                <a:ea typeface="黑体" panose="02010609060101010101" pitchFamily="49" charset="-122"/>
              </a:rPr>
              <a:t>个元素的对应乘积然后求和</a:t>
            </a:r>
            <a:endParaRPr lang="zh-CN" altLang="zh-CN" b="1" dirty="0">
              <a:latin typeface="Times New Roman" panose="02020603050405020304" pitchFamily="18" charset="0"/>
              <a:ea typeface="黑体" panose="02010609060101010101" pitchFamily="49" charset="-122"/>
            </a:endParaRPr>
          </a:p>
        </p:txBody>
      </p:sp>
      <p:graphicFrame>
        <p:nvGraphicFramePr>
          <p:cNvPr id="8196" name="Object 15"/>
          <p:cNvGraphicFramePr>
            <a:graphicFrameLocks noChangeAspect="1"/>
          </p:cNvGraphicFramePr>
          <p:nvPr/>
        </p:nvGraphicFramePr>
        <p:xfrm>
          <a:off x="250825" y="2000250"/>
          <a:ext cx="8567738" cy="1417638"/>
        </p:xfrm>
        <a:graphic>
          <a:graphicData uri="http://schemas.openxmlformats.org/presentationml/2006/ole">
            <mc:AlternateContent xmlns:mc="http://schemas.openxmlformats.org/markup-compatibility/2006">
              <mc:Choice xmlns:v="urn:schemas-microsoft-com:vml" Requires="v">
                <p:oleObj spid="_x0000_s3100" name="" r:id="rId11" imgW="5676900" imgH="939800" progId="Equation.DSMT4">
                  <p:embed/>
                </p:oleObj>
              </mc:Choice>
              <mc:Fallback>
                <p:oleObj name="" r:id="rId11" imgW="5676900" imgH="939800" progId="Equation.DSMT4">
                  <p:embed/>
                  <p:pic>
                    <p:nvPicPr>
                      <p:cNvPr id="0" name="图片 3099"/>
                      <p:cNvPicPr/>
                      <p:nvPr/>
                    </p:nvPicPr>
                    <p:blipFill>
                      <a:blip r:embed="rId12"/>
                      <a:stretch>
                        <a:fillRect/>
                      </a:stretch>
                    </p:blipFill>
                    <p:spPr>
                      <a:xfrm>
                        <a:off x="250825" y="2000250"/>
                        <a:ext cx="8567738" cy="14176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500" fill="hold"/>
                                        <p:tgtEl>
                                          <p:spTgt spid="8196"/>
                                        </p:tgtEl>
                                        <p:attrNameLst>
                                          <p:attrName>ppt_x</p:attrName>
                                        </p:attrNameLst>
                                      </p:cBhvr>
                                      <p:tavLst>
                                        <p:tav tm="0">
                                          <p:val>
                                            <p:strVal val="0-#ppt_w/2"/>
                                          </p:val>
                                        </p:tav>
                                        <p:tav tm="100000">
                                          <p:val>
                                            <p:strVal val="#ppt_x"/>
                                          </p:val>
                                        </p:tav>
                                      </p:tavLst>
                                    </p:anim>
                                    <p:anim calcmode="lin" valueType="num">
                                      <p:cBhvr additive="base">
                                        <p:cTn id="8"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4522"/>
                                        </p:tgtEl>
                                        <p:attrNameLst>
                                          <p:attrName>style.visibility</p:attrName>
                                        </p:attrNameLst>
                                      </p:cBhvr>
                                      <p:to>
                                        <p:strVal val="visible"/>
                                      </p:to>
                                    </p:set>
                                    <p:anim calcmode="lin" valueType="num">
                                      <p:cBhvr additive="base">
                                        <p:cTn id="13" dur="500" fill="hold"/>
                                        <p:tgtEl>
                                          <p:spTgt spid="64522"/>
                                        </p:tgtEl>
                                        <p:attrNameLst>
                                          <p:attrName>ppt_x</p:attrName>
                                        </p:attrNameLst>
                                      </p:cBhvr>
                                      <p:tavLst>
                                        <p:tav tm="0">
                                          <p:val>
                                            <p:strVal val="0-#ppt_w/2"/>
                                          </p:val>
                                        </p:tav>
                                        <p:tav tm="100000">
                                          <p:val>
                                            <p:strVal val="#ppt_x"/>
                                          </p:val>
                                        </p:tav>
                                      </p:tavLst>
                                    </p:anim>
                                    <p:anim calcmode="lin" valueType="num">
                                      <p:cBhvr additive="base">
                                        <p:cTn id="14" dur="500" fill="hold"/>
                                        <p:tgtEl>
                                          <p:spTgt spid="6452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4523"/>
                                        </p:tgtEl>
                                        <p:attrNameLst>
                                          <p:attrName>style.visibility</p:attrName>
                                        </p:attrNameLst>
                                      </p:cBhvr>
                                      <p:to>
                                        <p:strVal val="visible"/>
                                      </p:to>
                                    </p:set>
                                    <p:anim calcmode="lin" valueType="num">
                                      <p:cBhvr additive="base">
                                        <p:cTn id="19" dur="500" fill="hold"/>
                                        <p:tgtEl>
                                          <p:spTgt spid="64523"/>
                                        </p:tgtEl>
                                        <p:attrNameLst>
                                          <p:attrName>ppt_x</p:attrName>
                                        </p:attrNameLst>
                                      </p:cBhvr>
                                      <p:tavLst>
                                        <p:tav tm="0">
                                          <p:val>
                                            <p:strVal val="0-#ppt_w/2"/>
                                          </p:val>
                                        </p:tav>
                                        <p:tav tm="100000">
                                          <p:val>
                                            <p:strVal val="#ppt_x"/>
                                          </p:val>
                                        </p:tav>
                                      </p:tavLst>
                                    </p:anim>
                                    <p:anim calcmode="lin" valueType="num">
                                      <p:cBhvr additive="base">
                                        <p:cTn id="20" dur="500" fill="hold"/>
                                        <p:tgtEl>
                                          <p:spTgt spid="6452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6">
                                            <p:txEl>
                                              <p:charRg st="0" end="12"/>
                                            </p:txEl>
                                          </p:spTgt>
                                        </p:tgtEl>
                                        <p:attrNameLst>
                                          <p:attrName>style.visibility</p:attrName>
                                        </p:attrNameLst>
                                      </p:cBhvr>
                                      <p:to>
                                        <p:strVal val="visible"/>
                                      </p:to>
                                    </p:set>
                                    <p:animEffect transition="in" filter="wipe(left)">
                                      <p:cBhvr>
                                        <p:cTn id="25" dur="500"/>
                                        <p:tgtEl>
                                          <p:spTgt spid="26">
                                            <p:txEl>
                                              <p:charRg st="0" end="1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6">
                                            <p:txEl>
                                              <p:charRg st="12" end="19"/>
                                            </p:txEl>
                                          </p:spTgt>
                                        </p:tgtEl>
                                        <p:attrNameLst>
                                          <p:attrName>style.visibility</p:attrName>
                                        </p:attrNameLst>
                                      </p:cBhvr>
                                      <p:to>
                                        <p:strVal val="visible"/>
                                      </p:to>
                                    </p:set>
                                    <p:animEffect transition="in" filter="wipe(left)">
                                      <p:cBhvr>
                                        <p:cTn id="30" dur="500"/>
                                        <p:tgtEl>
                                          <p:spTgt spid="26">
                                            <p:txEl>
                                              <p:charRg st="12" end="1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6">
                                            <p:txEl>
                                              <p:charRg st="19" end="50"/>
                                            </p:txEl>
                                          </p:spTgt>
                                        </p:tgtEl>
                                        <p:attrNameLst>
                                          <p:attrName>style.visibility</p:attrName>
                                        </p:attrNameLst>
                                      </p:cBhvr>
                                      <p:to>
                                        <p:strVal val="visible"/>
                                      </p:to>
                                    </p:set>
                                    <p:animEffect transition="in" filter="wipe(left)">
                                      <p:cBhvr>
                                        <p:cTn id="35" dur="500"/>
                                        <p:tgtEl>
                                          <p:spTgt spid="26">
                                            <p:txEl>
                                              <p:charRg st="19" end="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Text Box 2"/>
          <p:cNvSpPr txBox="1"/>
          <p:nvPr/>
        </p:nvSpPr>
        <p:spPr>
          <a:xfrm>
            <a:off x="381000" y="304800"/>
            <a:ext cx="8077200" cy="579438"/>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200" b="1" dirty="0">
                <a:solidFill>
                  <a:srgbClr val="0070C0"/>
                </a:solidFill>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求矩阵的</a:t>
            </a:r>
            <a:r>
              <a:rPr lang="en-US" altLang="zh-CN" sz="3200" b="1" dirty="0">
                <a:latin typeface="Times New Roman" panose="02020603050405020304" pitchFamily="18" charset="0"/>
                <a:ea typeface="宋体" panose="02010600030101010101" pitchFamily="2" charset="-122"/>
              </a:rPr>
              <a:t>Doolittle</a:t>
            </a:r>
            <a:r>
              <a:rPr lang="zh-CN" altLang="en-US" sz="3200" b="1" dirty="0">
                <a:latin typeface="Times New Roman" panose="02020603050405020304" pitchFamily="18" charset="0"/>
                <a:ea typeface="黑体" panose="02010609060101010101" pitchFamily="49" charset="-122"/>
              </a:rPr>
              <a:t>分解</a:t>
            </a:r>
            <a:endParaRPr lang="zh-CN" altLang="en-US" sz="3200" b="1" dirty="0">
              <a:latin typeface="Times New Roman" panose="02020603050405020304" pitchFamily="18" charset="0"/>
              <a:ea typeface="黑体" panose="02010609060101010101" pitchFamily="49" charset="-122"/>
            </a:endParaRPr>
          </a:p>
        </p:txBody>
      </p:sp>
      <p:graphicFrame>
        <p:nvGraphicFramePr>
          <p:cNvPr id="46082" name="Object 1024"/>
          <p:cNvGraphicFramePr>
            <a:graphicFrameLocks noChangeAspect="1"/>
          </p:cNvGraphicFramePr>
          <p:nvPr/>
        </p:nvGraphicFramePr>
        <p:xfrm>
          <a:off x="609600" y="914400"/>
          <a:ext cx="3192463" cy="2309813"/>
        </p:xfrm>
        <a:graphic>
          <a:graphicData uri="http://schemas.openxmlformats.org/presentationml/2006/ole">
            <mc:AlternateContent xmlns:mc="http://schemas.openxmlformats.org/markup-compatibility/2006">
              <mc:Choice xmlns:v="urn:schemas-microsoft-com:vml" Requires="v">
                <p:oleObj spid="_x0000_s3107" name="" r:id="rId1" imgW="1282700" imgH="927100" progId="Equation.3">
                  <p:embed/>
                </p:oleObj>
              </mc:Choice>
              <mc:Fallback>
                <p:oleObj name="" r:id="rId1" imgW="1282700" imgH="927100" progId="Equation.3">
                  <p:embed/>
                  <p:pic>
                    <p:nvPicPr>
                      <p:cNvPr id="0" name="图片 3106"/>
                      <p:cNvPicPr/>
                      <p:nvPr/>
                    </p:nvPicPr>
                    <p:blipFill>
                      <a:blip r:embed="rId2"/>
                      <a:stretch>
                        <a:fillRect/>
                      </a:stretch>
                    </p:blipFill>
                    <p:spPr>
                      <a:xfrm>
                        <a:off x="609600" y="914400"/>
                        <a:ext cx="3192463" cy="2309813"/>
                      </a:xfrm>
                      <a:prstGeom prst="rect">
                        <a:avLst/>
                      </a:prstGeom>
                      <a:noFill/>
                      <a:ln w="38100">
                        <a:noFill/>
                        <a:miter/>
                      </a:ln>
                    </p:spPr>
                  </p:pic>
                </p:oleObj>
              </mc:Fallback>
            </mc:AlternateContent>
          </a:graphicData>
        </a:graphic>
      </p:graphicFrame>
      <p:sp>
        <p:nvSpPr>
          <p:cNvPr id="32787" name="Text Box 19"/>
          <p:cNvSpPr txBox="1"/>
          <p:nvPr/>
        </p:nvSpPr>
        <p:spPr>
          <a:xfrm>
            <a:off x="3962400" y="1600200"/>
            <a:ext cx="838200" cy="701675"/>
          </a:xfrm>
          <a:prstGeom prst="rect">
            <a:avLst/>
          </a:prstGeom>
          <a:noFill/>
          <a:ln w="9525">
            <a:noFill/>
          </a:ln>
        </p:spPr>
        <p:txBody>
          <a:bodyPr anchor="t" anchorCtr="0">
            <a:spAutoFit/>
          </a:bodyPr>
          <a:p>
            <a:pPr>
              <a:spcBef>
                <a:spcPct val="50000"/>
              </a:spcBef>
            </a:pPr>
            <a:r>
              <a:rPr lang="en-US" altLang="zh-CN" sz="40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4000" dirty="0">
              <a:latin typeface="Times New Roman" panose="02020603050405020304" pitchFamily="18" charset="0"/>
              <a:ea typeface="宋体" panose="02010600030101010101" pitchFamily="2" charset="-122"/>
            </a:endParaRPr>
          </a:p>
        </p:txBody>
      </p:sp>
      <p:graphicFrame>
        <p:nvGraphicFramePr>
          <p:cNvPr id="49153" name="Object 1025"/>
          <p:cNvGraphicFramePr>
            <a:graphicFrameLocks noChangeAspect="1"/>
          </p:cNvGraphicFramePr>
          <p:nvPr/>
        </p:nvGraphicFramePr>
        <p:xfrm>
          <a:off x="4876800" y="838200"/>
          <a:ext cx="2940050" cy="2309813"/>
        </p:xfrm>
        <a:graphic>
          <a:graphicData uri="http://schemas.openxmlformats.org/presentationml/2006/ole">
            <mc:AlternateContent xmlns:mc="http://schemas.openxmlformats.org/markup-compatibility/2006">
              <mc:Choice xmlns:v="urn:schemas-microsoft-com:vml" Requires="v">
                <p:oleObj spid="_x0000_s3106" name="" r:id="rId3" imgW="1181100" imgH="927100" progId="Equation.3">
                  <p:embed/>
                </p:oleObj>
              </mc:Choice>
              <mc:Fallback>
                <p:oleObj name="" r:id="rId3" imgW="1181100" imgH="927100" progId="Equation.3">
                  <p:embed/>
                  <p:pic>
                    <p:nvPicPr>
                      <p:cNvPr id="0" name="图片 3105"/>
                      <p:cNvPicPr/>
                      <p:nvPr/>
                    </p:nvPicPr>
                    <p:blipFill>
                      <a:blip r:embed="rId4"/>
                      <a:stretch>
                        <a:fillRect/>
                      </a:stretch>
                    </p:blipFill>
                    <p:spPr>
                      <a:xfrm>
                        <a:off x="4876800" y="838200"/>
                        <a:ext cx="2940050" cy="2309813"/>
                      </a:xfrm>
                      <a:prstGeom prst="rect">
                        <a:avLst/>
                      </a:prstGeom>
                      <a:noFill/>
                      <a:ln w="38100">
                        <a:noFill/>
                        <a:miter/>
                      </a:ln>
                    </p:spPr>
                  </p:pic>
                </p:oleObj>
              </mc:Fallback>
            </mc:AlternateContent>
          </a:graphicData>
        </a:graphic>
      </p:graphicFrame>
      <p:graphicFrame>
        <p:nvGraphicFramePr>
          <p:cNvPr id="49154" name="Object 1026"/>
          <p:cNvGraphicFramePr>
            <a:graphicFrameLocks noChangeAspect="1"/>
          </p:cNvGraphicFramePr>
          <p:nvPr/>
        </p:nvGraphicFramePr>
        <p:xfrm>
          <a:off x="762000" y="3429000"/>
          <a:ext cx="3224213" cy="2309813"/>
        </p:xfrm>
        <a:graphic>
          <a:graphicData uri="http://schemas.openxmlformats.org/presentationml/2006/ole">
            <mc:AlternateContent xmlns:mc="http://schemas.openxmlformats.org/markup-compatibility/2006">
              <mc:Choice xmlns:v="urn:schemas-microsoft-com:vml" Requires="v">
                <p:oleObj spid="_x0000_s3105" name="" r:id="rId5" imgW="1295400" imgH="927100" progId="Equation.3">
                  <p:embed/>
                </p:oleObj>
              </mc:Choice>
              <mc:Fallback>
                <p:oleObj name="" r:id="rId5" imgW="1295400" imgH="927100" progId="Equation.3">
                  <p:embed/>
                  <p:pic>
                    <p:nvPicPr>
                      <p:cNvPr id="0" name="图片 3104"/>
                      <p:cNvPicPr/>
                      <p:nvPr/>
                    </p:nvPicPr>
                    <p:blipFill>
                      <a:blip r:embed="rId6"/>
                      <a:stretch>
                        <a:fillRect/>
                      </a:stretch>
                    </p:blipFill>
                    <p:spPr>
                      <a:xfrm>
                        <a:off x="762000" y="3429000"/>
                        <a:ext cx="3224213" cy="2309813"/>
                      </a:xfrm>
                      <a:prstGeom prst="rect">
                        <a:avLst/>
                      </a:prstGeom>
                      <a:noFill/>
                      <a:ln w="38100">
                        <a:noFill/>
                        <a:miter/>
                      </a:ln>
                    </p:spPr>
                  </p:pic>
                </p:oleObj>
              </mc:Fallback>
            </mc:AlternateContent>
          </a:graphicData>
        </a:graphic>
      </p:graphicFrame>
      <p:graphicFrame>
        <p:nvGraphicFramePr>
          <p:cNvPr id="49155" name="Object 1027"/>
          <p:cNvGraphicFramePr>
            <a:graphicFrameLocks noChangeAspect="1"/>
          </p:cNvGraphicFramePr>
          <p:nvPr/>
        </p:nvGraphicFramePr>
        <p:xfrm>
          <a:off x="4810125" y="3405188"/>
          <a:ext cx="3857625" cy="2309812"/>
        </p:xfrm>
        <a:graphic>
          <a:graphicData uri="http://schemas.openxmlformats.org/presentationml/2006/ole">
            <mc:AlternateContent xmlns:mc="http://schemas.openxmlformats.org/markup-compatibility/2006">
              <mc:Choice xmlns:v="urn:schemas-microsoft-com:vml" Requires="v">
                <p:oleObj spid="_x0000_s3103" name="" r:id="rId7" imgW="1549400" imgH="927100" progId="Equation.3">
                  <p:embed/>
                </p:oleObj>
              </mc:Choice>
              <mc:Fallback>
                <p:oleObj name="" r:id="rId7" imgW="1549400" imgH="927100" progId="Equation.3">
                  <p:embed/>
                  <p:pic>
                    <p:nvPicPr>
                      <p:cNvPr id="0" name="图片 3102"/>
                      <p:cNvPicPr/>
                      <p:nvPr/>
                    </p:nvPicPr>
                    <p:blipFill>
                      <a:blip r:embed="rId8"/>
                      <a:stretch>
                        <a:fillRect/>
                      </a:stretch>
                    </p:blipFill>
                    <p:spPr>
                      <a:xfrm>
                        <a:off x="4810125" y="3405188"/>
                        <a:ext cx="3857625" cy="2309812"/>
                      </a:xfrm>
                      <a:prstGeom prst="rect">
                        <a:avLst/>
                      </a:prstGeom>
                      <a:noFill/>
                      <a:ln w="38100">
                        <a:noFill/>
                        <a:miter/>
                      </a:ln>
                    </p:spPr>
                  </p:pic>
                </p:oleObj>
              </mc:Fallback>
            </mc:AlternateContent>
          </a:graphicData>
        </a:graphic>
      </p:graphicFrame>
      <p:sp>
        <p:nvSpPr>
          <p:cNvPr id="32791" name="Text Box 23"/>
          <p:cNvSpPr txBox="1"/>
          <p:nvPr/>
        </p:nvSpPr>
        <p:spPr>
          <a:xfrm>
            <a:off x="4114800" y="4175125"/>
            <a:ext cx="838200" cy="701675"/>
          </a:xfrm>
          <a:prstGeom prst="rect">
            <a:avLst/>
          </a:prstGeom>
          <a:noFill/>
          <a:ln w="9525">
            <a:noFill/>
          </a:ln>
        </p:spPr>
        <p:txBody>
          <a:bodyPr anchor="t" anchorCtr="0">
            <a:spAutoFit/>
          </a:bodyPr>
          <a:p>
            <a:pPr>
              <a:spcBef>
                <a:spcPct val="50000"/>
              </a:spcBef>
            </a:pPr>
            <a:r>
              <a:rPr lang="en-US" altLang="zh-CN" sz="40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4000" dirty="0">
              <a:latin typeface="Times New Roman" panose="02020603050405020304" pitchFamily="18" charset="0"/>
              <a:ea typeface="宋体" panose="02010600030101010101" pitchFamily="2" charset="-122"/>
            </a:endParaRPr>
          </a:p>
        </p:txBody>
      </p:sp>
      <p:sp>
        <p:nvSpPr>
          <p:cNvPr id="32792" name="Text Box 24"/>
          <p:cNvSpPr txBox="1"/>
          <p:nvPr/>
        </p:nvSpPr>
        <p:spPr>
          <a:xfrm>
            <a:off x="7924800" y="1584325"/>
            <a:ext cx="838200" cy="701675"/>
          </a:xfrm>
          <a:prstGeom prst="rect">
            <a:avLst/>
          </a:prstGeom>
          <a:noFill/>
          <a:ln w="9525">
            <a:noFill/>
          </a:ln>
        </p:spPr>
        <p:txBody>
          <a:bodyPr anchor="t" anchorCtr="0">
            <a:spAutoFit/>
          </a:bodyPr>
          <a:p>
            <a:pPr>
              <a:spcBef>
                <a:spcPct val="50000"/>
              </a:spcBef>
            </a:pPr>
            <a:r>
              <a:rPr lang="en-US" altLang="zh-CN" sz="40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4000" dirty="0">
              <a:latin typeface="Times New Roman" panose="02020603050405020304" pitchFamily="18" charset="0"/>
              <a:ea typeface="宋体" panose="02010600030101010101" pitchFamily="2" charset="-122"/>
            </a:endParaRPr>
          </a:p>
        </p:txBody>
      </p:sp>
      <p:sp>
        <p:nvSpPr>
          <p:cNvPr id="32794" name="Line 26"/>
          <p:cNvSpPr/>
          <p:nvPr/>
        </p:nvSpPr>
        <p:spPr>
          <a:xfrm>
            <a:off x="5791200" y="1524000"/>
            <a:ext cx="0" cy="1447800"/>
          </a:xfrm>
          <a:prstGeom prst="line">
            <a:avLst/>
          </a:prstGeom>
          <a:ln w="19050" cap="flat" cmpd="sng">
            <a:solidFill>
              <a:srgbClr val="FF3300"/>
            </a:solidFill>
            <a:prstDash val="solid"/>
            <a:round/>
            <a:headEnd type="none" w="med" len="med"/>
            <a:tailEnd type="triangle" w="med" len="med"/>
          </a:ln>
        </p:spPr>
      </p:sp>
      <p:sp>
        <p:nvSpPr>
          <p:cNvPr id="32795" name="Line 27"/>
          <p:cNvSpPr/>
          <p:nvPr/>
        </p:nvSpPr>
        <p:spPr>
          <a:xfrm>
            <a:off x="2133600" y="4495800"/>
            <a:ext cx="1600200" cy="0"/>
          </a:xfrm>
          <a:prstGeom prst="line">
            <a:avLst/>
          </a:prstGeom>
          <a:ln w="19050" cap="flat" cmpd="sng">
            <a:solidFill>
              <a:srgbClr val="FF3300"/>
            </a:solidFill>
            <a:prstDash val="solid"/>
            <a:round/>
            <a:headEnd type="none" w="med" len="med"/>
            <a:tailEnd type="triangle" w="med" len="med"/>
          </a:ln>
        </p:spPr>
      </p:sp>
      <p:sp>
        <p:nvSpPr>
          <p:cNvPr id="32796" name="Line 28"/>
          <p:cNvSpPr/>
          <p:nvPr/>
        </p:nvSpPr>
        <p:spPr>
          <a:xfrm>
            <a:off x="2438400" y="4648200"/>
            <a:ext cx="0" cy="990600"/>
          </a:xfrm>
          <a:prstGeom prst="line">
            <a:avLst/>
          </a:prstGeom>
          <a:ln w="19050" cap="flat" cmpd="sng">
            <a:solidFill>
              <a:srgbClr val="FF3300"/>
            </a:solidFill>
            <a:prstDash val="solid"/>
            <a:round/>
            <a:headEnd type="none" w="med" len="med"/>
            <a:tailEnd type="triangle" w="med" len="med"/>
          </a:ln>
        </p:spPr>
      </p:sp>
      <p:sp>
        <p:nvSpPr>
          <p:cNvPr id="32798" name="Line 30"/>
          <p:cNvSpPr/>
          <p:nvPr/>
        </p:nvSpPr>
        <p:spPr>
          <a:xfrm>
            <a:off x="6934200" y="5105400"/>
            <a:ext cx="1447800" cy="0"/>
          </a:xfrm>
          <a:prstGeom prst="line">
            <a:avLst/>
          </a:prstGeom>
          <a:ln w="19050" cap="flat" cmpd="sng">
            <a:solidFill>
              <a:srgbClr val="FF3300"/>
            </a:solidFill>
            <a:prstDash val="solid"/>
            <a:round/>
            <a:headEnd type="none" w="med" len="med"/>
            <a:tailEnd type="triangle" w="med" len="med"/>
          </a:ln>
        </p:spPr>
      </p:sp>
      <p:sp>
        <p:nvSpPr>
          <p:cNvPr id="32799" name="Line 31"/>
          <p:cNvSpPr/>
          <p:nvPr/>
        </p:nvSpPr>
        <p:spPr>
          <a:xfrm>
            <a:off x="7696200" y="5181600"/>
            <a:ext cx="0" cy="381000"/>
          </a:xfrm>
          <a:prstGeom prst="line">
            <a:avLst/>
          </a:prstGeom>
          <a:ln w="28575" cap="flat" cmpd="sng">
            <a:solidFill>
              <a:srgbClr val="FF3300"/>
            </a:solidFill>
            <a:prstDash val="solid"/>
            <a:round/>
            <a:headEnd type="none" w="med" len="med"/>
            <a:tailEnd type="triangle" w="med" len="med"/>
          </a:ln>
        </p:spPr>
      </p:sp>
      <p:sp>
        <p:nvSpPr>
          <p:cNvPr id="16" name="Line 27"/>
          <p:cNvSpPr/>
          <p:nvPr/>
        </p:nvSpPr>
        <p:spPr>
          <a:xfrm>
            <a:off x="5143500" y="1428750"/>
            <a:ext cx="2428875" cy="0"/>
          </a:xfrm>
          <a:prstGeom prst="line">
            <a:avLst/>
          </a:prstGeom>
          <a:ln w="19050" cap="flat" cmpd="sng">
            <a:solidFill>
              <a:srgbClr val="FF3300"/>
            </a:solidFill>
            <a:prstDash val="solid"/>
            <a:roun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87">
                                            <p:txEl>
                                              <p:charRg st="0" end="2"/>
                                            </p:txEl>
                                          </p:spTgt>
                                        </p:tgtEl>
                                        <p:attrNameLst>
                                          <p:attrName>style.visibility</p:attrName>
                                        </p:attrNameLst>
                                      </p:cBhvr>
                                      <p:to>
                                        <p:strVal val="visible"/>
                                      </p:to>
                                    </p:set>
                                    <p:animEffect transition="in" filter="wipe(left)">
                                      <p:cBhvr>
                                        <p:cTn id="7" dur="500"/>
                                        <p:tgtEl>
                                          <p:spTgt spid="32787">
                                            <p:txEl>
                                              <p:charRg st="0"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153"/>
                                        </p:tgtEl>
                                        <p:attrNameLst>
                                          <p:attrName>style.visibility</p:attrName>
                                        </p:attrNameLst>
                                      </p:cBhvr>
                                      <p:to>
                                        <p:strVal val="visible"/>
                                      </p:to>
                                    </p:set>
                                    <p:animEffect transition="in" filter="wipe(left)">
                                      <p:cBhvr>
                                        <p:cTn id="12" dur="500"/>
                                        <p:tgtEl>
                                          <p:spTgt spid="491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2794"/>
                                        </p:tgtEl>
                                        <p:attrNameLst>
                                          <p:attrName>style.visibility</p:attrName>
                                        </p:attrNameLst>
                                      </p:cBhvr>
                                      <p:to>
                                        <p:strVal val="visible"/>
                                      </p:to>
                                    </p:set>
                                    <p:animEffect transition="in" filter="wipe(up)">
                                      <p:cBhvr>
                                        <p:cTn id="22" dur="500"/>
                                        <p:tgtEl>
                                          <p:spTgt spid="327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92">
                                            <p:txEl>
                                              <p:charRg st="0" end="2"/>
                                            </p:txEl>
                                          </p:spTgt>
                                        </p:tgtEl>
                                        <p:attrNameLst>
                                          <p:attrName>style.visibility</p:attrName>
                                        </p:attrNameLst>
                                      </p:cBhvr>
                                      <p:to>
                                        <p:strVal val="visible"/>
                                      </p:to>
                                    </p:set>
                                    <p:animEffect transition="in" filter="wipe(left)">
                                      <p:cBhvr>
                                        <p:cTn id="27" dur="500"/>
                                        <p:tgtEl>
                                          <p:spTgt spid="32792">
                                            <p:txEl>
                                              <p:charRg st="0"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9154"/>
                                        </p:tgtEl>
                                        <p:attrNameLst>
                                          <p:attrName>style.visibility</p:attrName>
                                        </p:attrNameLst>
                                      </p:cBhvr>
                                      <p:to>
                                        <p:strVal val="visible"/>
                                      </p:to>
                                    </p:set>
                                    <p:animEffect transition="in" filter="wipe(left)">
                                      <p:cBhvr>
                                        <p:cTn id="32" dur="500"/>
                                        <p:tgtEl>
                                          <p:spTgt spid="491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2795"/>
                                        </p:tgtEl>
                                        <p:attrNameLst>
                                          <p:attrName>style.visibility</p:attrName>
                                        </p:attrNameLst>
                                      </p:cBhvr>
                                      <p:to>
                                        <p:strVal val="visible"/>
                                      </p:to>
                                    </p:set>
                                    <p:animEffect transition="in" filter="wipe(left)">
                                      <p:cBhvr>
                                        <p:cTn id="37" dur="500"/>
                                        <p:tgtEl>
                                          <p:spTgt spid="3279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2796"/>
                                        </p:tgtEl>
                                        <p:attrNameLst>
                                          <p:attrName>style.visibility</p:attrName>
                                        </p:attrNameLst>
                                      </p:cBhvr>
                                      <p:to>
                                        <p:strVal val="visible"/>
                                      </p:to>
                                    </p:set>
                                    <p:animEffect transition="in" filter="wipe(up)">
                                      <p:cBhvr>
                                        <p:cTn id="42" dur="500"/>
                                        <p:tgtEl>
                                          <p:spTgt spid="3279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2791">
                                            <p:txEl>
                                              <p:charRg st="0" end="2"/>
                                            </p:txEl>
                                          </p:spTgt>
                                        </p:tgtEl>
                                        <p:attrNameLst>
                                          <p:attrName>style.visibility</p:attrName>
                                        </p:attrNameLst>
                                      </p:cBhvr>
                                      <p:to>
                                        <p:strVal val="visible"/>
                                      </p:to>
                                    </p:set>
                                    <p:animEffect transition="in" filter="wipe(left)">
                                      <p:cBhvr>
                                        <p:cTn id="47" dur="500"/>
                                        <p:tgtEl>
                                          <p:spTgt spid="32791">
                                            <p:txEl>
                                              <p:charRg st="0"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9155"/>
                                        </p:tgtEl>
                                        <p:attrNameLst>
                                          <p:attrName>style.visibility</p:attrName>
                                        </p:attrNameLst>
                                      </p:cBhvr>
                                      <p:to>
                                        <p:strVal val="visible"/>
                                      </p:to>
                                    </p:set>
                                    <p:animEffect transition="in" filter="wipe(left)">
                                      <p:cBhvr>
                                        <p:cTn id="52" dur="500"/>
                                        <p:tgtEl>
                                          <p:spTgt spid="4915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2798"/>
                                        </p:tgtEl>
                                        <p:attrNameLst>
                                          <p:attrName>style.visibility</p:attrName>
                                        </p:attrNameLst>
                                      </p:cBhvr>
                                      <p:to>
                                        <p:strVal val="visible"/>
                                      </p:to>
                                    </p:set>
                                    <p:animEffect transition="in" filter="wipe(left)">
                                      <p:cBhvr>
                                        <p:cTn id="57" dur="500"/>
                                        <p:tgtEl>
                                          <p:spTgt spid="3279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2799"/>
                                        </p:tgtEl>
                                        <p:attrNameLst>
                                          <p:attrName>style.visibility</p:attrName>
                                        </p:attrNameLst>
                                      </p:cBhvr>
                                      <p:to>
                                        <p:strVal val="visible"/>
                                      </p:to>
                                    </p:set>
                                    <p:animEffect transition="in" filter="wipe(up)">
                                      <p:cBhvr>
                                        <p:cTn id="62" dur="500"/>
                                        <p:tgtEl>
                                          <p:spTgt spid="32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7" grpId="0" build="p"/>
      <p:bldP spid="32791" grpId="0" build="p"/>
      <p:bldP spid="32792"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7105" name="Object 1024"/>
          <p:cNvGraphicFramePr>
            <a:graphicFrameLocks noChangeAspect="1"/>
          </p:cNvGraphicFramePr>
          <p:nvPr/>
        </p:nvGraphicFramePr>
        <p:xfrm>
          <a:off x="4714875" y="2143125"/>
          <a:ext cx="3824288" cy="2309813"/>
        </p:xfrm>
        <a:graphic>
          <a:graphicData uri="http://schemas.openxmlformats.org/presentationml/2006/ole">
            <mc:AlternateContent xmlns:mc="http://schemas.openxmlformats.org/markup-compatibility/2006">
              <mc:Choice xmlns:v="urn:schemas-microsoft-com:vml" Requires="v">
                <p:oleObj spid="_x0000_s3108" name="" r:id="rId1" imgW="1536700" imgH="927100" progId="Equation.3">
                  <p:embed/>
                </p:oleObj>
              </mc:Choice>
              <mc:Fallback>
                <p:oleObj name="" r:id="rId1" imgW="1536700" imgH="927100" progId="Equation.3">
                  <p:embed/>
                  <p:pic>
                    <p:nvPicPr>
                      <p:cNvPr id="0" name="图片 3107"/>
                      <p:cNvPicPr/>
                      <p:nvPr/>
                    </p:nvPicPr>
                    <p:blipFill>
                      <a:blip r:embed="rId2"/>
                      <a:stretch>
                        <a:fillRect/>
                      </a:stretch>
                    </p:blipFill>
                    <p:spPr>
                      <a:xfrm>
                        <a:off x="4714875" y="2143125"/>
                        <a:ext cx="3824288" cy="2309813"/>
                      </a:xfrm>
                      <a:prstGeom prst="rect">
                        <a:avLst/>
                      </a:prstGeom>
                      <a:noFill/>
                      <a:ln w="38100">
                        <a:noFill/>
                        <a:miter/>
                      </a:ln>
                    </p:spPr>
                  </p:pic>
                </p:oleObj>
              </mc:Fallback>
            </mc:AlternateContent>
          </a:graphicData>
        </a:graphic>
      </p:graphicFrame>
      <p:graphicFrame>
        <p:nvGraphicFramePr>
          <p:cNvPr id="47106" name="Object 1025"/>
          <p:cNvGraphicFramePr>
            <a:graphicFrameLocks noChangeAspect="1"/>
          </p:cNvGraphicFramePr>
          <p:nvPr/>
        </p:nvGraphicFramePr>
        <p:xfrm>
          <a:off x="428625" y="2143125"/>
          <a:ext cx="3919538" cy="2309813"/>
        </p:xfrm>
        <a:graphic>
          <a:graphicData uri="http://schemas.openxmlformats.org/presentationml/2006/ole">
            <mc:AlternateContent xmlns:mc="http://schemas.openxmlformats.org/markup-compatibility/2006">
              <mc:Choice xmlns:v="urn:schemas-microsoft-com:vml" Requires="v">
                <p:oleObj spid="_x0000_s3104" name="" r:id="rId3" imgW="1574800" imgH="927100" progId="Equation.3">
                  <p:embed/>
                </p:oleObj>
              </mc:Choice>
              <mc:Fallback>
                <p:oleObj name="" r:id="rId3" imgW="1574800" imgH="927100" progId="Equation.3">
                  <p:embed/>
                  <p:pic>
                    <p:nvPicPr>
                      <p:cNvPr id="0" name="图片 3103"/>
                      <p:cNvPicPr/>
                      <p:nvPr/>
                    </p:nvPicPr>
                    <p:blipFill>
                      <a:blip r:embed="rId4"/>
                      <a:stretch>
                        <a:fillRect/>
                      </a:stretch>
                    </p:blipFill>
                    <p:spPr>
                      <a:xfrm>
                        <a:off x="428625" y="2143125"/>
                        <a:ext cx="3919538" cy="2309813"/>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Text Box 2"/>
          <p:cNvSpPr txBox="1"/>
          <p:nvPr/>
        </p:nvSpPr>
        <p:spPr>
          <a:xfrm>
            <a:off x="381000" y="304800"/>
            <a:ext cx="8077200" cy="579438"/>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200" b="1" dirty="0">
                <a:solidFill>
                  <a:srgbClr val="0070C0"/>
                </a:solidFill>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求矩阵的</a:t>
            </a:r>
            <a:r>
              <a:rPr lang="en-US" altLang="zh-CN" sz="3200" b="1" dirty="0">
                <a:latin typeface="Times New Roman" panose="02020603050405020304" pitchFamily="18" charset="0"/>
                <a:ea typeface="黑体" panose="02010609060101010101" pitchFamily="49" charset="-122"/>
              </a:rPr>
              <a:t>Crout</a:t>
            </a:r>
            <a:r>
              <a:rPr lang="zh-CN" altLang="en-US" sz="3200" b="1" dirty="0">
                <a:latin typeface="Times New Roman" panose="02020603050405020304" pitchFamily="18" charset="0"/>
                <a:ea typeface="黑体" panose="02010609060101010101" pitchFamily="49" charset="-122"/>
              </a:rPr>
              <a:t>分解</a:t>
            </a:r>
            <a:endParaRPr lang="zh-CN" altLang="en-US" sz="3200" b="1" dirty="0">
              <a:latin typeface="Times New Roman" panose="02020603050405020304" pitchFamily="18" charset="0"/>
              <a:ea typeface="黑体" panose="02010609060101010101" pitchFamily="49" charset="-122"/>
            </a:endParaRPr>
          </a:p>
        </p:txBody>
      </p:sp>
      <p:graphicFrame>
        <p:nvGraphicFramePr>
          <p:cNvPr id="53250" name="Object 1024"/>
          <p:cNvGraphicFramePr>
            <a:graphicFrameLocks noChangeAspect="1"/>
          </p:cNvGraphicFramePr>
          <p:nvPr/>
        </p:nvGraphicFramePr>
        <p:xfrm>
          <a:off x="609600" y="914400"/>
          <a:ext cx="3192463" cy="2309813"/>
        </p:xfrm>
        <a:graphic>
          <a:graphicData uri="http://schemas.openxmlformats.org/presentationml/2006/ole">
            <mc:AlternateContent xmlns:mc="http://schemas.openxmlformats.org/markup-compatibility/2006">
              <mc:Choice xmlns:v="urn:schemas-microsoft-com:vml" Requires="v">
                <p:oleObj spid="_x0000_s3092" name="" r:id="rId1" imgW="1282700" imgH="927100" progId="Equation.DSMT4">
                  <p:embed/>
                </p:oleObj>
              </mc:Choice>
              <mc:Fallback>
                <p:oleObj name="" r:id="rId1" imgW="1282700" imgH="927100" progId="Equation.DSMT4">
                  <p:embed/>
                  <p:pic>
                    <p:nvPicPr>
                      <p:cNvPr id="0" name="图片 3091"/>
                      <p:cNvPicPr/>
                      <p:nvPr/>
                    </p:nvPicPr>
                    <p:blipFill>
                      <a:blip r:embed="rId2"/>
                      <a:stretch>
                        <a:fillRect/>
                      </a:stretch>
                    </p:blipFill>
                    <p:spPr>
                      <a:xfrm>
                        <a:off x="609600" y="914400"/>
                        <a:ext cx="3192463" cy="2309813"/>
                      </a:xfrm>
                      <a:prstGeom prst="rect">
                        <a:avLst/>
                      </a:prstGeom>
                      <a:noFill/>
                      <a:ln w="38100">
                        <a:noFill/>
                        <a:miter/>
                      </a:ln>
                    </p:spPr>
                  </p:pic>
                </p:oleObj>
              </mc:Fallback>
            </mc:AlternateContent>
          </a:graphicData>
        </a:graphic>
      </p:graphicFrame>
      <p:sp>
        <p:nvSpPr>
          <p:cNvPr id="32787" name="Text Box 19"/>
          <p:cNvSpPr txBox="1"/>
          <p:nvPr/>
        </p:nvSpPr>
        <p:spPr>
          <a:xfrm>
            <a:off x="3962400" y="1600200"/>
            <a:ext cx="838200" cy="701675"/>
          </a:xfrm>
          <a:prstGeom prst="rect">
            <a:avLst/>
          </a:prstGeom>
          <a:noFill/>
          <a:ln w="9525">
            <a:noFill/>
          </a:ln>
        </p:spPr>
        <p:txBody>
          <a:bodyPr anchor="t" anchorCtr="0">
            <a:spAutoFit/>
          </a:bodyPr>
          <a:p>
            <a:pPr>
              <a:spcBef>
                <a:spcPct val="50000"/>
              </a:spcBef>
            </a:pPr>
            <a:r>
              <a:rPr lang="en-US" altLang="zh-CN" sz="40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4000" dirty="0">
              <a:latin typeface="Times New Roman" panose="02020603050405020304" pitchFamily="18" charset="0"/>
              <a:ea typeface="宋体" panose="02010600030101010101" pitchFamily="2" charset="-122"/>
            </a:endParaRPr>
          </a:p>
        </p:txBody>
      </p:sp>
      <p:graphicFrame>
        <p:nvGraphicFramePr>
          <p:cNvPr id="2" name="Object 1025"/>
          <p:cNvGraphicFramePr>
            <a:graphicFrameLocks noChangeAspect="1"/>
          </p:cNvGraphicFramePr>
          <p:nvPr/>
        </p:nvGraphicFramePr>
        <p:xfrm>
          <a:off x="4857750" y="928688"/>
          <a:ext cx="2500313" cy="2286000"/>
        </p:xfrm>
        <a:graphic>
          <a:graphicData uri="http://schemas.openxmlformats.org/presentationml/2006/ole">
            <mc:AlternateContent xmlns:mc="http://schemas.openxmlformats.org/markup-compatibility/2006">
              <mc:Choice xmlns:v="urn:schemas-microsoft-com:vml" Requires="v">
                <p:oleObj spid="_x0000_s3094" name="" r:id="rId3" imgW="1320800" imgH="1206500" progId="Equation.DSMT4">
                  <p:embed/>
                </p:oleObj>
              </mc:Choice>
              <mc:Fallback>
                <p:oleObj name="" r:id="rId3" imgW="1320800" imgH="1206500" progId="Equation.DSMT4">
                  <p:embed/>
                  <p:pic>
                    <p:nvPicPr>
                      <p:cNvPr id="0" name="图片 3093"/>
                      <p:cNvPicPr/>
                      <p:nvPr/>
                    </p:nvPicPr>
                    <p:blipFill>
                      <a:blip r:embed="rId4"/>
                      <a:stretch>
                        <a:fillRect/>
                      </a:stretch>
                    </p:blipFill>
                    <p:spPr>
                      <a:xfrm>
                        <a:off x="4857750" y="928688"/>
                        <a:ext cx="2500313" cy="2286000"/>
                      </a:xfrm>
                      <a:prstGeom prst="rect">
                        <a:avLst/>
                      </a:prstGeom>
                      <a:noFill/>
                      <a:ln w="38100">
                        <a:noFill/>
                        <a:miter/>
                      </a:ln>
                    </p:spPr>
                  </p:pic>
                </p:oleObj>
              </mc:Fallback>
            </mc:AlternateContent>
          </a:graphicData>
        </a:graphic>
      </p:graphicFrame>
      <p:sp>
        <p:nvSpPr>
          <p:cNvPr id="32791" name="Text Box 23"/>
          <p:cNvSpPr txBox="1"/>
          <p:nvPr/>
        </p:nvSpPr>
        <p:spPr>
          <a:xfrm>
            <a:off x="4519613" y="4175125"/>
            <a:ext cx="838200" cy="701675"/>
          </a:xfrm>
          <a:prstGeom prst="rect">
            <a:avLst/>
          </a:prstGeom>
          <a:noFill/>
          <a:ln w="9525">
            <a:noFill/>
          </a:ln>
        </p:spPr>
        <p:txBody>
          <a:bodyPr anchor="t" anchorCtr="0">
            <a:spAutoFit/>
          </a:bodyPr>
          <a:p>
            <a:pPr>
              <a:spcBef>
                <a:spcPct val="50000"/>
              </a:spcBef>
            </a:pPr>
            <a:r>
              <a:rPr lang="en-US" altLang="zh-CN" sz="40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4000" dirty="0">
              <a:latin typeface="Times New Roman" panose="02020603050405020304" pitchFamily="18" charset="0"/>
              <a:ea typeface="宋体" panose="02010600030101010101" pitchFamily="2" charset="-122"/>
            </a:endParaRPr>
          </a:p>
        </p:txBody>
      </p:sp>
      <p:sp>
        <p:nvSpPr>
          <p:cNvPr id="32792" name="Text Box 24"/>
          <p:cNvSpPr txBox="1"/>
          <p:nvPr/>
        </p:nvSpPr>
        <p:spPr>
          <a:xfrm>
            <a:off x="7924800" y="1584325"/>
            <a:ext cx="838200" cy="701675"/>
          </a:xfrm>
          <a:prstGeom prst="rect">
            <a:avLst/>
          </a:prstGeom>
          <a:noFill/>
          <a:ln w="9525">
            <a:noFill/>
          </a:ln>
        </p:spPr>
        <p:txBody>
          <a:bodyPr anchor="t" anchorCtr="0">
            <a:spAutoFit/>
          </a:bodyPr>
          <a:p>
            <a:pPr>
              <a:spcBef>
                <a:spcPct val="50000"/>
              </a:spcBef>
            </a:pPr>
            <a:r>
              <a:rPr lang="en-US" altLang="zh-CN" sz="40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4000" dirty="0">
              <a:latin typeface="Times New Roman" panose="02020603050405020304" pitchFamily="18" charset="0"/>
              <a:ea typeface="宋体" panose="02010600030101010101" pitchFamily="2" charset="-122"/>
            </a:endParaRPr>
          </a:p>
        </p:txBody>
      </p:sp>
      <p:sp>
        <p:nvSpPr>
          <p:cNvPr id="32794" name="Line 26"/>
          <p:cNvSpPr/>
          <p:nvPr/>
        </p:nvSpPr>
        <p:spPr>
          <a:xfrm flipH="1">
            <a:off x="5429250" y="1071563"/>
            <a:ext cx="0" cy="2071687"/>
          </a:xfrm>
          <a:prstGeom prst="line">
            <a:avLst/>
          </a:prstGeom>
          <a:ln w="19050" cap="flat" cmpd="sng">
            <a:solidFill>
              <a:srgbClr val="FF3300"/>
            </a:solidFill>
            <a:prstDash val="solid"/>
            <a:round/>
            <a:headEnd type="none" w="med" len="med"/>
            <a:tailEnd type="triangle" w="med" len="med"/>
          </a:ln>
        </p:spPr>
      </p:sp>
      <p:sp>
        <p:nvSpPr>
          <p:cNvPr id="32795" name="Line 27"/>
          <p:cNvSpPr/>
          <p:nvPr/>
        </p:nvSpPr>
        <p:spPr>
          <a:xfrm flipV="1">
            <a:off x="3071813" y="4495800"/>
            <a:ext cx="1285875" cy="4763"/>
          </a:xfrm>
          <a:prstGeom prst="line">
            <a:avLst/>
          </a:prstGeom>
          <a:ln w="19050" cap="flat" cmpd="sng">
            <a:solidFill>
              <a:srgbClr val="FF3300"/>
            </a:solidFill>
            <a:prstDash val="solid"/>
            <a:round/>
            <a:headEnd type="none" w="med" len="med"/>
            <a:tailEnd type="triangle" w="med" len="med"/>
          </a:ln>
        </p:spPr>
      </p:sp>
      <p:sp>
        <p:nvSpPr>
          <p:cNvPr id="32796" name="Line 28"/>
          <p:cNvSpPr/>
          <p:nvPr/>
        </p:nvSpPr>
        <p:spPr>
          <a:xfrm>
            <a:off x="2928938" y="4071938"/>
            <a:ext cx="0" cy="1643062"/>
          </a:xfrm>
          <a:prstGeom prst="line">
            <a:avLst/>
          </a:prstGeom>
          <a:ln w="19050" cap="flat" cmpd="sng">
            <a:solidFill>
              <a:srgbClr val="FF3300"/>
            </a:solidFill>
            <a:prstDash val="solid"/>
            <a:round/>
            <a:headEnd type="none" w="med" len="med"/>
            <a:tailEnd type="triangle" w="med" len="med"/>
          </a:ln>
        </p:spPr>
      </p:sp>
      <p:sp>
        <p:nvSpPr>
          <p:cNvPr id="16" name="Line 27"/>
          <p:cNvSpPr/>
          <p:nvPr/>
        </p:nvSpPr>
        <p:spPr>
          <a:xfrm>
            <a:off x="5643563" y="1428750"/>
            <a:ext cx="1428750" cy="0"/>
          </a:xfrm>
          <a:prstGeom prst="line">
            <a:avLst/>
          </a:prstGeom>
          <a:ln w="19050" cap="flat" cmpd="sng">
            <a:solidFill>
              <a:srgbClr val="FF3300"/>
            </a:solidFill>
            <a:prstDash val="solid"/>
            <a:round/>
            <a:headEnd type="none" w="med" len="med"/>
            <a:tailEnd type="triangle" w="med" len="med"/>
          </a:ln>
        </p:spPr>
      </p:sp>
      <p:graphicFrame>
        <p:nvGraphicFramePr>
          <p:cNvPr id="3" name="Object 6"/>
          <p:cNvGraphicFramePr>
            <a:graphicFrameLocks noChangeAspect="1"/>
          </p:cNvGraphicFramePr>
          <p:nvPr/>
        </p:nvGraphicFramePr>
        <p:xfrm>
          <a:off x="1571625" y="3429000"/>
          <a:ext cx="2932113" cy="2286000"/>
        </p:xfrm>
        <a:graphic>
          <a:graphicData uri="http://schemas.openxmlformats.org/presentationml/2006/ole">
            <mc:AlternateContent xmlns:mc="http://schemas.openxmlformats.org/markup-compatibility/2006">
              <mc:Choice xmlns:v="urn:schemas-microsoft-com:vml" Requires="v">
                <p:oleObj spid="_x0000_s3082" name="" r:id="rId5" imgW="1549400" imgH="1206500" progId="Equation.DSMT4">
                  <p:embed/>
                </p:oleObj>
              </mc:Choice>
              <mc:Fallback>
                <p:oleObj name="" r:id="rId5" imgW="1549400" imgH="1206500" progId="Equation.DSMT4">
                  <p:embed/>
                  <p:pic>
                    <p:nvPicPr>
                      <p:cNvPr id="0" name="图片 3081"/>
                      <p:cNvPicPr/>
                      <p:nvPr/>
                    </p:nvPicPr>
                    <p:blipFill>
                      <a:blip r:embed="rId6"/>
                      <a:stretch>
                        <a:fillRect/>
                      </a:stretch>
                    </p:blipFill>
                    <p:spPr>
                      <a:xfrm>
                        <a:off x="1571625" y="3429000"/>
                        <a:ext cx="2932113" cy="2286000"/>
                      </a:xfrm>
                      <a:prstGeom prst="rect">
                        <a:avLst/>
                      </a:prstGeom>
                      <a:noFill/>
                      <a:ln w="38100">
                        <a:noFill/>
                        <a:miter/>
                      </a:ln>
                    </p:spPr>
                  </p:pic>
                </p:oleObj>
              </mc:Fallback>
            </mc:AlternateContent>
          </a:graphicData>
        </a:graphic>
      </p:graphicFrame>
      <p:graphicFrame>
        <p:nvGraphicFramePr>
          <p:cNvPr id="4" name="Object 7"/>
          <p:cNvGraphicFramePr>
            <a:graphicFrameLocks noChangeAspect="1"/>
          </p:cNvGraphicFramePr>
          <p:nvPr/>
        </p:nvGraphicFramePr>
        <p:xfrm>
          <a:off x="5286375" y="3500438"/>
          <a:ext cx="3124200" cy="2286000"/>
        </p:xfrm>
        <a:graphic>
          <a:graphicData uri="http://schemas.openxmlformats.org/presentationml/2006/ole">
            <mc:AlternateContent xmlns:mc="http://schemas.openxmlformats.org/markup-compatibility/2006">
              <mc:Choice xmlns:v="urn:schemas-microsoft-com:vml" Requires="v">
                <p:oleObj spid="_x0000_s3083" name="" r:id="rId7" imgW="1651000" imgH="1206500" progId="Equation.DSMT4">
                  <p:embed/>
                </p:oleObj>
              </mc:Choice>
              <mc:Fallback>
                <p:oleObj name="" r:id="rId7" imgW="1651000" imgH="1206500" progId="Equation.DSMT4">
                  <p:embed/>
                  <p:pic>
                    <p:nvPicPr>
                      <p:cNvPr id="0" name="图片 3082"/>
                      <p:cNvPicPr/>
                      <p:nvPr/>
                    </p:nvPicPr>
                    <p:blipFill>
                      <a:blip r:embed="rId8"/>
                      <a:stretch>
                        <a:fillRect/>
                      </a:stretch>
                    </p:blipFill>
                    <p:spPr>
                      <a:xfrm>
                        <a:off x="5286375" y="3500438"/>
                        <a:ext cx="3124200" cy="2286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87">
                                            <p:txEl>
                                              <p:charRg st="0" end="2"/>
                                            </p:txEl>
                                          </p:spTgt>
                                        </p:tgtEl>
                                        <p:attrNameLst>
                                          <p:attrName>style.visibility</p:attrName>
                                        </p:attrNameLst>
                                      </p:cBhvr>
                                      <p:to>
                                        <p:strVal val="visible"/>
                                      </p:to>
                                    </p:set>
                                    <p:animEffect transition="in" filter="wipe(left)">
                                      <p:cBhvr>
                                        <p:cTn id="7" dur="500"/>
                                        <p:tgtEl>
                                          <p:spTgt spid="32787">
                                            <p:txEl>
                                              <p:charRg st="0"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794"/>
                                        </p:tgtEl>
                                        <p:attrNameLst>
                                          <p:attrName>style.visibility</p:attrName>
                                        </p:attrNameLst>
                                      </p:cBhvr>
                                      <p:to>
                                        <p:strVal val="visible"/>
                                      </p:to>
                                    </p:set>
                                    <p:animEffect transition="in" filter="wipe(up)">
                                      <p:cBhvr>
                                        <p:cTn id="17" dur="500"/>
                                        <p:tgtEl>
                                          <p:spTgt spid="327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92">
                                            <p:txEl>
                                              <p:charRg st="0" end="2"/>
                                            </p:txEl>
                                          </p:spTgt>
                                        </p:tgtEl>
                                        <p:attrNameLst>
                                          <p:attrName>style.visibility</p:attrName>
                                        </p:attrNameLst>
                                      </p:cBhvr>
                                      <p:to>
                                        <p:strVal val="visible"/>
                                      </p:to>
                                    </p:set>
                                    <p:animEffect transition="in" filter="wipe(left)">
                                      <p:cBhvr>
                                        <p:cTn id="27" dur="500"/>
                                        <p:tgtEl>
                                          <p:spTgt spid="32792">
                                            <p:txEl>
                                              <p:charRg st="0"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2796"/>
                                        </p:tgtEl>
                                        <p:attrNameLst>
                                          <p:attrName>style.visibility</p:attrName>
                                        </p:attrNameLst>
                                      </p:cBhvr>
                                      <p:to>
                                        <p:strVal val="visible"/>
                                      </p:to>
                                    </p:set>
                                    <p:animEffect transition="in" filter="wipe(up)">
                                      <p:cBhvr>
                                        <p:cTn id="37" dur="500"/>
                                        <p:tgtEl>
                                          <p:spTgt spid="3279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2795"/>
                                        </p:tgtEl>
                                        <p:attrNameLst>
                                          <p:attrName>style.visibility</p:attrName>
                                        </p:attrNameLst>
                                      </p:cBhvr>
                                      <p:to>
                                        <p:strVal val="visible"/>
                                      </p:to>
                                    </p:set>
                                    <p:animEffect transition="in" filter="wipe(left)">
                                      <p:cBhvr>
                                        <p:cTn id="42" dur="500"/>
                                        <p:tgtEl>
                                          <p:spTgt spid="3279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2791">
                                            <p:txEl>
                                              <p:charRg st="0" end="2"/>
                                            </p:txEl>
                                          </p:spTgt>
                                        </p:tgtEl>
                                        <p:attrNameLst>
                                          <p:attrName>style.visibility</p:attrName>
                                        </p:attrNameLst>
                                      </p:cBhvr>
                                      <p:to>
                                        <p:strVal val="visible"/>
                                      </p:to>
                                    </p:set>
                                    <p:animEffect transition="in" filter="wipe(left)">
                                      <p:cBhvr>
                                        <p:cTn id="47" dur="500"/>
                                        <p:tgtEl>
                                          <p:spTgt spid="32791">
                                            <p:txEl>
                                              <p:charRg st="0"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left)">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7" grpId="0" build="p"/>
      <p:bldP spid="32791" grpId="0" build="p"/>
      <p:bldP spid="3279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409" name="Text Box 17"/>
          <p:cNvSpPr txBox="1"/>
          <p:nvPr/>
        </p:nvSpPr>
        <p:spPr>
          <a:xfrm>
            <a:off x="4114800" y="1371600"/>
            <a:ext cx="838200" cy="641350"/>
          </a:xfrm>
          <a:prstGeom prst="rect">
            <a:avLst/>
          </a:prstGeom>
          <a:noFill/>
          <a:ln w="9525">
            <a:noFill/>
          </a:ln>
        </p:spPr>
        <p:txBody>
          <a:bodyPr anchor="t" anchorCtr="0">
            <a:spAutoFit/>
          </a:bodyPr>
          <a:p>
            <a:pPr>
              <a:spcBef>
                <a:spcPct val="50000"/>
              </a:spcBef>
            </a:pPr>
            <a:r>
              <a:rPr lang="en-US" altLang="zh-CN" sz="36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600" dirty="0">
              <a:latin typeface="Times New Roman" panose="02020603050405020304" pitchFamily="18" charset="0"/>
              <a:ea typeface="宋体" panose="02010600030101010101" pitchFamily="2" charset="-122"/>
            </a:endParaRPr>
          </a:p>
        </p:txBody>
      </p:sp>
      <p:sp>
        <p:nvSpPr>
          <p:cNvPr id="44034" name="Text Box 18"/>
          <p:cNvSpPr txBox="1"/>
          <p:nvPr/>
        </p:nvSpPr>
        <p:spPr>
          <a:xfrm>
            <a:off x="142875" y="142875"/>
            <a:ext cx="9858375" cy="584200"/>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200" b="1" dirty="0">
                <a:solidFill>
                  <a:srgbClr val="0070C0"/>
                </a:solidFill>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三对角矩阵分解</a:t>
            </a:r>
            <a:endParaRPr lang="zh-CN" altLang="en-US" b="1" dirty="0">
              <a:latin typeface="Times New Roman" panose="02020603050405020304" pitchFamily="18" charset="0"/>
              <a:ea typeface="黑体" panose="02010609060101010101" pitchFamily="49" charset="-122"/>
            </a:endParaRPr>
          </a:p>
        </p:txBody>
      </p:sp>
      <p:graphicFrame>
        <p:nvGraphicFramePr>
          <p:cNvPr id="44035" name="Object 2"/>
          <p:cNvGraphicFramePr>
            <a:graphicFrameLocks noChangeAspect="1"/>
          </p:cNvGraphicFramePr>
          <p:nvPr/>
        </p:nvGraphicFramePr>
        <p:xfrm>
          <a:off x="1219200" y="685800"/>
          <a:ext cx="2743200" cy="1881188"/>
        </p:xfrm>
        <a:graphic>
          <a:graphicData uri="http://schemas.openxmlformats.org/presentationml/2006/ole">
            <mc:AlternateContent xmlns:mc="http://schemas.openxmlformats.org/markup-compatibility/2006">
              <mc:Choice xmlns:v="urn:schemas-microsoft-com:vml" Requires="v">
                <p:oleObj spid="_x0000_s3189" name="" r:id="rId1" imgW="1358900" imgH="927100" progId="Equation.3">
                  <p:embed/>
                </p:oleObj>
              </mc:Choice>
              <mc:Fallback>
                <p:oleObj name="" r:id="rId1" imgW="1358900" imgH="927100" progId="Equation.3">
                  <p:embed/>
                  <p:pic>
                    <p:nvPicPr>
                      <p:cNvPr id="0" name="图片 3188"/>
                      <p:cNvPicPr/>
                      <p:nvPr/>
                    </p:nvPicPr>
                    <p:blipFill>
                      <a:blip r:embed="rId2"/>
                      <a:stretch>
                        <a:fillRect/>
                      </a:stretch>
                    </p:blipFill>
                    <p:spPr>
                      <a:xfrm>
                        <a:off x="1219200" y="685800"/>
                        <a:ext cx="2743200" cy="1881188"/>
                      </a:xfrm>
                      <a:prstGeom prst="rect">
                        <a:avLst/>
                      </a:prstGeom>
                      <a:noFill/>
                      <a:ln w="38100">
                        <a:noFill/>
                        <a:miter/>
                      </a:ln>
                    </p:spPr>
                  </p:pic>
                </p:oleObj>
              </mc:Fallback>
            </mc:AlternateContent>
          </a:graphicData>
        </a:graphic>
      </p:graphicFrame>
      <p:graphicFrame>
        <p:nvGraphicFramePr>
          <p:cNvPr id="59413" name="Object 3"/>
          <p:cNvGraphicFramePr>
            <a:graphicFrameLocks noChangeAspect="1"/>
          </p:cNvGraphicFramePr>
          <p:nvPr/>
        </p:nvGraphicFramePr>
        <p:xfrm>
          <a:off x="4811713" y="609600"/>
          <a:ext cx="3254375" cy="1914525"/>
        </p:xfrm>
        <a:graphic>
          <a:graphicData uri="http://schemas.openxmlformats.org/presentationml/2006/ole">
            <mc:AlternateContent xmlns:mc="http://schemas.openxmlformats.org/markup-compatibility/2006">
              <mc:Choice xmlns:v="urn:schemas-microsoft-com:vml" Requires="v">
                <p:oleObj spid="_x0000_s3190" name="" r:id="rId3" imgW="1574800" imgH="927100" progId="Equation.3">
                  <p:embed/>
                </p:oleObj>
              </mc:Choice>
              <mc:Fallback>
                <p:oleObj name="" r:id="rId3" imgW="1574800" imgH="927100" progId="Equation.3">
                  <p:embed/>
                  <p:pic>
                    <p:nvPicPr>
                      <p:cNvPr id="0" name="图片 3189"/>
                      <p:cNvPicPr/>
                      <p:nvPr/>
                    </p:nvPicPr>
                    <p:blipFill>
                      <a:blip r:embed="rId4"/>
                      <a:stretch>
                        <a:fillRect/>
                      </a:stretch>
                    </p:blipFill>
                    <p:spPr>
                      <a:xfrm>
                        <a:off x="4811713" y="609600"/>
                        <a:ext cx="3254375" cy="1914525"/>
                      </a:xfrm>
                      <a:prstGeom prst="rect">
                        <a:avLst/>
                      </a:prstGeom>
                      <a:noFill/>
                      <a:ln w="38100">
                        <a:noFill/>
                        <a:miter/>
                      </a:ln>
                    </p:spPr>
                  </p:pic>
                </p:oleObj>
              </mc:Fallback>
            </mc:AlternateContent>
          </a:graphicData>
        </a:graphic>
      </p:graphicFrame>
      <p:graphicFrame>
        <p:nvGraphicFramePr>
          <p:cNvPr id="59414" name="Object 4"/>
          <p:cNvGraphicFramePr>
            <a:graphicFrameLocks noChangeAspect="1"/>
          </p:cNvGraphicFramePr>
          <p:nvPr/>
        </p:nvGraphicFramePr>
        <p:xfrm>
          <a:off x="4800600" y="2514600"/>
          <a:ext cx="3941763" cy="1917700"/>
        </p:xfrm>
        <a:graphic>
          <a:graphicData uri="http://schemas.openxmlformats.org/presentationml/2006/ole">
            <mc:AlternateContent xmlns:mc="http://schemas.openxmlformats.org/markup-compatibility/2006">
              <mc:Choice xmlns:v="urn:schemas-microsoft-com:vml" Requires="v">
                <p:oleObj spid="_x0000_s3192" name="" r:id="rId5" imgW="1905000" imgH="927100" progId="Equation.3">
                  <p:embed/>
                </p:oleObj>
              </mc:Choice>
              <mc:Fallback>
                <p:oleObj name="" r:id="rId5" imgW="1905000" imgH="927100" progId="Equation.3">
                  <p:embed/>
                  <p:pic>
                    <p:nvPicPr>
                      <p:cNvPr id="0" name="图片 3191"/>
                      <p:cNvPicPr/>
                      <p:nvPr/>
                    </p:nvPicPr>
                    <p:blipFill>
                      <a:blip r:embed="rId6"/>
                      <a:stretch>
                        <a:fillRect/>
                      </a:stretch>
                    </p:blipFill>
                    <p:spPr>
                      <a:xfrm>
                        <a:off x="4800600" y="2514600"/>
                        <a:ext cx="3941763" cy="1917700"/>
                      </a:xfrm>
                      <a:prstGeom prst="rect">
                        <a:avLst/>
                      </a:prstGeom>
                      <a:noFill/>
                      <a:ln w="38100">
                        <a:noFill/>
                        <a:miter/>
                      </a:ln>
                    </p:spPr>
                  </p:pic>
                </p:oleObj>
              </mc:Fallback>
            </mc:AlternateContent>
          </a:graphicData>
        </a:graphic>
      </p:graphicFrame>
      <p:sp>
        <p:nvSpPr>
          <p:cNvPr id="59416" name="Text Box 24"/>
          <p:cNvSpPr txBox="1"/>
          <p:nvPr/>
        </p:nvSpPr>
        <p:spPr>
          <a:xfrm>
            <a:off x="4267200" y="3143250"/>
            <a:ext cx="838200" cy="641350"/>
          </a:xfrm>
          <a:prstGeom prst="rect">
            <a:avLst/>
          </a:prstGeom>
          <a:noFill/>
          <a:ln w="9525">
            <a:noFill/>
          </a:ln>
        </p:spPr>
        <p:txBody>
          <a:bodyPr anchor="t" anchorCtr="0">
            <a:spAutoFit/>
          </a:bodyPr>
          <a:p>
            <a:pPr>
              <a:spcBef>
                <a:spcPct val="50000"/>
              </a:spcBef>
            </a:pPr>
            <a:r>
              <a:rPr lang="en-US" altLang="zh-CN" sz="3600" dirty="0">
                <a:latin typeface="Times New Roman" panose="02020603050405020304" pitchFamily="18" charset="0"/>
                <a:ea typeface="宋体" panose="02010600030101010101" pitchFamily="2" charset="-122"/>
                <a:sym typeface="Wingdings" panose="05000000000000000000" pitchFamily="2" charset="2"/>
              </a:rPr>
              <a:t></a:t>
            </a:r>
            <a:endParaRPr lang="en-US" altLang="zh-CN" sz="3600" dirty="0">
              <a:latin typeface="Times New Roman" panose="02020603050405020304" pitchFamily="18" charset="0"/>
              <a:ea typeface="宋体" panose="02010600030101010101" pitchFamily="2" charset="-122"/>
            </a:endParaRPr>
          </a:p>
        </p:txBody>
      </p:sp>
      <p:graphicFrame>
        <p:nvGraphicFramePr>
          <p:cNvPr id="59417" name="Object 5"/>
          <p:cNvGraphicFramePr>
            <a:graphicFrameLocks noChangeAspect="1"/>
          </p:cNvGraphicFramePr>
          <p:nvPr/>
        </p:nvGraphicFramePr>
        <p:xfrm>
          <a:off x="615950" y="2514600"/>
          <a:ext cx="3798888" cy="1938338"/>
        </p:xfrm>
        <a:graphic>
          <a:graphicData uri="http://schemas.openxmlformats.org/presentationml/2006/ole">
            <mc:AlternateContent xmlns:mc="http://schemas.openxmlformats.org/markup-compatibility/2006">
              <mc:Choice xmlns:v="urn:schemas-microsoft-com:vml" Requires="v">
                <p:oleObj spid="_x0000_s3193" name="" r:id="rId7" imgW="1816100" imgH="927100" progId="Equation.3">
                  <p:embed/>
                </p:oleObj>
              </mc:Choice>
              <mc:Fallback>
                <p:oleObj name="" r:id="rId7" imgW="1816100" imgH="927100" progId="Equation.3">
                  <p:embed/>
                  <p:pic>
                    <p:nvPicPr>
                      <p:cNvPr id="0" name="图片 3192"/>
                      <p:cNvPicPr/>
                      <p:nvPr/>
                    </p:nvPicPr>
                    <p:blipFill>
                      <a:blip r:embed="rId8"/>
                      <a:stretch>
                        <a:fillRect/>
                      </a:stretch>
                    </p:blipFill>
                    <p:spPr>
                      <a:xfrm>
                        <a:off x="615950" y="2514600"/>
                        <a:ext cx="3798888" cy="1938338"/>
                      </a:xfrm>
                      <a:prstGeom prst="rect">
                        <a:avLst/>
                      </a:prstGeom>
                      <a:noFill/>
                      <a:ln w="38100">
                        <a:noFill/>
                        <a:miter/>
                      </a:ln>
                    </p:spPr>
                  </p:pic>
                </p:oleObj>
              </mc:Fallback>
            </mc:AlternateContent>
          </a:graphicData>
        </a:graphic>
      </p:graphicFrame>
      <p:graphicFrame>
        <p:nvGraphicFramePr>
          <p:cNvPr id="59419" name="Object 6"/>
          <p:cNvGraphicFramePr>
            <a:graphicFrameLocks noChangeAspect="1"/>
          </p:cNvGraphicFramePr>
          <p:nvPr/>
        </p:nvGraphicFramePr>
        <p:xfrm>
          <a:off x="320675" y="4572000"/>
          <a:ext cx="3794125" cy="1771650"/>
        </p:xfrm>
        <a:graphic>
          <a:graphicData uri="http://schemas.openxmlformats.org/presentationml/2006/ole">
            <mc:AlternateContent xmlns:mc="http://schemas.openxmlformats.org/markup-compatibility/2006">
              <mc:Choice xmlns:v="urn:schemas-microsoft-com:vml" Requires="v">
                <p:oleObj spid="_x0000_s3187" name="" r:id="rId9" imgW="1993900" imgH="927100" progId="Equation.3">
                  <p:embed/>
                </p:oleObj>
              </mc:Choice>
              <mc:Fallback>
                <p:oleObj name="" r:id="rId9" imgW="1993900" imgH="927100" progId="Equation.3">
                  <p:embed/>
                  <p:pic>
                    <p:nvPicPr>
                      <p:cNvPr id="0" name="图片 3186"/>
                      <p:cNvPicPr/>
                      <p:nvPr/>
                    </p:nvPicPr>
                    <p:blipFill>
                      <a:blip r:embed="rId10"/>
                      <a:stretch>
                        <a:fillRect/>
                      </a:stretch>
                    </p:blipFill>
                    <p:spPr>
                      <a:xfrm>
                        <a:off x="320675" y="4572000"/>
                        <a:ext cx="3794125" cy="1771650"/>
                      </a:xfrm>
                      <a:prstGeom prst="rect">
                        <a:avLst/>
                      </a:prstGeom>
                      <a:noFill/>
                      <a:ln w="38100">
                        <a:noFill/>
                        <a:miter/>
                      </a:ln>
                    </p:spPr>
                  </p:pic>
                </p:oleObj>
              </mc:Fallback>
            </mc:AlternateContent>
          </a:graphicData>
        </a:graphic>
      </p:graphicFrame>
      <p:graphicFrame>
        <p:nvGraphicFramePr>
          <p:cNvPr id="59421" name="Object 7"/>
          <p:cNvGraphicFramePr>
            <a:graphicFrameLocks noChangeAspect="1"/>
          </p:cNvGraphicFramePr>
          <p:nvPr/>
        </p:nvGraphicFramePr>
        <p:xfrm>
          <a:off x="4140200" y="4500563"/>
          <a:ext cx="3643313" cy="1914525"/>
        </p:xfrm>
        <a:graphic>
          <a:graphicData uri="http://schemas.openxmlformats.org/presentationml/2006/ole">
            <mc:AlternateContent xmlns:mc="http://schemas.openxmlformats.org/markup-compatibility/2006">
              <mc:Choice xmlns:v="urn:schemas-microsoft-com:vml" Requires="v">
                <p:oleObj spid="_x0000_s3194" name="" r:id="rId11" imgW="1765300" imgH="927100" progId="Equation.3">
                  <p:embed/>
                </p:oleObj>
              </mc:Choice>
              <mc:Fallback>
                <p:oleObj name="" r:id="rId11" imgW="1765300" imgH="927100" progId="Equation.3">
                  <p:embed/>
                  <p:pic>
                    <p:nvPicPr>
                      <p:cNvPr id="0" name="图片 3193"/>
                      <p:cNvPicPr/>
                      <p:nvPr/>
                    </p:nvPicPr>
                    <p:blipFill>
                      <a:blip r:embed="rId12"/>
                      <a:stretch>
                        <a:fillRect/>
                      </a:stretch>
                    </p:blipFill>
                    <p:spPr>
                      <a:xfrm>
                        <a:off x="4140200" y="4500563"/>
                        <a:ext cx="3643313" cy="1914525"/>
                      </a:xfrm>
                      <a:prstGeom prst="rect">
                        <a:avLst/>
                      </a:prstGeom>
                      <a:noFill/>
                      <a:ln w="38100">
                        <a:noFill/>
                        <a:miter/>
                      </a:ln>
                    </p:spPr>
                  </p:pic>
                </p:oleObj>
              </mc:Fallback>
            </mc:AlternateContent>
          </a:graphicData>
        </a:graphic>
      </p:graphicFrame>
      <p:sp>
        <p:nvSpPr>
          <p:cNvPr id="59427" name="Line 35"/>
          <p:cNvSpPr/>
          <p:nvPr/>
        </p:nvSpPr>
        <p:spPr>
          <a:xfrm>
            <a:off x="1905000" y="3886200"/>
            <a:ext cx="1676400" cy="0"/>
          </a:xfrm>
          <a:prstGeom prst="line">
            <a:avLst/>
          </a:prstGeom>
          <a:ln w="19050" cap="flat" cmpd="sng">
            <a:solidFill>
              <a:srgbClr val="FF0000"/>
            </a:solidFill>
            <a:prstDash val="solid"/>
            <a:round/>
            <a:headEnd type="none" w="med" len="med"/>
            <a:tailEnd type="triangle" w="med" len="med"/>
          </a:ln>
        </p:spPr>
      </p:sp>
      <p:sp>
        <p:nvSpPr>
          <p:cNvPr id="59430" name="Line 38"/>
          <p:cNvSpPr/>
          <p:nvPr/>
        </p:nvSpPr>
        <p:spPr>
          <a:xfrm>
            <a:off x="7086600" y="4343400"/>
            <a:ext cx="1447800" cy="0"/>
          </a:xfrm>
          <a:prstGeom prst="line">
            <a:avLst/>
          </a:prstGeom>
          <a:ln w="19050" cap="flat" cmpd="sng">
            <a:solidFill>
              <a:srgbClr val="FF0000"/>
            </a:solidFill>
            <a:prstDash val="solid"/>
            <a:round/>
            <a:headEnd type="none" w="med" len="med"/>
            <a:tailEnd type="triangle" w="med" len="med"/>
          </a:ln>
        </p:spPr>
      </p:sp>
      <p:sp>
        <p:nvSpPr>
          <p:cNvPr id="59431" name="Line 39"/>
          <p:cNvSpPr/>
          <p:nvPr/>
        </p:nvSpPr>
        <p:spPr>
          <a:xfrm>
            <a:off x="4953000" y="1524000"/>
            <a:ext cx="1676400" cy="0"/>
          </a:xfrm>
          <a:prstGeom prst="line">
            <a:avLst/>
          </a:prstGeom>
          <a:ln w="19050" cap="flat" cmpd="sng">
            <a:solidFill>
              <a:srgbClr val="FF0000"/>
            </a:solidFill>
            <a:prstDash val="solid"/>
            <a:roun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409">
                                            <p:txEl>
                                              <p:charRg st="0" end="2"/>
                                            </p:txEl>
                                          </p:spTgt>
                                        </p:tgtEl>
                                        <p:attrNameLst>
                                          <p:attrName>style.visibility</p:attrName>
                                        </p:attrNameLst>
                                      </p:cBhvr>
                                      <p:to>
                                        <p:strVal val="visible"/>
                                      </p:to>
                                    </p:set>
                                    <p:animEffect transition="in" filter="wipe(left)">
                                      <p:cBhvr>
                                        <p:cTn id="7" dur="500"/>
                                        <p:tgtEl>
                                          <p:spTgt spid="59409">
                                            <p:txEl>
                                              <p:charRg st="0"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413"/>
                                        </p:tgtEl>
                                        <p:attrNameLst>
                                          <p:attrName>style.visibility</p:attrName>
                                        </p:attrNameLst>
                                      </p:cBhvr>
                                      <p:to>
                                        <p:strVal val="visible"/>
                                      </p:to>
                                    </p:set>
                                    <p:animEffect transition="in" filter="wipe(left)">
                                      <p:cBhvr>
                                        <p:cTn id="12" dur="500"/>
                                        <p:tgtEl>
                                          <p:spTgt spid="594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9431"/>
                                        </p:tgtEl>
                                        <p:attrNameLst>
                                          <p:attrName>style.visibility</p:attrName>
                                        </p:attrNameLst>
                                      </p:cBhvr>
                                      <p:to>
                                        <p:strVal val="visible"/>
                                      </p:to>
                                    </p:set>
                                    <p:animEffect transition="in" filter="wipe(left)">
                                      <p:cBhvr>
                                        <p:cTn id="17" dur="500"/>
                                        <p:tgtEl>
                                          <p:spTgt spid="594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417"/>
                                        </p:tgtEl>
                                        <p:attrNameLst>
                                          <p:attrName>style.visibility</p:attrName>
                                        </p:attrNameLst>
                                      </p:cBhvr>
                                      <p:to>
                                        <p:strVal val="visible"/>
                                      </p:to>
                                    </p:set>
                                    <p:animEffect transition="in" filter="wipe(left)">
                                      <p:cBhvr>
                                        <p:cTn id="22" dur="500"/>
                                        <p:tgtEl>
                                          <p:spTgt spid="594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9427"/>
                                        </p:tgtEl>
                                        <p:attrNameLst>
                                          <p:attrName>style.visibility</p:attrName>
                                        </p:attrNameLst>
                                      </p:cBhvr>
                                      <p:to>
                                        <p:strVal val="visible"/>
                                      </p:to>
                                    </p:set>
                                    <p:animEffect transition="in" filter="wipe(left)">
                                      <p:cBhvr>
                                        <p:cTn id="27" dur="500"/>
                                        <p:tgtEl>
                                          <p:spTgt spid="594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416">
                                            <p:txEl>
                                              <p:charRg st="0" end="2"/>
                                            </p:txEl>
                                          </p:spTgt>
                                        </p:tgtEl>
                                        <p:attrNameLst>
                                          <p:attrName>style.visibility</p:attrName>
                                        </p:attrNameLst>
                                      </p:cBhvr>
                                      <p:to>
                                        <p:strVal val="visible"/>
                                      </p:to>
                                    </p:set>
                                    <p:animEffect transition="in" filter="wipe(left)">
                                      <p:cBhvr>
                                        <p:cTn id="32" dur="500"/>
                                        <p:tgtEl>
                                          <p:spTgt spid="59416">
                                            <p:txEl>
                                              <p:charRg st="0"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9414"/>
                                        </p:tgtEl>
                                        <p:attrNameLst>
                                          <p:attrName>style.visibility</p:attrName>
                                        </p:attrNameLst>
                                      </p:cBhvr>
                                      <p:to>
                                        <p:strVal val="visible"/>
                                      </p:to>
                                    </p:set>
                                    <p:animEffect transition="in" filter="wipe(left)">
                                      <p:cBhvr>
                                        <p:cTn id="37" dur="500"/>
                                        <p:tgtEl>
                                          <p:spTgt spid="594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9430"/>
                                        </p:tgtEl>
                                        <p:attrNameLst>
                                          <p:attrName>style.visibility</p:attrName>
                                        </p:attrNameLst>
                                      </p:cBhvr>
                                      <p:to>
                                        <p:strVal val="visible"/>
                                      </p:to>
                                    </p:set>
                                    <p:animEffect transition="in" filter="wipe(left)">
                                      <p:cBhvr>
                                        <p:cTn id="42" dur="500"/>
                                        <p:tgtEl>
                                          <p:spTgt spid="594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9419"/>
                                        </p:tgtEl>
                                        <p:attrNameLst>
                                          <p:attrName>style.visibility</p:attrName>
                                        </p:attrNameLst>
                                      </p:cBhvr>
                                      <p:to>
                                        <p:strVal val="visible"/>
                                      </p:to>
                                    </p:set>
                                    <p:animEffect transition="in" filter="wipe(left)">
                                      <p:cBhvr>
                                        <p:cTn id="47" dur="500"/>
                                        <p:tgtEl>
                                          <p:spTgt spid="594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9421"/>
                                        </p:tgtEl>
                                        <p:attrNameLst>
                                          <p:attrName>style.visibility</p:attrName>
                                        </p:attrNameLst>
                                      </p:cBhvr>
                                      <p:to>
                                        <p:strVal val="visible"/>
                                      </p:to>
                                    </p:set>
                                    <p:animEffect transition="in" filter="wipe(left)">
                                      <p:cBhvr>
                                        <p:cTn id="52" dur="500"/>
                                        <p:tgtEl>
                                          <p:spTgt spid="59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9" grpId="0" build="p"/>
      <p:bldP spid="5941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Box 4"/>
          <p:cNvSpPr txBox="1"/>
          <p:nvPr/>
        </p:nvSpPr>
        <p:spPr>
          <a:xfrm>
            <a:off x="500063" y="285750"/>
            <a:ext cx="9144000" cy="584200"/>
          </a:xfrm>
          <a:prstGeom prst="rect">
            <a:avLst/>
          </a:prstGeom>
          <a:noFill/>
          <a:ln w="9525">
            <a:noFill/>
          </a:ln>
        </p:spPr>
        <p:txBody>
          <a:bodyPr anchor="t" anchorCtr="0">
            <a:spAutoFit/>
          </a:bodyPr>
          <a:p>
            <a:r>
              <a:rPr lang="zh-CN" altLang="en-US" sz="3200" b="1" dirty="0">
                <a:solidFill>
                  <a:srgbClr val="0070C0"/>
                </a:solidFill>
                <a:latin typeface="Times New Roman" panose="02020603050405020304" pitchFamily="18" charset="0"/>
                <a:ea typeface="黑体" panose="02010609060101010101" pitchFamily="49" charset="-122"/>
              </a:rPr>
              <a:t>例 </a:t>
            </a:r>
            <a:r>
              <a:rPr lang="zh-CN" altLang="en-US" sz="3200" b="1" dirty="0">
                <a:latin typeface="Times New Roman" panose="02020603050405020304" pitchFamily="18" charset="0"/>
                <a:ea typeface="黑体" panose="02010609060101010101" pitchFamily="49" charset="-122"/>
              </a:rPr>
              <a:t>计算如下矩阵的</a:t>
            </a:r>
            <a:r>
              <a:rPr lang="en-US" altLang="zh-CN" sz="3200" b="1" dirty="0">
                <a:latin typeface="Times New Roman" panose="02020603050405020304" pitchFamily="18" charset="0"/>
                <a:ea typeface="宋体" panose="02010600030101010101" pitchFamily="2" charset="-122"/>
              </a:rPr>
              <a:t>Cholesky</a:t>
            </a:r>
            <a:r>
              <a:rPr lang="zh-CN" altLang="en-US" sz="3200" b="1" dirty="0">
                <a:latin typeface="Times New Roman" panose="02020603050405020304" pitchFamily="18" charset="0"/>
                <a:ea typeface="黑体" panose="02010609060101010101" pitchFamily="49" charset="-122"/>
              </a:rPr>
              <a:t>分解</a:t>
            </a:r>
            <a:endParaRPr lang="zh-CN" altLang="en-US" sz="3200" b="1" dirty="0">
              <a:latin typeface="Times New Roman" panose="02020603050405020304" pitchFamily="18" charset="0"/>
              <a:ea typeface="宋体" panose="02010600030101010101" pitchFamily="2" charset="-122"/>
            </a:endParaRPr>
          </a:p>
        </p:txBody>
      </p:sp>
      <p:graphicFrame>
        <p:nvGraphicFramePr>
          <p:cNvPr id="3" name="Object 2"/>
          <p:cNvGraphicFramePr>
            <a:graphicFrameLocks noChangeAspect="1"/>
          </p:cNvGraphicFramePr>
          <p:nvPr/>
        </p:nvGraphicFramePr>
        <p:xfrm>
          <a:off x="3143250" y="928688"/>
          <a:ext cx="2106613" cy="1535112"/>
        </p:xfrm>
        <a:graphic>
          <a:graphicData uri="http://schemas.openxmlformats.org/presentationml/2006/ole">
            <mc:AlternateContent xmlns:mc="http://schemas.openxmlformats.org/markup-compatibility/2006">
              <mc:Choice xmlns:v="urn:schemas-microsoft-com:vml" Requires="v">
                <p:oleObj spid="_x0000_s3196" name="" r:id="rId1" imgW="1257300" imgH="914400" progId="Equation.DSMT4">
                  <p:embed/>
                </p:oleObj>
              </mc:Choice>
              <mc:Fallback>
                <p:oleObj name="" r:id="rId1" imgW="1257300" imgH="914400" progId="Equation.DSMT4">
                  <p:embed/>
                  <p:pic>
                    <p:nvPicPr>
                      <p:cNvPr id="0" name="图片 3195"/>
                      <p:cNvPicPr/>
                      <p:nvPr/>
                    </p:nvPicPr>
                    <p:blipFill>
                      <a:blip r:embed="rId2"/>
                      <a:stretch>
                        <a:fillRect/>
                      </a:stretch>
                    </p:blipFill>
                    <p:spPr>
                      <a:xfrm>
                        <a:off x="3143250" y="928688"/>
                        <a:ext cx="2106613" cy="1535112"/>
                      </a:xfrm>
                      <a:prstGeom prst="rect">
                        <a:avLst/>
                      </a:prstGeom>
                      <a:noFill/>
                      <a:ln w="38100">
                        <a:noFill/>
                        <a:miter/>
                      </a:ln>
                    </p:spPr>
                  </p:pic>
                </p:oleObj>
              </mc:Fallback>
            </mc:AlternateContent>
          </a:graphicData>
        </a:graphic>
      </p:graphicFrame>
      <p:sp>
        <p:nvSpPr>
          <p:cNvPr id="7" name="TextBox 6"/>
          <p:cNvSpPr txBox="1"/>
          <p:nvPr/>
        </p:nvSpPr>
        <p:spPr>
          <a:xfrm>
            <a:off x="285750" y="2286000"/>
            <a:ext cx="9144000" cy="584200"/>
          </a:xfrm>
          <a:prstGeom prst="rect">
            <a:avLst/>
          </a:prstGeom>
          <a:noFill/>
          <a:ln w="9525">
            <a:noFill/>
          </a:ln>
        </p:spPr>
        <p:txBody>
          <a:bodyPr anchor="t" anchorCtr="0">
            <a:spAutoFit/>
          </a:bodyPr>
          <a:p>
            <a:pPr>
              <a:buFont typeface="Wingdings" panose="05000000000000000000" pitchFamily="2" charset="2"/>
            </a:pPr>
            <a:r>
              <a:rPr lang="zh-CN" altLang="en-US" sz="3200" b="1" dirty="0">
                <a:solidFill>
                  <a:srgbClr val="7030A0"/>
                </a:solidFill>
                <a:latin typeface="Times New Roman" panose="02020603050405020304" pitchFamily="18" charset="0"/>
                <a:ea typeface="黑体" panose="02010609060101010101" pitchFamily="49" charset="-122"/>
              </a:rPr>
              <a:t>解</a:t>
            </a:r>
            <a:r>
              <a:rPr lang="en-US" altLang="zh-CN" b="1" dirty="0">
                <a:solidFill>
                  <a:srgbClr val="7030A0"/>
                </a:solidFill>
                <a:latin typeface="Times New Roman" panose="02020603050405020304" pitchFamily="18" charset="0"/>
                <a:ea typeface="宋体" panose="02010600030101010101" pitchFamily="2" charset="-122"/>
              </a:rPr>
              <a:t>:</a:t>
            </a:r>
            <a:endParaRPr lang="zh-CN" altLang="en-US" sz="3200" b="1" dirty="0">
              <a:solidFill>
                <a:srgbClr val="7030A0"/>
              </a:solidFill>
              <a:latin typeface="Times New Roman" panose="02020603050405020304" pitchFamily="18" charset="0"/>
              <a:ea typeface="黑体" panose="02010609060101010101" pitchFamily="49" charset="-122"/>
            </a:endParaRPr>
          </a:p>
        </p:txBody>
      </p:sp>
      <p:graphicFrame>
        <p:nvGraphicFramePr>
          <p:cNvPr id="2" name="Object 3"/>
          <p:cNvGraphicFramePr>
            <a:graphicFrameLocks noChangeAspect="1"/>
          </p:cNvGraphicFramePr>
          <p:nvPr/>
        </p:nvGraphicFramePr>
        <p:xfrm>
          <a:off x="1428750" y="2571750"/>
          <a:ext cx="6426200" cy="1555750"/>
        </p:xfrm>
        <a:graphic>
          <a:graphicData uri="http://schemas.openxmlformats.org/presentationml/2006/ole">
            <mc:AlternateContent xmlns:mc="http://schemas.openxmlformats.org/markup-compatibility/2006">
              <mc:Choice xmlns:v="urn:schemas-microsoft-com:vml" Requires="v">
                <p:oleObj spid="_x0000_s3197" name="" r:id="rId3" imgW="3835400" imgH="927100" progId="Equation.DSMT4">
                  <p:embed/>
                </p:oleObj>
              </mc:Choice>
              <mc:Fallback>
                <p:oleObj name="" r:id="rId3" imgW="3835400" imgH="927100" progId="Equation.DSMT4">
                  <p:embed/>
                  <p:pic>
                    <p:nvPicPr>
                      <p:cNvPr id="0" name="图片 3196"/>
                      <p:cNvPicPr/>
                      <p:nvPr/>
                    </p:nvPicPr>
                    <p:blipFill>
                      <a:blip r:embed="rId4"/>
                      <a:stretch>
                        <a:fillRect/>
                      </a:stretch>
                    </p:blipFill>
                    <p:spPr>
                      <a:xfrm>
                        <a:off x="1428750" y="2571750"/>
                        <a:ext cx="6426200" cy="1555750"/>
                      </a:xfrm>
                      <a:prstGeom prst="rect">
                        <a:avLst/>
                      </a:prstGeom>
                      <a:noFill/>
                      <a:ln w="38100">
                        <a:noFill/>
                        <a:miter/>
                      </a:ln>
                    </p:spPr>
                  </p:pic>
                </p:oleObj>
              </mc:Fallback>
            </mc:AlternateContent>
          </a:graphicData>
        </a:graphic>
      </p:graphicFrame>
      <p:graphicFrame>
        <p:nvGraphicFramePr>
          <p:cNvPr id="4" name="Object 4"/>
          <p:cNvGraphicFramePr>
            <a:graphicFrameLocks noChangeAspect="1"/>
          </p:cNvGraphicFramePr>
          <p:nvPr/>
        </p:nvGraphicFramePr>
        <p:xfrm>
          <a:off x="3429000" y="4429125"/>
          <a:ext cx="5213350" cy="1620838"/>
        </p:xfrm>
        <a:graphic>
          <a:graphicData uri="http://schemas.openxmlformats.org/presentationml/2006/ole">
            <mc:AlternateContent xmlns:mc="http://schemas.openxmlformats.org/markup-compatibility/2006">
              <mc:Choice xmlns:v="urn:schemas-microsoft-com:vml" Requires="v">
                <p:oleObj spid="_x0000_s3200" name="" r:id="rId5" imgW="3111500" imgH="965200" progId="Equation.DSMT4">
                  <p:embed/>
                </p:oleObj>
              </mc:Choice>
              <mc:Fallback>
                <p:oleObj name="" r:id="rId5" imgW="3111500" imgH="965200" progId="Equation.DSMT4">
                  <p:embed/>
                  <p:pic>
                    <p:nvPicPr>
                      <p:cNvPr id="0" name="图片 3199"/>
                      <p:cNvPicPr/>
                      <p:nvPr/>
                    </p:nvPicPr>
                    <p:blipFill>
                      <a:blip r:embed="rId6"/>
                      <a:stretch>
                        <a:fillRect/>
                      </a:stretch>
                    </p:blipFill>
                    <p:spPr>
                      <a:xfrm>
                        <a:off x="3429000" y="4429125"/>
                        <a:ext cx="5213350" cy="16208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charRg st="0" end="20"/>
                                            </p:txEl>
                                          </p:spTgt>
                                        </p:tgtEl>
                                        <p:attrNameLst>
                                          <p:attrName>style.visibility</p:attrName>
                                        </p:attrNameLst>
                                      </p:cBhvr>
                                      <p:to>
                                        <p:strVal val="visible"/>
                                      </p:to>
                                    </p:set>
                                    <p:anim calcmode="lin" valueType="num">
                                      <p:cBhvr>
                                        <p:cTn id="7" dur="500" fill="hold"/>
                                        <p:tgtEl>
                                          <p:spTgt spid="5">
                                            <p:txEl>
                                              <p:charRg st="0" end="20"/>
                                            </p:txEl>
                                          </p:spTgt>
                                        </p:tgtEl>
                                        <p:attrNameLst>
                                          <p:attrName>ppt_x</p:attrName>
                                        </p:attrNameLst>
                                      </p:cBhvr>
                                      <p:tavLst>
                                        <p:tav tm="0">
                                          <p:val>
                                            <p:strVal val="0-#ppt_w/2"/>
                                          </p:val>
                                        </p:tav>
                                        <p:tav tm="100000">
                                          <p:val>
                                            <p:strVal val="#ppt_x"/>
                                          </p:val>
                                        </p:tav>
                                      </p:tavLst>
                                    </p:anim>
                                    <p:anim calcmode="lin" valueType="num">
                                      <p:cBhvr>
                                        <p:cTn id="8" dur="500" fill="hold"/>
                                        <p:tgtEl>
                                          <p:spTgt spid="5">
                                            <p:txEl>
                                              <p:charRg st="0" end="2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7">
                                            <p:txEl>
                                              <p:charRg st="0" end="3"/>
                                            </p:txEl>
                                          </p:spTgt>
                                        </p:tgtEl>
                                        <p:attrNameLst>
                                          <p:attrName>style.visibility</p:attrName>
                                        </p:attrNameLst>
                                      </p:cBhvr>
                                      <p:to>
                                        <p:strVal val="visible"/>
                                      </p:to>
                                    </p:set>
                                    <p:anim calcmode="lin" valueType="num">
                                      <p:cBhvr>
                                        <p:cTn id="18" dur="500" fill="hold"/>
                                        <p:tgtEl>
                                          <p:spTgt spid="7">
                                            <p:txEl>
                                              <p:charRg st="0" end="3"/>
                                            </p:txEl>
                                          </p:spTgt>
                                        </p:tgtEl>
                                        <p:attrNameLst>
                                          <p:attrName>ppt_x</p:attrName>
                                        </p:attrNameLst>
                                      </p:cBhvr>
                                      <p:tavLst>
                                        <p:tav tm="0">
                                          <p:val>
                                            <p:strVal val="0-#ppt_w/2"/>
                                          </p:val>
                                        </p:tav>
                                        <p:tav tm="100000">
                                          <p:val>
                                            <p:strVal val="#ppt_x"/>
                                          </p:val>
                                        </p:tav>
                                      </p:tavLst>
                                    </p:anim>
                                    <p:anim calcmode="lin" valueType="num">
                                      <p:cBhvr>
                                        <p:cTn id="19" dur="500" fill="hold"/>
                                        <p:tgtEl>
                                          <p:spTgt spid="7">
                                            <p:txEl>
                                              <p:charRg st="0" end="3"/>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Object 2"/>
          <p:cNvGraphicFramePr>
            <a:graphicFrameLocks noChangeAspect="1"/>
          </p:cNvGraphicFramePr>
          <p:nvPr/>
        </p:nvGraphicFramePr>
        <p:xfrm>
          <a:off x="1428750" y="2643188"/>
          <a:ext cx="3128963" cy="3581400"/>
        </p:xfrm>
        <a:graphic>
          <a:graphicData uri="http://schemas.openxmlformats.org/presentationml/2006/ole">
            <mc:AlternateContent xmlns:mc="http://schemas.openxmlformats.org/markup-compatibility/2006">
              <mc:Choice xmlns:v="urn:schemas-microsoft-com:vml" Requires="v">
                <p:oleObj spid="_x0000_s3203" name="" r:id="rId1" imgW="1866900" imgH="2133600" progId="Equation.DSMT4">
                  <p:embed/>
                </p:oleObj>
              </mc:Choice>
              <mc:Fallback>
                <p:oleObj name="" r:id="rId1" imgW="1866900" imgH="2133600" progId="Equation.DSMT4">
                  <p:embed/>
                  <p:pic>
                    <p:nvPicPr>
                      <p:cNvPr id="0" name="图片 3202"/>
                      <p:cNvPicPr/>
                      <p:nvPr/>
                    </p:nvPicPr>
                    <p:blipFill>
                      <a:blip r:embed="rId2"/>
                      <a:stretch>
                        <a:fillRect/>
                      </a:stretch>
                    </p:blipFill>
                    <p:spPr>
                      <a:xfrm>
                        <a:off x="1428750" y="2643188"/>
                        <a:ext cx="3128963" cy="3581400"/>
                      </a:xfrm>
                      <a:prstGeom prst="rect">
                        <a:avLst/>
                      </a:prstGeom>
                      <a:noFill/>
                      <a:ln w="38100">
                        <a:noFill/>
                        <a:miter/>
                      </a:ln>
                    </p:spPr>
                  </p:pic>
                </p:oleObj>
              </mc:Fallback>
            </mc:AlternateContent>
          </a:graphicData>
        </a:graphic>
      </p:graphicFrame>
      <p:graphicFrame>
        <p:nvGraphicFramePr>
          <p:cNvPr id="5" name="Object 3"/>
          <p:cNvGraphicFramePr>
            <a:graphicFrameLocks noChangeAspect="1"/>
          </p:cNvGraphicFramePr>
          <p:nvPr/>
        </p:nvGraphicFramePr>
        <p:xfrm>
          <a:off x="642938" y="642938"/>
          <a:ext cx="7340600" cy="1620837"/>
        </p:xfrm>
        <a:graphic>
          <a:graphicData uri="http://schemas.openxmlformats.org/presentationml/2006/ole">
            <mc:AlternateContent xmlns:mc="http://schemas.openxmlformats.org/markup-compatibility/2006">
              <mc:Choice xmlns:v="urn:schemas-microsoft-com:vml" Requires="v">
                <p:oleObj spid="_x0000_s3198" name="" r:id="rId3" imgW="4381500" imgH="965200" progId="Equation.DSMT4">
                  <p:embed/>
                </p:oleObj>
              </mc:Choice>
              <mc:Fallback>
                <p:oleObj name="" r:id="rId3" imgW="4381500" imgH="965200" progId="Equation.DSMT4">
                  <p:embed/>
                  <p:pic>
                    <p:nvPicPr>
                      <p:cNvPr id="0" name="图片 3197"/>
                      <p:cNvPicPr/>
                      <p:nvPr/>
                    </p:nvPicPr>
                    <p:blipFill>
                      <a:blip r:embed="rId4"/>
                      <a:stretch>
                        <a:fillRect/>
                      </a:stretch>
                    </p:blipFill>
                    <p:spPr>
                      <a:xfrm>
                        <a:off x="642938" y="642938"/>
                        <a:ext cx="7340600" cy="16208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
          <p:cNvGrpSpPr/>
          <p:nvPr/>
        </p:nvGrpSpPr>
        <p:grpSpPr>
          <a:xfrm>
            <a:off x="1976438" y="3133725"/>
            <a:ext cx="2047875" cy="676275"/>
            <a:chOff x="1500" y="630"/>
            <a:chExt cx="1290" cy="426"/>
          </a:xfrm>
        </p:grpSpPr>
        <p:sp>
          <p:nvSpPr>
            <p:cNvPr id="49154" name="AutoShape 6"/>
            <p:cNvSpPr/>
            <p:nvPr/>
          </p:nvSpPr>
          <p:spPr>
            <a:xfrm>
              <a:off x="1680" y="960"/>
              <a:ext cx="912" cy="96"/>
            </a:xfrm>
            <a:prstGeom prst="leftRightArrow">
              <a:avLst>
                <a:gd name="adj1" fmla="val 50000"/>
                <a:gd name="adj2" fmla="val 190000"/>
              </a:avLst>
            </a:prstGeom>
            <a:solidFill>
              <a:schemeClr val="tx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9155" name="Text Box 7"/>
            <p:cNvSpPr txBox="1"/>
            <p:nvPr/>
          </p:nvSpPr>
          <p:spPr>
            <a:xfrm>
              <a:off x="1500" y="630"/>
              <a:ext cx="1290" cy="291"/>
            </a:xfrm>
            <a:prstGeom prst="rect">
              <a:avLst/>
            </a:prstGeom>
            <a:noFill/>
            <a:ln w="9525">
              <a:noFill/>
            </a:ln>
          </p:spPr>
          <p:txBody>
            <a:bodyPr anchor="t" anchorCtr="0">
              <a:spAutoFit/>
            </a:bodyPr>
            <a:p>
              <a:pPr algn="ctr">
                <a:spcBef>
                  <a:spcPct val="50000"/>
                </a:spcBef>
              </a:pPr>
              <a:r>
                <a:rPr lang="zh-CN" altLang="en-US" sz="2400" b="1" dirty="0">
                  <a:latin typeface="Times New Roman" panose="02020603050405020304" pitchFamily="18" charset="0"/>
                  <a:ea typeface="黑体" panose="02010609060101010101" pitchFamily="49" charset="-122"/>
                </a:rPr>
                <a:t>等价变换</a:t>
              </a:r>
              <a:endParaRPr lang="zh-CN" altLang="en-US" sz="2400" b="1" dirty="0">
                <a:latin typeface="Times New Roman" panose="02020603050405020304" pitchFamily="18" charset="0"/>
                <a:ea typeface="黑体" panose="02010609060101010101" pitchFamily="49" charset="-122"/>
              </a:endParaRPr>
            </a:p>
          </p:txBody>
        </p:sp>
      </p:grpSp>
      <p:sp>
        <p:nvSpPr>
          <p:cNvPr id="18" name="AutoShape 9"/>
          <p:cNvSpPr>
            <a:spLocks noChangeArrowheads="1"/>
          </p:cNvSpPr>
          <p:nvPr/>
        </p:nvSpPr>
        <p:spPr bwMode="auto">
          <a:xfrm>
            <a:off x="428625" y="4533900"/>
            <a:ext cx="2643188" cy="681038"/>
          </a:xfrm>
          <a:prstGeom prst="wedgeEllipseCallout">
            <a:avLst>
              <a:gd name="adj1" fmla="val -18981"/>
              <a:gd name="adj2" fmla="val -132032"/>
            </a:avLst>
          </a:prstGeom>
          <a:gradFill rotWithShape="0">
            <a:gsLst>
              <a:gs pos="0">
                <a:srgbClr val="CCFFCC"/>
              </a:gs>
              <a:gs pos="50000">
                <a:schemeClr val="bg1"/>
              </a:gs>
              <a:gs pos="100000">
                <a:srgbClr val="CCFFCC"/>
              </a:gs>
            </a:gsLst>
            <a:lin ang="5400000" scaled="1"/>
          </a:gradFill>
          <a:ln w="9525">
            <a:solidFill>
              <a:srgbClr val="CCFFFF"/>
            </a:solidFill>
            <a:miter lim="800000"/>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 </a:t>
            </a:r>
            <a:r>
              <a:rPr kumimoji="0" lang="en-US"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0" lang="en-US" altLang="zh-CN" sz="3200" b="1"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x</a:t>
            </a:r>
            <a:r>
              <a:rPr kumimoji="0" lang="en-US"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的根</a:t>
            </a:r>
            <a:endPar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9" name="AutoShape 10"/>
          <p:cNvSpPr>
            <a:spLocks noChangeArrowheads="1"/>
          </p:cNvSpPr>
          <p:nvPr/>
        </p:nvSpPr>
        <p:spPr bwMode="auto">
          <a:xfrm>
            <a:off x="4095750" y="4491038"/>
            <a:ext cx="3905250" cy="795338"/>
          </a:xfrm>
          <a:prstGeom prst="wedgeEllipseCallout">
            <a:avLst>
              <a:gd name="adj1" fmla="val -30366"/>
              <a:gd name="adj2" fmla="val -119009"/>
            </a:avLst>
          </a:prstGeom>
          <a:gradFill rotWithShape="0">
            <a:gsLst>
              <a:gs pos="0">
                <a:srgbClr val="CCFFCC"/>
              </a:gs>
              <a:gs pos="50000">
                <a:schemeClr val="bg1"/>
              </a:gs>
              <a:gs pos="100000">
                <a:srgbClr val="CCFFCC"/>
              </a:gs>
            </a:gsLst>
            <a:lin ang="5400000" scaled="1"/>
          </a:gradFill>
          <a:ln w="9525">
            <a:solidFill>
              <a:srgbClr val="CCFFFF"/>
            </a:solidFill>
            <a:miter lim="800000"/>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的不动点</a:t>
            </a:r>
            <a:endPar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0" name="AutoShape 11"/>
          <p:cNvSpPr/>
          <p:nvPr/>
        </p:nvSpPr>
        <p:spPr>
          <a:xfrm>
            <a:off x="3124200" y="4700588"/>
            <a:ext cx="914400" cy="228600"/>
          </a:xfrm>
          <a:prstGeom prst="leftRightArrow">
            <a:avLst>
              <a:gd name="adj1" fmla="val 50000"/>
              <a:gd name="adj2" fmla="val 80000"/>
            </a:avLst>
          </a:prstGeom>
          <a:solidFill>
            <a:schemeClr val="tx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22" name="TextBox 8"/>
          <p:cNvSpPr txBox="1"/>
          <p:nvPr/>
        </p:nvSpPr>
        <p:spPr>
          <a:xfrm>
            <a:off x="428625" y="785813"/>
            <a:ext cx="8715375" cy="584200"/>
          </a:xfrm>
          <a:prstGeom prst="rect">
            <a:avLst/>
          </a:prstGeom>
          <a:noFill/>
          <a:ln w="9525">
            <a:noFill/>
          </a:ln>
        </p:spPr>
        <p:txBody>
          <a:bodyPr anchor="t" anchorCtr="0">
            <a:spAutoFit/>
          </a:bodyPr>
          <a:p>
            <a:pPr eaLnBrk="0" hangingPunct="0">
              <a:buSzTx/>
            </a:pPr>
            <a:r>
              <a:rPr lang="zh-CN" altLang="en-US" sz="3200" b="1" dirty="0">
                <a:latin typeface="黑体" panose="02010609060101010101" pitchFamily="49" charset="-122"/>
                <a:ea typeface="黑体" panose="02010609060101010101" pitchFamily="49" charset="-122"/>
              </a:rPr>
              <a:t>不动点迭代</a:t>
            </a:r>
            <a:r>
              <a:rPr lang="en-US" altLang="zh-CN" sz="3200" b="1" dirty="0">
                <a:latin typeface="Times New Roman" panose="02020603050405020304" pitchFamily="18" charset="0"/>
                <a:ea typeface="黑体" panose="02010609060101010101" pitchFamily="49" charset="-122"/>
              </a:rPr>
              <a:t>(Fixed Point Iteration)</a:t>
            </a:r>
            <a:endParaRPr lang="zh-CN" altLang="en-US" sz="3200" b="1" dirty="0">
              <a:latin typeface="Times New Roman" panose="02020603050405020304" pitchFamily="18" charset="0"/>
              <a:ea typeface="黑体" panose="02010609060101010101" pitchFamily="49" charset="-122"/>
            </a:endParaRPr>
          </a:p>
        </p:txBody>
      </p:sp>
      <p:graphicFrame>
        <p:nvGraphicFramePr>
          <p:cNvPr id="3076" name="Object 14"/>
          <p:cNvGraphicFramePr>
            <a:graphicFrameLocks noChangeAspect="1"/>
          </p:cNvGraphicFramePr>
          <p:nvPr/>
        </p:nvGraphicFramePr>
        <p:xfrm>
          <a:off x="3711575" y="3446463"/>
          <a:ext cx="1666875" cy="519112"/>
        </p:xfrm>
        <a:graphic>
          <a:graphicData uri="http://schemas.openxmlformats.org/presentationml/2006/ole">
            <mc:AlternateContent xmlns:mc="http://schemas.openxmlformats.org/markup-compatibility/2006">
              <mc:Choice xmlns:v="urn:schemas-microsoft-com:vml" Requires="v">
                <p:oleObj spid="_x0000_s3210" name="" r:id="rId1" imgW="939165" imgH="292100" progId="Equation.DSMT4">
                  <p:embed/>
                </p:oleObj>
              </mc:Choice>
              <mc:Fallback>
                <p:oleObj name="" r:id="rId1" imgW="939165" imgH="292100" progId="Equation.DSMT4">
                  <p:embed/>
                  <p:pic>
                    <p:nvPicPr>
                      <p:cNvPr id="0" name="图片 3209"/>
                      <p:cNvPicPr/>
                      <p:nvPr/>
                    </p:nvPicPr>
                    <p:blipFill>
                      <a:blip r:embed="rId2"/>
                      <a:stretch>
                        <a:fillRect/>
                      </a:stretch>
                    </p:blipFill>
                    <p:spPr>
                      <a:xfrm>
                        <a:off x="3711575" y="3446463"/>
                        <a:ext cx="1666875" cy="519112"/>
                      </a:xfrm>
                      <a:prstGeom prst="rect">
                        <a:avLst/>
                      </a:prstGeom>
                      <a:noFill/>
                      <a:ln w="38100">
                        <a:noFill/>
                        <a:miter/>
                      </a:ln>
                    </p:spPr>
                  </p:pic>
                </p:oleObj>
              </mc:Fallback>
            </mc:AlternateContent>
          </a:graphicData>
        </a:graphic>
      </p:graphicFrame>
      <p:graphicFrame>
        <p:nvGraphicFramePr>
          <p:cNvPr id="3" name="Object 17"/>
          <p:cNvGraphicFramePr>
            <a:graphicFrameLocks noChangeAspect="1"/>
          </p:cNvGraphicFramePr>
          <p:nvPr/>
        </p:nvGraphicFramePr>
        <p:xfrm>
          <a:off x="6810375" y="3348038"/>
          <a:ext cx="2263775" cy="593725"/>
        </p:xfrm>
        <a:graphic>
          <a:graphicData uri="http://schemas.openxmlformats.org/presentationml/2006/ole">
            <mc:AlternateContent xmlns:mc="http://schemas.openxmlformats.org/markup-compatibility/2006">
              <mc:Choice xmlns:v="urn:schemas-microsoft-com:vml" Requires="v">
                <p:oleObj spid="_x0000_s3211" name="" r:id="rId3" imgW="1066800" imgH="279400" progId="Equation.DSMT4">
                  <p:embed/>
                </p:oleObj>
              </mc:Choice>
              <mc:Fallback>
                <p:oleObj name="" r:id="rId3" imgW="1066800" imgH="279400" progId="Equation.DSMT4">
                  <p:embed/>
                  <p:pic>
                    <p:nvPicPr>
                      <p:cNvPr id="0" name="图片 3210"/>
                      <p:cNvPicPr/>
                      <p:nvPr/>
                    </p:nvPicPr>
                    <p:blipFill>
                      <a:blip r:embed="rId4"/>
                      <a:stretch>
                        <a:fillRect/>
                      </a:stretch>
                    </p:blipFill>
                    <p:spPr>
                      <a:xfrm>
                        <a:off x="6810375" y="3348038"/>
                        <a:ext cx="2263775" cy="593725"/>
                      </a:xfrm>
                      <a:prstGeom prst="rect">
                        <a:avLst/>
                      </a:prstGeom>
                      <a:noFill/>
                      <a:ln w="38100">
                        <a:noFill/>
                        <a:miter/>
                      </a:ln>
                    </p:spPr>
                  </p:pic>
                </p:oleObj>
              </mc:Fallback>
            </mc:AlternateContent>
          </a:graphicData>
        </a:graphic>
      </p:graphicFrame>
      <p:sp>
        <p:nvSpPr>
          <p:cNvPr id="21" name="右箭头 20"/>
          <p:cNvSpPr/>
          <p:nvPr/>
        </p:nvSpPr>
        <p:spPr>
          <a:xfrm>
            <a:off x="5738813" y="3562350"/>
            <a:ext cx="1000125" cy="214313"/>
          </a:xfrm>
          <a:prstGeom prst="rightArrow">
            <a:avLst>
              <a:gd name="adj1" fmla="val 50000"/>
              <a:gd name="adj2" fmla="val 49453"/>
            </a:avLst>
          </a:prstGeom>
          <a:solidFill>
            <a:schemeClr val="accent1"/>
          </a:solidFill>
          <a:ln w="9525" cap="flat" cmpd="sng">
            <a:solidFill>
              <a:schemeClr val="tx1"/>
            </a:solidFill>
            <a:prstDash val="solid"/>
            <a:round/>
            <a:headEnd type="none" w="med" len="med"/>
            <a:tailEnd type="none" w="med" len="med"/>
          </a:ln>
        </p:spPr>
        <p:txBody>
          <a:bodyPr anchor="t" anchorCtr="0"/>
          <a:p>
            <a:endParaRPr lang="zh-CN" altLang="en-US" dirty="0">
              <a:latin typeface="Times New Roman" panose="02020603050405020304" pitchFamily="18" charset="0"/>
              <a:ea typeface="宋体" panose="02010600030101010101" pitchFamily="2" charset="-122"/>
            </a:endParaRPr>
          </a:p>
        </p:txBody>
      </p:sp>
      <p:sp>
        <p:nvSpPr>
          <p:cNvPr id="25" name="AutoShape 11"/>
          <p:cNvSpPr>
            <a:spLocks noChangeArrowheads="1"/>
          </p:cNvSpPr>
          <p:nvPr/>
        </p:nvSpPr>
        <p:spPr bwMode="auto">
          <a:xfrm>
            <a:off x="3929063" y="2571750"/>
            <a:ext cx="1428750" cy="714375"/>
          </a:xfrm>
          <a:prstGeom prst="wedgeRectCallout">
            <a:avLst>
              <a:gd name="adj1" fmla="val 25122"/>
              <a:gd name="adj2" fmla="val 79221"/>
            </a:avLst>
          </a:prstGeom>
          <a:solidFill>
            <a:srgbClr val="CCFF99"/>
          </a:solidFill>
          <a:ln w="28575">
            <a:solidFill>
              <a:srgbClr val="006600"/>
            </a:solidFill>
            <a:miter lim="800000"/>
          </a:ln>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mj-lt"/>
                <a:ea typeface="楷体" panose="02010609060101010101" pitchFamily="49" charset="-122"/>
                <a:cs typeface="+mn-cs"/>
              </a:rPr>
              <a:t>x</a:t>
            </a:r>
            <a:r>
              <a:rPr kumimoji="0" lang="en-US" altLang="zh-CN" sz="2400" b="1" i="1" u="none" strike="noStrike" kern="1200" cap="none" spc="0" normalizeH="0" baseline="30000" noProof="0" dirty="0">
                <a:ln>
                  <a:noFill/>
                </a:ln>
                <a:solidFill>
                  <a:schemeClr val="tx1"/>
                </a:solidFill>
                <a:effectLst/>
                <a:uLnTx/>
                <a:uFillTx/>
                <a:latin typeface="+mj-lt"/>
                <a:ea typeface="楷体" panose="02010609060101010101" pitchFamily="49" charset="-122"/>
                <a:cs typeface="+mn-cs"/>
              </a:rPr>
              <a:t>*</a:t>
            </a:r>
            <a:r>
              <a:rPr kumimoji="0" lang="zh-CN" altLang="en-US" sz="24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称为不  动点</a:t>
            </a:r>
            <a:endParaRPr kumimoji="0" lang="zh-CN" altLang="en-US" sz="24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graphicFrame>
        <p:nvGraphicFramePr>
          <p:cNvPr id="4" name="Object 14"/>
          <p:cNvGraphicFramePr>
            <a:graphicFrameLocks noChangeAspect="1"/>
          </p:cNvGraphicFramePr>
          <p:nvPr/>
        </p:nvGraphicFramePr>
        <p:xfrm>
          <a:off x="500063" y="3419475"/>
          <a:ext cx="1509712" cy="519113"/>
        </p:xfrm>
        <a:graphic>
          <a:graphicData uri="http://schemas.openxmlformats.org/presentationml/2006/ole">
            <mc:AlternateContent xmlns:mc="http://schemas.openxmlformats.org/markup-compatibility/2006">
              <mc:Choice xmlns:v="urn:schemas-microsoft-com:vml" Requires="v">
                <p:oleObj spid="_x0000_s3208" name="" r:id="rId5" imgW="850265" imgH="292100" progId="Equation.DSMT4">
                  <p:embed/>
                </p:oleObj>
              </mc:Choice>
              <mc:Fallback>
                <p:oleObj name="" r:id="rId5" imgW="850265" imgH="292100" progId="Equation.DSMT4">
                  <p:embed/>
                  <p:pic>
                    <p:nvPicPr>
                      <p:cNvPr id="0" name="图片 3207"/>
                      <p:cNvPicPr/>
                      <p:nvPr/>
                    </p:nvPicPr>
                    <p:blipFill>
                      <a:blip r:embed="rId6"/>
                      <a:stretch>
                        <a:fillRect/>
                      </a:stretch>
                    </p:blipFill>
                    <p:spPr>
                      <a:xfrm>
                        <a:off x="500063" y="3419475"/>
                        <a:ext cx="1509712" cy="519113"/>
                      </a:xfrm>
                      <a:prstGeom prst="rect">
                        <a:avLst/>
                      </a:prstGeom>
                      <a:noFill/>
                      <a:ln w="38100">
                        <a:noFill/>
                        <a:miter/>
                      </a:ln>
                    </p:spPr>
                  </p:pic>
                </p:oleObj>
              </mc:Fallback>
            </mc:AlternateContent>
          </a:graphicData>
        </a:graphic>
      </p:graphicFrame>
      <p:graphicFrame>
        <p:nvGraphicFramePr>
          <p:cNvPr id="5" name="Object 14"/>
          <p:cNvGraphicFramePr>
            <a:graphicFrameLocks noChangeAspect="1"/>
          </p:cNvGraphicFramePr>
          <p:nvPr/>
        </p:nvGraphicFramePr>
        <p:xfrm>
          <a:off x="4425950" y="4714875"/>
          <a:ext cx="788988" cy="428625"/>
        </p:xfrm>
        <a:graphic>
          <a:graphicData uri="http://schemas.openxmlformats.org/presentationml/2006/ole">
            <mc:AlternateContent xmlns:mc="http://schemas.openxmlformats.org/markup-compatibility/2006">
              <mc:Choice xmlns:v="urn:schemas-microsoft-com:vml" Requires="v">
                <p:oleObj spid="_x0000_s3209" name="" r:id="rId7" imgW="444500" imgH="241300" progId="Equation.DSMT4">
                  <p:embed/>
                </p:oleObj>
              </mc:Choice>
              <mc:Fallback>
                <p:oleObj name="" r:id="rId7" imgW="444500" imgH="241300" progId="Equation.DSMT4">
                  <p:embed/>
                  <p:pic>
                    <p:nvPicPr>
                      <p:cNvPr id="0" name="图片 3208"/>
                      <p:cNvPicPr/>
                      <p:nvPr/>
                    </p:nvPicPr>
                    <p:blipFill>
                      <a:blip r:embed="rId8"/>
                      <a:stretch>
                        <a:fillRect/>
                      </a:stretch>
                    </p:blipFill>
                    <p:spPr>
                      <a:xfrm>
                        <a:off x="4425950" y="4714875"/>
                        <a:ext cx="788988" cy="4286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par>
                                <p:cTn id="19" presetID="22" presetClass="entr" presetSubtype="8" fill="hold" nodeType="withEffect">
                                  <p:stCondLst>
                                    <p:cond delay="0"/>
                                  </p:stCondLst>
                                  <p:childTnLst>
                                    <p:set>
                                      <p:cBhvr>
                                        <p:cTn id="20" dur="1" fill="hold">
                                          <p:stCondLst>
                                            <p:cond delay="0"/>
                                          </p:stCondLst>
                                        </p:cTn>
                                        <p:tgtEl>
                                          <p:spTgt spid="3076"/>
                                        </p:tgtEl>
                                        <p:attrNameLst>
                                          <p:attrName>style.visibility</p:attrName>
                                        </p:attrNameLst>
                                      </p:cBhvr>
                                      <p:to>
                                        <p:strVal val="visible"/>
                                      </p:to>
                                    </p:set>
                                    <p:animEffect transition="in" filter="wipe(left)">
                                      <p:cBhvr>
                                        <p:cTn id="21" dur="500"/>
                                        <p:tgtEl>
                                          <p:spTgt spid="307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par>
                                <p:cTn id="40" presetID="22" presetClass="entr" presetSubtype="8" fill="hold"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2" grpId="0"/>
      <p:bldP spid="21" grpId="0" animBg="1"/>
      <p:bldP spid="2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4587" name="Object 11"/>
          <p:cNvGraphicFramePr>
            <a:graphicFrameLocks noChangeAspect="1"/>
          </p:cNvGraphicFramePr>
          <p:nvPr/>
        </p:nvGraphicFramePr>
        <p:xfrm>
          <a:off x="214313" y="4357688"/>
          <a:ext cx="4306887" cy="895350"/>
        </p:xfrm>
        <a:graphic>
          <a:graphicData uri="http://schemas.openxmlformats.org/presentationml/2006/ole">
            <mc:AlternateContent xmlns:mc="http://schemas.openxmlformats.org/markup-compatibility/2006">
              <mc:Choice xmlns:v="urn:schemas-microsoft-com:vml" Requires="v">
                <p:oleObj spid="_x0000_s3206" name="" r:id="rId1" imgW="1955165" imgH="406400" progId="Equation.DSMT4">
                  <p:embed/>
                </p:oleObj>
              </mc:Choice>
              <mc:Fallback>
                <p:oleObj name="" r:id="rId1" imgW="1955165" imgH="406400" progId="Equation.DSMT4">
                  <p:embed/>
                  <p:pic>
                    <p:nvPicPr>
                      <p:cNvPr id="0" name="图片 3205"/>
                      <p:cNvPicPr/>
                      <p:nvPr/>
                    </p:nvPicPr>
                    <p:blipFill>
                      <a:blip r:embed="rId2"/>
                      <a:stretch>
                        <a:fillRect/>
                      </a:stretch>
                    </p:blipFill>
                    <p:spPr>
                      <a:xfrm>
                        <a:off x="214313" y="4357688"/>
                        <a:ext cx="4306887" cy="895350"/>
                      </a:xfrm>
                      <a:prstGeom prst="rect">
                        <a:avLst/>
                      </a:prstGeom>
                      <a:noFill/>
                      <a:ln w="38100">
                        <a:noFill/>
                        <a:miter/>
                      </a:ln>
                    </p:spPr>
                  </p:pic>
                </p:oleObj>
              </mc:Fallback>
            </mc:AlternateContent>
          </a:graphicData>
        </a:graphic>
      </p:graphicFrame>
      <p:graphicFrame>
        <p:nvGraphicFramePr>
          <p:cNvPr id="2" name="Object 10"/>
          <p:cNvGraphicFramePr>
            <a:graphicFrameLocks noChangeAspect="1"/>
          </p:cNvGraphicFramePr>
          <p:nvPr/>
        </p:nvGraphicFramePr>
        <p:xfrm>
          <a:off x="3429000" y="571500"/>
          <a:ext cx="1601788" cy="546100"/>
        </p:xfrm>
        <a:graphic>
          <a:graphicData uri="http://schemas.openxmlformats.org/presentationml/2006/ole">
            <mc:AlternateContent xmlns:mc="http://schemas.openxmlformats.org/markup-compatibility/2006">
              <mc:Choice xmlns:v="urn:schemas-microsoft-com:vml" Requires="v">
                <p:oleObj spid="_x0000_s3205" name="" r:id="rId3" imgW="596900" imgH="203200" progId="Equation.DSMT4">
                  <p:embed/>
                </p:oleObj>
              </mc:Choice>
              <mc:Fallback>
                <p:oleObj name="" r:id="rId3" imgW="596900" imgH="203200" progId="Equation.DSMT4">
                  <p:embed/>
                  <p:pic>
                    <p:nvPicPr>
                      <p:cNvPr id="0" name="图片 3204"/>
                      <p:cNvPicPr/>
                      <p:nvPr/>
                    </p:nvPicPr>
                    <p:blipFill>
                      <a:blip r:embed="rId4"/>
                      <a:stretch>
                        <a:fillRect/>
                      </a:stretch>
                    </p:blipFill>
                    <p:spPr>
                      <a:xfrm>
                        <a:off x="3429000" y="571500"/>
                        <a:ext cx="1601788" cy="546100"/>
                      </a:xfrm>
                      <a:prstGeom prst="rect">
                        <a:avLst/>
                      </a:prstGeom>
                      <a:noFill/>
                      <a:ln w="38100">
                        <a:noFill/>
                        <a:miter/>
                      </a:ln>
                    </p:spPr>
                  </p:pic>
                </p:oleObj>
              </mc:Fallback>
            </mc:AlternateContent>
          </a:graphicData>
        </a:graphic>
      </p:graphicFrame>
      <p:sp>
        <p:nvSpPr>
          <p:cNvPr id="12" name="TextBox 11"/>
          <p:cNvSpPr txBox="1"/>
          <p:nvPr/>
        </p:nvSpPr>
        <p:spPr>
          <a:xfrm>
            <a:off x="428625" y="142875"/>
            <a:ext cx="4500563" cy="584200"/>
          </a:xfrm>
          <a:prstGeom prst="rect">
            <a:avLst/>
          </a:prstGeom>
          <a:noFill/>
          <a:ln w="9525">
            <a:noFill/>
          </a:ln>
        </p:spPr>
        <p:txBody>
          <a:bodyPr anchor="t" anchorCtr="0">
            <a:spAutoFit/>
          </a:bodyPr>
          <a:p>
            <a:pPr>
              <a:buClr>
                <a:srgbClr val="7030A0"/>
              </a:buClr>
              <a:buFont typeface="Wingdings" panose="05000000000000000000" pitchFamily="2" charset="2"/>
              <a:buChar char="Ø"/>
            </a:pPr>
            <a:r>
              <a:rPr lang="zh-CN" altLang="en-US" sz="3200" b="1" dirty="0">
                <a:solidFill>
                  <a:srgbClr val="92D050"/>
                </a:solidFill>
                <a:latin typeface="Times New Roman" panose="02020603050405020304" pitchFamily="18" charset="0"/>
                <a:ea typeface="宋体" panose="02010600030101010101" pitchFamily="2" charset="-122"/>
              </a:rPr>
              <a:t>迭代格式构造</a:t>
            </a:r>
            <a:endParaRPr lang="zh-CN" altLang="en-US" sz="3200" b="1" dirty="0">
              <a:solidFill>
                <a:srgbClr val="92D050"/>
              </a:solidFill>
              <a:latin typeface="Times New Roman" panose="02020603050405020304" pitchFamily="18" charset="0"/>
              <a:ea typeface="宋体" panose="02010600030101010101" pitchFamily="2" charset="-122"/>
            </a:endParaRPr>
          </a:p>
        </p:txBody>
      </p:sp>
      <p:sp>
        <p:nvSpPr>
          <p:cNvPr id="13" name="TextBox 12"/>
          <p:cNvSpPr txBox="1"/>
          <p:nvPr/>
        </p:nvSpPr>
        <p:spPr>
          <a:xfrm>
            <a:off x="428625" y="1071563"/>
            <a:ext cx="4500563" cy="584200"/>
          </a:xfrm>
          <a:prstGeom prst="rect">
            <a:avLst/>
          </a:prstGeom>
          <a:noFill/>
          <a:ln w="9525">
            <a:noFill/>
          </a:ln>
        </p:spPr>
        <p:txBody>
          <a:bodyPr anchor="t" anchorCtr="0">
            <a:spAutoFit/>
          </a:bodyPr>
          <a:p>
            <a:pPr>
              <a:buClr>
                <a:srgbClr val="7030A0"/>
              </a:buClr>
              <a:buFont typeface="Wingdings" panose="05000000000000000000" pitchFamily="2" charset="2"/>
              <a:buChar char="Ø"/>
            </a:pPr>
            <a:r>
              <a:rPr lang="zh-CN" altLang="en-US" sz="3200" b="1" dirty="0">
                <a:solidFill>
                  <a:srgbClr val="92D050"/>
                </a:solidFill>
                <a:latin typeface="Times New Roman" panose="02020603050405020304" pitchFamily="18" charset="0"/>
                <a:ea typeface="宋体" panose="02010600030101010101" pitchFamily="2" charset="-122"/>
              </a:rPr>
              <a:t>收敛条件</a:t>
            </a:r>
            <a:r>
              <a:rPr lang="en-US" altLang="zh-CN" sz="3200" b="1" dirty="0">
                <a:solidFill>
                  <a:srgbClr val="92D050"/>
                </a:solidFill>
                <a:latin typeface="Times New Roman" panose="02020603050405020304" pitchFamily="18" charset="0"/>
                <a:ea typeface="宋体" panose="02010600030101010101" pitchFamily="2" charset="-122"/>
              </a:rPr>
              <a:t>(</a:t>
            </a:r>
            <a:r>
              <a:rPr lang="zh-CN" altLang="en-US" sz="3200" b="1" dirty="0">
                <a:solidFill>
                  <a:srgbClr val="92D050"/>
                </a:solidFill>
                <a:latin typeface="Times New Roman" panose="02020603050405020304" pitchFamily="18" charset="0"/>
                <a:ea typeface="宋体" panose="02010600030101010101" pitchFamily="2" charset="-122"/>
              </a:rPr>
              <a:t>局部</a:t>
            </a:r>
            <a:r>
              <a:rPr lang="en-US" altLang="zh-CN" sz="3200" b="1" dirty="0">
                <a:solidFill>
                  <a:srgbClr val="92D050"/>
                </a:solidFill>
                <a:latin typeface="Times New Roman" panose="02020603050405020304" pitchFamily="18" charset="0"/>
                <a:ea typeface="宋体" panose="02010600030101010101" pitchFamily="2" charset="-122"/>
              </a:rPr>
              <a:t>vs</a:t>
            </a:r>
            <a:r>
              <a:rPr lang="zh-CN" altLang="en-US" sz="3200" b="1" dirty="0">
                <a:solidFill>
                  <a:srgbClr val="92D050"/>
                </a:solidFill>
                <a:latin typeface="Times New Roman" panose="02020603050405020304" pitchFamily="18" charset="0"/>
                <a:ea typeface="宋体" panose="02010600030101010101" pitchFamily="2" charset="-122"/>
              </a:rPr>
              <a:t>全局</a:t>
            </a:r>
            <a:r>
              <a:rPr lang="en-US" altLang="zh-CN" sz="3200" b="1" dirty="0">
                <a:solidFill>
                  <a:srgbClr val="92D050"/>
                </a:solidFill>
                <a:latin typeface="Times New Roman" panose="02020603050405020304" pitchFamily="18" charset="0"/>
                <a:ea typeface="宋体" panose="02010600030101010101" pitchFamily="2" charset="-122"/>
              </a:rPr>
              <a:t>)</a:t>
            </a:r>
            <a:endParaRPr lang="zh-CN" altLang="en-US" sz="3200" b="1" dirty="0">
              <a:solidFill>
                <a:srgbClr val="92D050"/>
              </a:solidFill>
              <a:latin typeface="Times New Roman" panose="02020603050405020304" pitchFamily="18" charset="0"/>
              <a:ea typeface="宋体" panose="02010600030101010101" pitchFamily="2" charset="-122"/>
            </a:endParaRPr>
          </a:p>
        </p:txBody>
      </p:sp>
      <p:sp>
        <p:nvSpPr>
          <p:cNvPr id="14" name="TextBox 13"/>
          <p:cNvSpPr txBox="1"/>
          <p:nvPr/>
        </p:nvSpPr>
        <p:spPr>
          <a:xfrm>
            <a:off x="500063" y="3929063"/>
            <a:ext cx="4500562" cy="584200"/>
          </a:xfrm>
          <a:prstGeom prst="rect">
            <a:avLst/>
          </a:prstGeom>
          <a:noFill/>
          <a:ln w="9525">
            <a:noFill/>
          </a:ln>
        </p:spPr>
        <p:txBody>
          <a:bodyPr anchor="t" anchorCtr="0">
            <a:spAutoFit/>
          </a:bodyPr>
          <a:p>
            <a:pPr>
              <a:buClr>
                <a:srgbClr val="7030A0"/>
              </a:buClr>
              <a:buFont typeface="Wingdings" panose="05000000000000000000" pitchFamily="2" charset="2"/>
              <a:buChar char="Ø"/>
            </a:pPr>
            <a:r>
              <a:rPr lang="zh-CN" altLang="en-US" sz="3200" b="1" dirty="0">
                <a:solidFill>
                  <a:srgbClr val="92D050"/>
                </a:solidFill>
                <a:latin typeface="Times New Roman" panose="02020603050405020304" pitchFamily="18" charset="0"/>
                <a:ea typeface="宋体" panose="02010600030101010101" pitchFamily="2" charset="-122"/>
              </a:rPr>
              <a:t>终止准则</a:t>
            </a:r>
            <a:endParaRPr lang="zh-CN" altLang="en-US" sz="3200" b="1" dirty="0">
              <a:solidFill>
                <a:srgbClr val="92D050"/>
              </a:solidFill>
              <a:latin typeface="Times New Roman" panose="02020603050405020304" pitchFamily="18" charset="0"/>
              <a:ea typeface="宋体" panose="02010600030101010101" pitchFamily="2" charset="-122"/>
            </a:endParaRPr>
          </a:p>
        </p:txBody>
      </p:sp>
      <p:graphicFrame>
        <p:nvGraphicFramePr>
          <p:cNvPr id="7180" name="Object 6"/>
          <p:cNvGraphicFramePr>
            <a:graphicFrameLocks noChangeAspect="1"/>
          </p:cNvGraphicFramePr>
          <p:nvPr/>
        </p:nvGraphicFramePr>
        <p:xfrm>
          <a:off x="714375" y="1785938"/>
          <a:ext cx="3600450" cy="2114550"/>
        </p:xfrm>
        <a:graphic>
          <a:graphicData uri="http://schemas.openxmlformats.org/presentationml/2006/ole">
            <mc:AlternateContent xmlns:mc="http://schemas.openxmlformats.org/markup-compatibility/2006">
              <mc:Choice xmlns:v="urn:schemas-microsoft-com:vml" Requires="v">
                <p:oleObj spid="_x0000_s3207" name="" r:id="rId5" imgW="2184400" imgH="1282700" progId="Equation.DSMT4">
                  <p:embed/>
                </p:oleObj>
              </mc:Choice>
              <mc:Fallback>
                <p:oleObj name="" r:id="rId5" imgW="2184400" imgH="1282700" progId="Equation.DSMT4">
                  <p:embed/>
                  <p:pic>
                    <p:nvPicPr>
                      <p:cNvPr id="0" name="图片 3206"/>
                      <p:cNvPicPr/>
                      <p:nvPr/>
                    </p:nvPicPr>
                    <p:blipFill>
                      <a:blip r:embed="rId6"/>
                      <a:stretch>
                        <a:fillRect/>
                      </a:stretch>
                    </p:blipFill>
                    <p:spPr>
                      <a:xfrm>
                        <a:off x="714375" y="1785938"/>
                        <a:ext cx="3600450" cy="2114550"/>
                      </a:xfrm>
                      <a:prstGeom prst="rect">
                        <a:avLst/>
                      </a:prstGeom>
                      <a:noFill/>
                      <a:ln w="38100">
                        <a:noFill/>
                        <a:miter/>
                      </a:ln>
                    </p:spPr>
                  </p:pic>
                </p:oleObj>
              </mc:Fallback>
            </mc:AlternateContent>
          </a:graphicData>
        </a:graphic>
      </p:graphicFrame>
      <p:graphicFrame>
        <p:nvGraphicFramePr>
          <p:cNvPr id="7181" name="Object 13"/>
          <p:cNvGraphicFramePr>
            <a:graphicFrameLocks noChangeAspect="1"/>
          </p:cNvGraphicFramePr>
          <p:nvPr/>
        </p:nvGraphicFramePr>
        <p:xfrm>
          <a:off x="4889500" y="1785938"/>
          <a:ext cx="3636963" cy="2430462"/>
        </p:xfrm>
        <a:graphic>
          <a:graphicData uri="http://schemas.openxmlformats.org/presentationml/2006/ole">
            <mc:AlternateContent xmlns:mc="http://schemas.openxmlformats.org/markup-compatibility/2006">
              <mc:Choice xmlns:v="urn:schemas-microsoft-com:vml" Requires="v">
                <p:oleObj spid="_x0000_s3222" name="" r:id="rId7" imgW="2222500" imgH="1485900" progId="Equation.DSMT4">
                  <p:embed/>
                </p:oleObj>
              </mc:Choice>
              <mc:Fallback>
                <p:oleObj name="" r:id="rId7" imgW="2222500" imgH="1485900" progId="Equation.DSMT4">
                  <p:embed/>
                  <p:pic>
                    <p:nvPicPr>
                      <p:cNvPr id="0" name="图片 3221"/>
                      <p:cNvPicPr/>
                      <p:nvPr/>
                    </p:nvPicPr>
                    <p:blipFill>
                      <a:blip r:embed="rId8"/>
                      <a:stretch>
                        <a:fillRect/>
                      </a:stretch>
                    </p:blipFill>
                    <p:spPr>
                      <a:xfrm>
                        <a:off x="4889500" y="1785938"/>
                        <a:ext cx="3636963" cy="2430462"/>
                      </a:xfrm>
                      <a:prstGeom prst="rect">
                        <a:avLst/>
                      </a:prstGeom>
                      <a:noFill/>
                      <a:ln w="38100">
                        <a:noFill/>
                        <a:miter/>
                      </a:ln>
                    </p:spPr>
                  </p:pic>
                </p:oleObj>
              </mc:Fallback>
            </mc:AlternateContent>
          </a:graphicData>
        </a:graphic>
      </p:graphicFrame>
      <p:sp>
        <p:nvSpPr>
          <p:cNvPr id="15" name="Text Box 2"/>
          <p:cNvSpPr txBox="1"/>
          <p:nvPr/>
        </p:nvSpPr>
        <p:spPr>
          <a:xfrm>
            <a:off x="5786438" y="285750"/>
            <a:ext cx="7772400" cy="1169988"/>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注释</a:t>
            </a:r>
            <a:r>
              <a:rPr lang="en-US" altLang="zh-CN" b="1" dirty="0">
                <a:latin typeface="Times New Roman" panose="02020603050405020304" pitchFamily="18" charset="0"/>
                <a:ea typeface="黑体" panose="02010609060101010101" pitchFamily="49" charset="-122"/>
              </a:rPr>
              <a:t>: </a:t>
            </a:r>
            <a:r>
              <a:rPr lang="en-US" altLang="zh-CN" b="1" i="1" dirty="0">
                <a:latin typeface="Times New Roman" panose="02020603050405020304" pitchFamily="18" charset="0"/>
                <a:ea typeface="黑体" panose="02010609060101010101" pitchFamily="49" charset="-122"/>
              </a:rPr>
              <a:t>B</a:t>
            </a:r>
            <a:r>
              <a:rPr lang="zh-CN" altLang="en-US" b="1" dirty="0">
                <a:latin typeface="Times New Roman" panose="02020603050405020304" pitchFamily="18" charset="0"/>
                <a:ea typeface="黑体" panose="02010609060101010101" pitchFamily="49" charset="-122"/>
              </a:rPr>
              <a:t>是迭代矩阵</a:t>
            </a:r>
            <a:r>
              <a:rPr lang="en-US" altLang="zh-CN" b="1" dirty="0">
                <a:latin typeface="Times New Roman" panose="02020603050405020304" pitchFamily="18" charset="0"/>
                <a:ea typeface="黑体" panose="02010609060101010101" pitchFamily="49" charset="-122"/>
              </a:rPr>
              <a:t>,</a:t>
            </a:r>
            <a:endParaRPr lang="en-US" altLang="zh-CN" b="1" dirty="0">
              <a:latin typeface="Times New Roman" panose="02020603050405020304" pitchFamily="18" charset="0"/>
              <a:ea typeface="黑体" panose="02010609060101010101" pitchFamily="49" charset="-122"/>
            </a:endParaRPr>
          </a:p>
          <a:p>
            <a:pPr>
              <a:spcBef>
                <a:spcPct val="50000"/>
              </a:spcBef>
            </a:pPr>
            <a:r>
              <a:rPr lang="zh-CN" altLang="en-US" b="1" dirty="0">
                <a:latin typeface="Times New Roman" panose="02020603050405020304" pitchFamily="18" charset="0"/>
                <a:ea typeface="黑体" panose="02010609060101010101" pitchFamily="49" charset="-122"/>
              </a:rPr>
              <a:t>不是系数矩阵</a:t>
            </a:r>
            <a:endParaRPr lang="zh-CN" altLang="en-US" b="1" dirty="0">
              <a:latin typeface="Times New Roman" panose="02020603050405020304" pitchFamily="18" charset="0"/>
              <a:ea typeface="黑体" panose="02010609060101010101" pitchFamily="49" charset="-122"/>
            </a:endParaRPr>
          </a:p>
        </p:txBody>
      </p:sp>
      <p:graphicFrame>
        <p:nvGraphicFramePr>
          <p:cNvPr id="3" name="Object 0"/>
          <p:cNvGraphicFramePr/>
          <p:nvPr/>
        </p:nvGraphicFramePr>
        <p:xfrm>
          <a:off x="4859338" y="4508500"/>
          <a:ext cx="4114800" cy="785813"/>
        </p:xfrm>
        <a:graphic>
          <a:graphicData uri="http://schemas.openxmlformats.org/presentationml/2006/ole">
            <mc:AlternateContent xmlns:mc="http://schemas.openxmlformats.org/markup-compatibility/2006">
              <mc:Choice xmlns:v="urn:schemas-microsoft-com:vml" Requires="v">
                <p:oleObj spid="_x0000_s3217" name="" r:id="rId9" imgW="2260600" imgH="431800" progId="Equation.DSMT4">
                  <p:embed/>
                </p:oleObj>
              </mc:Choice>
              <mc:Fallback>
                <p:oleObj name="" r:id="rId9" imgW="2260600" imgH="431800" progId="Equation.DSMT4">
                  <p:embed/>
                  <p:pic>
                    <p:nvPicPr>
                      <p:cNvPr id="0" name="图片 3216"/>
                      <p:cNvPicPr/>
                      <p:nvPr/>
                    </p:nvPicPr>
                    <p:blipFill>
                      <a:blip r:embed="rId10"/>
                      <a:stretch>
                        <a:fillRect/>
                      </a:stretch>
                    </p:blipFill>
                    <p:spPr>
                      <a:xfrm>
                        <a:off x="4859338" y="4508500"/>
                        <a:ext cx="4114800" cy="7858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80"/>
                                        </p:tgtEl>
                                        <p:attrNameLst>
                                          <p:attrName>style.visibility</p:attrName>
                                        </p:attrNameLst>
                                      </p:cBhvr>
                                      <p:to>
                                        <p:strVal val="visible"/>
                                      </p:to>
                                    </p:set>
                                    <p:animEffect transition="in" filter="wipe(left)">
                                      <p:cBhvr>
                                        <p:cTn id="22" dur="500"/>
                                        <p:tgtEl>
                                          <p:spTgt spid="71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181"/>
                                        </p:tgtEl>
                                        <p:attrNameLst>
                                          <p:attrName>style.visibility</p:attrName>
                                        </p:attrNameLst>
                                      </p:cBhvr>
                                      <p:to>
                                        <p:strVal val="visible"/>
                                      </p:to>
                                    </p:set>
                                    <p:animEffect transition="in" filter="wipe(left)">
                                      <p:cBhvr>
                                        <p:cTn id="27" dur="500"/>
                                        <p:tgtEl>
                                          <p:spTgt spid="718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587"/>
                                        </p:tgtEl>
                                        <p:attrNameLst>
                                          <p:attrName>style.visibility</p:attrName>
                                        </p:attrNameLst>
                                      </p:cBhvr>
                                      <p:to>
                                        <p:strVal val="visible"/>
                                      </p:to>
                                    </p:set>
                                    <p:animEffect transition="in" filter="wipe(left)">
                                      <p:cBhvr>
                                        <p:cTn id="37" dur="500"/>
                                        <p:tgtEl>
                                          <p:spTgt spid="2458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098" name="Object 9"/>
          <p:cNvGraphicFramePr>
            <a:graphicFrameLocks noChangeAspect="1"/>
          </p:cNvGraphicFramePr>
          <p:nvPr/>
        </p:nvGraphicFramePr>
        <p:xfrm>
          <a:off x="2668588" y="928688"/>
          <a:ext cx="4941887" cy="987425"/>
        </p:xfrm>
        <a:graphic>
          <a:graphicData uri="http://schemas.openxmlformats.org/presentationml/2006/ole">
            <mc:AlternateContent xmlns:mc="http://schemas.openxmlformats.org/markup-compatibility/2006">
              <mc:Choice xmlns:v="urn:schemas-microsoft-com:vml" Requires="v">
                <p:oleObj spid="_x0000_s3227" name="" r:id="rId1" imgW="2146300" imgH="431800" progId="Equation.DSMT4">
                  <p:embed/>
                </p:oleObj>
              </mc:Choice>
              <mc:Fallback>
                <p:oleObj name="" r:id="rId1" imgW="2146300" imgH="431800" progId="Equation.DSMT4">
                  <p:embed/>
                  <p:pic>
                    <p:nvPicPr>
                      <p:cNvPr id="0" name="图片 3226"/>
                      <p:cNvPicPr/>
                      <p:nvPr/>
                    </p:nvPicPr>
                    <p:blipFill>
                      <a:blip r:embed="rId2"/>
                      <a:stretch>
                        <a:fillRect/>
                      </a:stretch>
                    </p:blipFill>
                    <p:spPr>
                      <a:xfrm>
                        <a:off x="2668588" y="928688"/>
                        <a:ext cx="4941887" cy="987425"/>
                      </a:xfrm>
                      <a:prstGeom prst="rect">
                        <a:avLst/>
                      </a:prstGeom>
                      <a:noFill/>
                      <a:ln w="38100">
                        <a:noFill/>
                        <a:miter/>
                      </a:ln>
                    </p:spPr>
                  </p:pic>
                </p:oleObj>
              </mc:Fallback>
            </mc:AlternateContent>
          </a:graphicData>
        </a:graphic>
      </p:graphicFrame>
      <p:graphicFrame>
        <p:nvGraphicFramePr>
          <p:cNvPr id="10251" name="Object 11"/>
          <p:cNvGraphicFramePr>
            <a:graphicFrameLocks noChangeAspect="1"/>
          </p:cNvGraphicFramePr>
          <p:nvPr/>
        </p:nvGraphicFramePr>
        <p:xfrm>
          <a:off x="2714625" y="1928813"/>
          <a:ext cx="6115050" cy="660400"/>
        </p:xfrm>
        <a:graphic>
          <a:graphicData uri="http://schemas.openxmlformats.org/presentationml/2006/ole">
            <mc:AlternateContent xmlns:mc="http://schemas.openxmlformats.org/markup-compatibility/2006">
              <mc:Choice xmlns:v="urn:schemas-microsoft-com:vml" Requires="v">
                <p:oleObj spid="_x0000_s3223" name="" r:id="rId3" imgW="3759200" imgH="406400" progId="Equation.DSMT4">
                  <p:embed/>
                </p:oleObj>
              </mc:Choice>
              <mc:Fallback>
                <p:oleObj name="" r:id="rId3" imgW="3759200" imgH="406400" progId="Equation.DSMT4">
                  <p:embed/>
                  <p:pic>
                    <p:nvPicPr>
                      <p:cNvPr id="0" name="图片 3222"/>
                      <p:cNvPicPr/>
                      <p:nvPr/>
                    </p:nvPicPr>
                    <p:blipFill>
                      <a:blip r:embed="rId4"/>
                      <a:stretch>
                        <a:fillRect/>
                      </a:stretch>
                    </p:blipFill>
                    <p:spPr>
                      <a:xfrm>
                        <a:off x="2714625" y="1928813"/>
                        <a:ext cx="6115050" cy="660400"/>
                      </a:xfrm>
                      <a:prstGeom prst="rect">
                        <a:avLst/>
                      </a:prstGeom>
                      <a:noFill/>
                      <a:ln w="38100">
                        <a:noFill/>
                        <a:miter/>
                      </a:ln>
                    </p:spPr>
                  </p:pic>
                </p:oleObj>
              </mc:Fallback>
            </mc:AlternateContent>
          </a:graphicData>
        </a:graphic>
      </p:graphicFrame>
      <p:sp>
        <p:nvSpPr>
          <p:cNvPr id="51203" name="Text Box 14"/>
          <p:cNvSpPr txBox="1"/>
          <p:nvPr/>
        </p:nvSpPr>
        <p:spPr>
          <a:xfrm>
            <a:off x="381000" y="228600"/>
            <a:ext cx="8382000" cy="579438"/>
          </a:xfrm>
          <a:prstGeom prst="rect">
            <a:avLst/>
          </a:prstGeom>
          <a:noFill/>
          <a:ln w="9525">
            <a:noFill/>
          </a:ln>
        </p:spPr>
        <p:txBody>
          <a:bodyPr anchor="t" anchorCtr="0">
            <a:spAutoFit/>
          </a:bodyPr>
          <a:p>
            <a:pPr>
              <a:spcBef>
                <a:spcPct val="50000"/>
              </a:spcBef>
            </a:pPr>
            <a:r>
              <a:rPr lang="zh-CN" altLang="en-US" sz="3200" b="1" dirty="0">
                <a:latin typeface="黑体" panose="02010609060101010101" pitchFamily="49" charset="-122"/>
                <a:ea typeface="黑体" panose="02010609060101010101" pitchFamily="49" charset="-122"/>
              </a:rPr>
              <a:t>常用的范数</a:t>
            </a:r>
            <a:r>
              <a:rPr lang="en-US" altLang="zh-CN" sz="3200" b="1" dirty="0">
                <a:latin typeface="Times New Roman" panose="02020603050405020304" pitchFamily="18" charset="0"/>
                <a:ea typeface="黑体" panose="02010609060101010101" pitchFamily="49" charset="-122"/>
              </a:rPr>
              <a:t>:</a:t>
            </a:r>
            <a:endParaRPr lang="en-US" altLang="zh-CN" sz="3200" b="1" dirty="0">
              <a:latin typeface="Times New Roman" panose="02020603050405020304" pitchFamily="18" charset="0"/>
              <a:ea typeface="黑体" panose="02010609060101010101" pitchFamily="49" charset="-122"/>
            </a:endParaRPr>
          </a:p>
        </p:txBody>
      </p:sp>
      <p:graphicFrame>
        <p:nvGraphicFramePr>
          <p:cNvPr id="10255" name="Object 15"/>
          <p:cNvGraphicFramePr>
            <a:graphicFrameLocks noChangeAspect="1"/>
          </p:cNvGraphicFramePr>
          <p:nvPr/>
        </p:nvGraphicFramePr>
        <p:xfrm>
          <a:off x="2681288" y="71438"/>
          <a:ext cx="4962525" cy="1000125"/>
        </p:xfrm>
        <a:graphic>
          <a:graphicData uri="http://schemas.openxmlformats.org/presentationml/2006/ole">
            <mc:AlternateContent xmlns:mc="http://schemas.openxmlformats.org/markup-compatibility/2006">
              <mc:Choice xmlns:v="urn:schemas-microsoft-com:vml" Requires="v">
                <p:oleObj spid="_x0000_s3214" name="" r:id="rId5" imgW="2413000" imgH="482600" progId="Equation.DSMT4">
                  <p:embed/>
                </p:oleObj>
              </mc:Choice>
              <mc:Fallback>
                <p:oleObj name="" r:id="rId5" imgW="2413000" imgH="482600" progId="Equation.DSMT4">
                  <p:embed/>
                  <p:pic>
                    <p:nvPicPr>
                      <p:cNvPr id="0" name="图片 3213"/>
                      <p:cNvPicPr/>
                      <p:nvPr/>
                    </p:nvPicPr>
                    <p:blipFill>
                      <a:blip r:embed="rId6"/>
                      <a:stretch>
                        <a:fillRect/>
                      </a:stretch>
                    </p:blipFill>
                    <p:spPr>
                      <a:xfrm>
                        <a:off x="2681288" y="71438"/>
                        <a:ext cx="4962525" cy="1000125"/>
                      </a:xfrm>
                      <a:prstGeom prst="rect">
                        <a:avLst/>
                      </a:prstGeom>
                      <a:noFill/>
                      <a:ln w="38100">
                        <a:noFill/>
                        <a:miter/>
                      </a:ln>
                    </p:spPr>
                  </p:pic>
                </p:oleObj>
              </mc:Fallback>
            </mc:AlternateContent>
          </a:graphicData>
        </a:graphic>
      </p:graphicFrame>
      <p:graphicFrame>
        <p:nvGraphicFramePr>
          <p:cNvPr id="4101" name="Object 2048"/>
          <p:cNvGraphicFramePr>
            <a:graphicFrameLocks noChangeAspect="1"/>
          </p:cNvGraphicFramePr>
          <p:nvPr/>
        </p:nvGraphicFramePr>
        <p:xfrm>
          <a:off x="2714625" y="3571875"/>
          <a:ext cx="2346325" cy="882650"/>
        </p:xfrm>
        <a:graphic>
          <a:graphicData uri="http://schemas.openxmlformats.org/presentationml/2006/ole">
            <mc:AlternateContent xmlns:mc="http://schemas.openxmlformats.org/markup-compatibility/2006">
              <mc:Choice xmlns:v="urn:schemas-microsoft-com:vml" Requires="v">
                <p:oleObj spid="_x0000_s3226" name="" r:id="rId7" imgW="1143000" imgH="431800" progId="Equation.DSMT4">
                  <p:embed/>
                </p:oleObj>
              </mc:Choice>
              <mc:Fallback>
                <p:oleObj name="" r:id="rId7" imgW="1143000" imgH="431800" progId="Equation.DSMT4">
                  <p:embed/>
                  <p:pic>
                    <p:nvPicPr>
                      <p:cNvPr id="0" name="图片 3225"/>
                      <p:cNvPicPr/>
                      <p:nvPr/>
                    </p:nvPicPr>
                    <p:blipFill>
                      <a:blip r:embed="rId8"/>
                      <a:stretch>
                        <a:fillRect/>
                      </a:stretch>
                    </p:blipFill>
                    <p:spPr>
                      <a:xfrm>
                        <a:off x="2714625" y="3571875"/>
                        <a:ext cx="2346325" cy="882650"/>
                      </a:xfrm>
                      <a:prstGeom prst="rect">
                        <a:avLst/>
                      </a:prstGeom>
                      <a:noFill/>
                      <a:ln w="38100">
                        <a:noFill/>
                        <a:miter/>
                      </a:ln>
                    </p:spPr>
                  </p:pic>
                </p:oleObj>
              </mc:Fallback>
            </mc:AlternateContent>
          </a:graphicData>
        </a:graphic>
      </p:graphicFrame>
      <p:graphicFrame>
        <p:nvGraphicFramePr>
          <p:cNvPr id="11" name="Object 2049"/>
          <p:cNvGraphicFramePr>
            <a:graphicFrameLocks noChangeAspect="1"/>
          </p:cNvGraphicFramePr>
          <p:nvPr/>
        </p:nvGraphicFramePr>
        <p:xfrm>
          <a:off x="1095375" y="4714875"/>
          <a:ext cx="8048625" cy="609600"/>
        </p:xfrm>
        <a:graphic>
          <a:graphicData uri="http://schemas.openxmlformats.org/presentationml/2006/ole">
            <mc:AlternateContent xmlns:mc="http://schemas.openxmlformats.org/markup-compatibility/2006">
              <mc:Choice xmlns:v="urn:schemas-microsoft-com:vml" Requires="v">
                <p:oleObj spid="_x0000_s3220" name="" r:id="rId9" imgW="4876800" imgH="368300" progId="Equation.DSMT4">
                  <p:embed/>
                </p:oleObj>
              </mc:Choice>
              <mc:Fallback>
                <p:oleObj name="" r:id="rId9" imgW="4876800" imgH="368300" progId="Equation.DSMT4">
                  <p:embed/>
                  <p:pic>
                    <p:nvPicPr>
                      <p:cNvPr id="0" name="图片 3219"/>
                      <p:cNvPicPr/>
                      <p:nvPr/>
                    </p:nvPicPr>
                    <p:blipFill>
                      <a:blip r:embed="rId10"/>
                      <a:stretch>
                        <a:fillRect/>
                      </a:stretch>
                    </p:blipFill>
                    <p:spPr>
                      <a:xfrm>
                        <a:off x="1095375" y="4714875"/>
                        <a:ext cx="8048625" cy="609600"/>
                      </a:xfrm>
                      <a:prstGeom prst="rect">
                        <a:avLst/>
                      </a:prstGeom>
                      <a:noFill/>
                      <a:ln w="38100">
                        <a:noFill/>
                        <a:miter/>
                      </a:ln>
                    </p:spPr>
                  </p:pic>
                </p:oleObj>
              </mc:Fallback>
            </mc:AlternateContent>
          </a:graphicData>
        </a:graphic>
      </p:graphicFrame>
      <p:graphicFrame>
        <p:nvGraphicFramePr>
          <p:cNvPr id="13" name="Object 2050"/>
          <p:cNvGraphicFramePr>
            <a:graphicFrameLocks noChangeAspect="1"/>
          </p:cNvGraphicFramePr>
          <p:nvPr/>
        </p:nvGraphicFramePr>
        <p:xfrm>
          <a:off x="2693988" y="2643188"/>
          <a:ext cx="2735262" cy="1014412"/>
        </p:xfrm>
        <a:graphic>
          <a:graphicData uri="http://schemas.openxmlformats.org/presentationml/2006/ole">
            <mc:AlternateContent xmlns:mc="http://schemas.openxmlformats.org/markup-compatibility/2006">
              <mc:Choice xmlns:v="urn:schemas-microsoft-com:vml" Requires="v">
                <p:oleObj spid="_x0000_s3213" name="" r:id="rId11" imgW="1205865" imgH="444500" progId="Equation.DSMT4">
                  <p:embed/>
                </p:oleObj>
              </mc:Choice>
              <mc:Fallback>
                <p:oleObj name="" r:id="rId11" imgW="1205865" imgH="444500" progId="Equation.DSMT4">
                  <p:embed/>
                  <p:pic>
                    <p:nvPicPr>
                      <p:cNvPr id="0" name="图片 3212"/>
                      <p:cNvPicPr/>
                      <p:nvPr/>
                    </p:nvPicPr>
                    <p:blipFill>
                      <a:blip r:embed="rId12"/>
                      <a:stretch>
                        <a:fillRect/>
                      </a:stretch>
                    </p:blipFill>
                    <p:spPr>
                      <a:xfrm>
                        <a:off x="2693988" y="2643188"/>
                        <a:ext cx="2735262" cy="1014412"/>
                      </a:xfrm>
                      <a:prstGeom prst="rect">
                        <a:avLst/>
                      </a:prstGeom>
                      <a:noFill/>
                      <a:ln w="38100">
                        <a:noFill/>
                        <a:miter/>
                      </a:ln>
                    </p:spPr>
                  </p:pic>
                </p:oleObj>
              </mc:Fallback>
            </mc:AlternateContent>
          </a:graphicData>
        </a:graphic>
      </p:graphicFrame>
      <p:graphicFrame>
        <p:nvGraphicFramePr>
          <p:cNvPr id="2" name="Object 2049"/>
          <p:cNvGraphicFramePr>
            <a:graphicFrameLocks noChangeAspect="1"/>
          </p:cNvGraphicFramePr>
          <p:nvPr/>
        </p:nvGraphicFramePr>
        <p:xfrm>
          <a:off x="6143625" y="3359150"/>
          <a:ext cx="2808288" cy="1135063"/>
        </p:xfrm>
        <a:graphic>
          <a:graphicData uri="http://schemas.openxmlformats.org/presentationml/2006/ole">
            <mc:AlternateContent xmlns:mc="http://schemas.openxmlformats.org/markup-compatibility/2006">
              <mc:Choice xmlns:v="urn:schemas-microsoft-com:vml" Requires="v">
                <p:oleObj spid="_x0000_s3228" name="" r:id="rId13" imgW="1701800" imgH="685800" progId="Equation.DSMT4">
                  <p:embed/>
                </p:oleObj>
              </mc:Choice>
              <mc:Fallback>
                <p:oleObj name="" r:id="rId13" imgW="1701800" imgH="685800" progId="Equation.DSMT4">
                  <p:embed/>
                  <p:pic>
                    <p:nvPicPr>
                      <p:cNvPr id="0" name="图片 3227"/>
                      <p:cNvPicPr/>
                      <p:nvPr/>
                    </p:nvPicPr>
                    <p:blipFill>
                      <a:blip r:embed="rId14"/>
                      <a:stretch>
                        <a:fillRect/>
                      </a:stretch>
                    </p:blipFill>
                    <p:spPr>
                      <a:xfrm>
                        <a:off x="6143625" y="3359150"/>
                        <a:ext cx="2808288" cy="1135063"/>
                      </a:xfrm>
                      <a:prstGeom prst="rect">
                        <a:avLst/>
                      </a:prstGeom>
                      <a:noFill/>
                      <a:ln w="38100">
                        <a:noFill/>
                        <a:miter/>
                      </a:ln>
                    </p:spPr>
                  </p:pic>
                </p:oleObj>
              </mc:Fallback>
            </mc:AlternateContent>
          </a:graphicData>
        </a:graphic>
      </p:graphicFrame>
      <p:graphicFrame>
        <p:nvGraphicFramePr>
          <p:cNvPr id="3" name="Object 2049"/>
          <p:cNvGraphicFramePr>
            <a:graphicFrameLocks noChangeAspect="1"/>
          </p:cNvGraphicFramePr>
          <p:nvPr/>
        </p:nvGraphicFramePr>
        <p:xfrm>
          <a:off x="2141538" y="5500688"/>
          <a:ext cx="4987925" cy="419100"/>
        </p:xfrm>
        <a:graphic>
          <a:graphicData uri="http://schemas.openxmlformats.org/presentationml/2006/ole">
            <mc:AlternateContent xmlns:mc="http://schemas.openxmlformats.org/markup-compatibility/2006">
              <mc:Choice xmlns:v="urn:schemas-microsoft-com:vml" Requires="v">
                <p:oleObj spid="_x0000_s3216" name="" r:id="rId15" imgW="3022600" imgH="254000" progId="Equation.DSMT4">
                  <p:embed/>
                </p:oleObj>
              </mc:Choice>
              <mc:Fallback>
                <p:oleObj name="" r:id="rId15" imgW="3022600" imgH="254000" progId="Equation.DSMT4">
                  <p:embed/>
                  <p:pic>
                    <p:nvPicPr>
                      <p:cNvPr id="0" name="图片 3215"/>
                      <p:cNvPicPr/>
                      <p:nvPr/>
                    </p:nvPicPr>
                    <p:blipFill>
                      <a:blip r:embed="rId16"/>
                      <a:stretch>
                        <a:fillRect/>
                      </a:stretch>
                    </p:blipFill>
                    <p:spPr>
                      <a:xfrm>
                        <a:off x="2141538" y="5500688"/>
                        <a:ext cx="4987925" cy="4191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55"/>
                                        </p:tgtEl>
                                        <p:attrNameLst>
                                          <p:attrName>style.visibility</p:attrName>
                                        </p:attrNameLst>
                                      </p:cBhvr>
                                      <p:to>
                                        <p:strVal val="visible"/>
                                      </p:to>
                                    </p:set>
                                    <p:animEffect transition="in" filter="wipe(left)">
                                      <p:cBhvr>
                                        <p:cTn id="7" dur="500"/>
                                        <p:tgtEl>
                                          <p:spTgt spid="102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wipe(left)">
                                      <p:cBhvr>
                                        <p:cTn id="12" dur="500"/>
                                        <p:tgtEl>
                                          <p:spTgt spid="40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51"/>
                                        </p:tgtEl>
                                        <p:attrNameLst>
                                          <p:attrName>style.visibility</p:attrName>
                                        </p:attrNameLst>
                                      </p:cBhvr>
                                      <p:to>
                                        <p:strVal val="visible"/>
                                      </p:to>
                                    </p:set>
                                    <p:animEffect transition="in" filter="wipe(left)">
                                      <p:cBhvr>
                                        <p:cTn id="17" dur="500"/>
                                        <p:tgtEl>
                                          <p:spTgt spid="102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01"/>
                                        </p:tgtEl>
                                        <p:attrNameLst>
                                          <p:attrName>style.visibility</p:attrName>
                                        </p:attrNameLst>
                                      </p:cBhvr>
                                      <p:to>
                                        <p:strVal val="visible"/>
                                      </p:to>
                                    </p:set>
                                    <p:animEffect transition="in" filter="wipe(left)">
                                      <p:cBhvr>
                                        <p:cTn id="27" dur="500"/>
                                        <p:tgtEl>
                                          <p:spTgt spid="410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2225" name="Object 4"/>
          <p:cNvGraphicFramePr>
            <a:graphicFrameLocks noChangeAspect="1"/>
          </p:cNvGraphicFramePr>
          <p:nvPr/>
        </p:nvGraphicFramePr>
        <p:xfrm>
          <a:off x="928688" y="357188"/>
          <a:ext cx="4416425" cy="1722437"/>
        </p:xfrm>
        <a:graphic>
          <a:graphicData uri="http://schemas.openxmlformats.org/presentationml/2006/ole">
            <mc:AlternateContent xmlns:mc="http://schemas.openxmlformats.org/markup-compatibility/2006">
              <mc:Choice xmlns:v="urn:schemas-microsoft-com:vml" Requires="v">
                <p:oleObj spid="_x0000_s3224" name="" r:id="rId1" imgW="2374265" imgH="1181100" progId="Equation.DSMT4">
                  <p:embed/>
                </p:oleObj>
              </mc:Choice>
              <mc:Fallback>
                <p:oleObj name="" r:id="rId1" imgW="2374265" imgH="1181100" progId="Equation.DSMT4">
                  <p:embed/>
                  <p:pic>
                    <p:nvPicPr>
                      <p:cNvPr id="0" name="图片 3223"/>
                      <p:cNvPicPr/>
                      <p:nvPr/>
                    </p:nvPicPr>
                    <p:blipFill>
                      <a:blip r:embed="rId2"/>
                      <a:stretch>
                        <a:fillRect/>
                      </a:stretch>
                    </p:blipFill>
                    <p:spPr>
                      <a:xfrm>
                        <a:off x="928688" y="357188"/>
                        <a:ext cx="4416425" cy="1722437"/>
                      </a:xfrm>
                      <a:prstGeom prst="rect">
                        <a:avLst/>
                      </a:prstGeom>
                      <a:noFill/>
                      <a:ln w="38100">
                        <a:noFill/>
                        <a:miter/>
                      </a:ln>
                    </p:spPr>
                  </p:pic>
                </p:oleObj>
              </mc:Fallback>
            </mc:AlternateContent>
          </a:graphicData>
        </a:graphic>
      </p:graphicFrame>
      <p:graphicFrame>
        <p:nvGraphicFramePr>
          <p:cNvPr id="5123" name="Object 4"/>
          <p:cNvGraphicFramePr>
            <a:graphicFrameLocks noChangeAspect="1"/>
          </p:cNvGraphicFramePr>
          <p:nvPr/>
        </p:nvGraphicFramePr>
        <p:xfrm>
          <a:off x="928688" y="2286000"/>
          <a:ext cx="6045200" cy="835025"/>
        </p:xfrm>
        <a:graphic>
          <a:graphicData uri="http://schemas.openxmlformats.org/presentationml/2006/ole">
            <mc:AlternateContent xmlns:mc="http://schemas.openxmlformats.org/markup-compatibility/2006">
              <mc:Choice xmlns:v="urn:schemas-microsoft-com:vml" Requires="v">
                <p:oleObj spid="_x0000_s3212" name="" r:id="rId3" imgW="3251200" imgH="571500" progId="Equation.DSMT4">
                  <p:embed/>
                </p:oleObj>
              </mc:Choice>
              <mc:Fallback>
                <p:oleObj name="" r:id="rId3" imgW="3251200" imgH="571500" progId="Equation.DSMT4">
                  <p:embed/>
                  <p:pic>
                    <p:nvPicPr>
                      <p:cNvPr id="0" name="图片 3211"/>
                      <p:cNvPicPr/>
                      <p:nvPr/>
                    </p:nvPicPr>
                    <p:blipFill>
                      <a:blip r:embed="rId4"/>
                      <a:stretch>
                        <a:fillRect/>
                      </a:stretch>
                    </p:blipFill>
                    <p:spPr>
                      <a:xfrm>
                        <a:off x="928688" y="2286000"/>
                        <a:ext cx="6045200" cy="835025"/>
                      </a:xfrm>
                      <a:prstGeom prst="rect">
                        <a:avLst/>
                      </a:prstGeom>
                      <a:noFill/>
                      <a:ln w="38100">
                        <a:noFill/>
                        <a:miter/>
                      </a:ln>
                    </p:spPr>
                  </p:pic>
                </p:oleObj>
              </mc:Fallback>
            </mc:AlternateContent>
          </a:graphicData>
        </a:graphic>
      </p:graphicFrame>
      <p:graphicFrame>
        <p:nvGraphicFramePr>
          <p:cNvPr id="5124" name="Object 4"/>
          <p:cNvGraphicFramePr>
            <a:graphicFrameLocks noChangeAspect="1"/>
          </p:cNvGraphicFramePr>
          <p:nvPr/>
        </p:nvGraphicFramePr>
        <p:xfrm>
          <a:off x="2857500" y="3500438"/>
          <a:ext cx="2622550" cy="1281112"/>
        </p:xfrm>
        <a:graphic>
          <a:graphicData uri="http://schemas.openxmlformats.org/presentationml/2006/ole">
            <mc:AlternateContent xmlns:mc="http://schemas.openxmlformats.org/markup-compatibility/2006">
              <mc:Choice xmlns:v="urn:schemas-microsoft-com:vml" Requires="v">
                <p:oleObj spid="_x0000_s3215" name="" r:id="rId5" imgW="1409700" imgH="876300" progId="Equation.DSMT4">
                  <p:embed/>
                </p:oleObj>
              </mc:Choice>
              <mc:Fallback>
                <p:oleObj name="" r:id="rId5" imgW="1409700" imgH="876300" progId="Equation.DSMT4">
                  <p:embed/>
                  <p:pic>
                    <p:nvPicPr>
                      <p:cNvPr id="0" name="图片 3214"/>
                      <p:cNvPicPr/>
                      <p:nvPr/>
                    </p:nvPicPr>
                    <p:blipFill>
                      <a:blip r:embed="rId6"/>
                      <a:stretch>
                        <a:fillRect/>
                      </a:stretch>
                    </p:blipFill>
                    <p:spPr>
                      <a:xfrm>
                        <a:off x="2857500" y="3500438"/>
                        <a:ext cx="2622550" cy="1281112"/>
                      </a:xfrm>
                      <a:prstGeom prst="rect">
                        <a:avLst/>
                      </a:prstGeom>
                      <a:noFill/>
                      <a:ln w="38100">
                        <a:noFill/>
                        <a:miter/>
                      </a:ln>
                    </p:spPr>
                  </p:pic>
                </p:oleObj>
              </mc:Fallback>
            </mc:AlternateContent>
          </a:graphicData>
        </a:graphic>
      </p:graphicFrame>
      <p:graphicFrame>
        <p:nvGraphicFramePr>
          <p:cNvPr id="5126" name="Object 4"/>
          <p:cNvGraphicFramePr>
            <a:graphicFrameLocks noChangeAspect="1"/>
          </p:cNvGraphicFramePr>
          <p:nvPr/>
        </p:nvGraphicFramePr>
        <p:xfrm>
          <a:off x="617538" y="5286375"/>
          <a:ext cx="7248525" cy="909638"/>
        </p:xfrm>
        <a:graphic>
          <a:graphicData uri="http://schemas.openxmlformats.org/presentationml/2006/ole">
            <mc:AlternateContent xmlns:mc="http://schemas.openxmlformats.org/markup-compatibility/2006">
              <mc:Choice xmlns:v="urn:schemas-microsoft-com:vml" Requires="v">
                <p:oleObj spid="_x0000_s3218" name="" r:id="rId7" imgW="3898900" imgH="622300" progId="Equation.DSMT4">
                  <p:embed/>
                </p:oleObj>
              </mc:Choice>
              <mc:Fallback>
                <p:oleObj name="" r:id="rId7" imgW="3898900" imgH="622300" progId="Equation.DSMT4">
                  <p:embed/>
                  <p:pic>
                    <p:nvPicPr>
                      <p:cNvPr id="0" name="图片 3217"/>
                      <p:cNvPicPr/>
                      <p:nvPr/>
                    </p:nvPicPr>
                    <p:blipFill>
                      <a:blip r:embed="rId8"/>
                      <a:stretch>
                        <a:fillRect/>
                      </a:stretch>
                    </p:blipFill>
                    <p:spPr>
                      <a:xfrm>
                        <a:off x="617538" y="5286375"/>
                        <a:ext cx="7248525" cy="9096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wipe(left)">
                                      <p:cBhvr>
                                        <p:cTn id="7" dur="500"/>
                                        <p:tgtEl>
                                          <p:spTgt spid="5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24"/>
                                        </p:tgtEl>
                                        <p:attrNameLst>
                                          <p:attrName>style.visibility</p:attrName>
                                        </p:attrNameLst>
                                      </p:cBhvr>
                                      <p:to>
                                        <p:strVal val="visible"/>
                                      </p:to>
                                    </p:set>
                                    <p:animEffect transition="in" filter="wipe(left)">
                                      <p:cBhvr>
                                        <p:cTn id="12" dur="500"/>
                                        <p:tgtEl>
                                          <p:spTgt spid="51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26"/>
                                        </p:tgtEl>
                                        <p:attrNameLst>
                                          <p:attrName>style.visibility</p:attrName>
                                        </p:attrNameLst>
                                      </p:cBhvr>
                                      <p:to>
                                        <p:strVal val="visible"/>
                                      </p:to>
                                    </p:set>
                                    <p:animEffect transition="in" filter="wipe(left)">
                                      <p:cBhvr>
                                        <p:cTn id="17" dur="5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50" name="Object 1024"/>
          <p:cNvGraphicFramePr>
            <a:graphicFrameLocks noChangeAspect="1"/>
          </p:cNvGraphicFramePr>
          <p:nvPr/>
        </p:nvGraphicFramePr>
        <p:xfrm>
          <a:off x="1428750" y="285750"/>
          <a:ext cx="3709988" cy="1849438"/>
        </p:xfrm>
        <a:graphic>
          <a:graphicData uri="http://schemas.openxmlformats.org/presentationml/2006/ole">
            <mc:AlternateContent xmlns:mc="http://schemas.openxmlformats.org/markup-compatibility/2006">
              <mc:Choice xmlns:v="urn:schemas-microsoft-com:vml" Requires="v">
                <p:oleObj spid="_x0000_s3219" name="" r:id="rId1" imgW="1422400" imgH="711200" progId="Equation.DSMT4">
                  <p:embed/>
                </p:oleObj>
              </mc:Choice>
              <mc:Fallback>
                <p:oleObj name="" r:id="rId1" imgW="1422400" imgH="711200" progId="Equation.DSMT4">
                  <p:embed/>
                  <p:pic>
                    <p:nvPicPr>
                      <p:cNvPr id="0" name="图片 3218"/>
                      <p:cNvPicPr/>
                      <p:nvPr/>
                    </p:nvPicPr>
                    <p:blipFill>
                      <a:blip r:embed="rId2"/>
                      <a:stretch>
                        <a:fillRect/>
                      </a:stretch>
                    </p:blipFill>
                    <p:spPr>
                      <a:xfrm>
                        <a:off x="1428750" y="285750"/>
                        <a:ext cx="3709988" cy="1849438"/>
                      </a:xfrm>
                      <a:prstGeom prst="rect">
                        <a:avLst/>
                      </a:prstGeom>
                      <a:noFill/>
                      <a:ln w="38100">
                        <a:noFill/>
                        <a:miter/>
                      </a:ln>
                    </p:spPr>
                  </p:pic>
                </p:oleObj>
              </mc:Fallback>
            </mc:AlternateContent>
          </a:graphicData>
        </a:graphic>
      </p:graphicFrame>
      <p:sp>
        <p:nvSpPr>
          <p:cNvPr id="53250" name="Text Box 4"/>
          <p:cNvSpPr txBox="1"/>
          <p:nvPr/>
        </p:nvSpPr>
        <p:spPr>
          <a:xfrm>
            <a:off x="71438" y="487363"/>
            <a:ext cx="1219200" cy="584200"/>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endParaRPr lang="en-US" altLang="zh-CN" sz="3200" b="1" dirty="0">
              <a:solidFill>
                <a:srgbClr val="0070C0"/>
              </a:solidFill>
              <a:latin typeface="Times New Roman" panose="02020603050405020304" pitchFamily="18" charset="0"/>
              <a:ea typeface="宋体" panose="02010600030101010101" pitchFamily="2" charset="-122"/>
            </a:endParaRPr>
          </a:p>
        </p:txBody>
      </p:sp>
      <p:graphicFrame>
        <p:nvGraphicFramePr>
          <p:cNvPr id="2052" name="Object 19"/>
          <p:cNvGraphicFramePr>
            <a:graphicFrameLocks noChangeAspect="1"/>
          </p:cNvGraphicFramePr>
          <p:nvPr/>
        </p:nvGraphicFramePr>
        <p:xfrm>
          <a:off x="1500188" y="2428875"/>
          <a:ext cx="3492500" cy="1714500"/>
        </p:xfrm>
        <a:graphic>
          <a:graphicData uri="http://schemas.openxmlformats.org/presentationml/2006/ole">
            <mc:AlternateContent xmlns:mc="http://schemas.openxmlformats.org/markup-compatibility/2006">
              <mc:Choice xmlns:v="urn:schemas-microsoft-com:vml" Requires="v">
                <p:oleObj spid="_x0000_s3225" name="" r:id="rId3" imgW="1879600" imgH="927100" progId="Equation.DSMT4">
                  <p:embed/>
                </p:oleObj>
              </mc:Choice>
              <mc:Fallback>
                <p:oleObj name="" r:id="rId3" imgW="1879600" imgH="927100" progId="Equation.DSMT4">
                  <p:embed/>
                  <p:pic>
                    <p:nvPicPr>
                      <p:cNvPr id="0" name="图片 3224"/>
                      <p:cNvPicPr/>
                      <p:nvPr/>
                    </p:nvPicPr>
                    <p:blipFill>
                      <a:blip r:embed="rId4"/>
                      <a:stretch>
                        <a:fillRect/>
                      </a:stretch>
                    </p:blipFill>
                    <p:spPr>
                      <a:xfrm>
                        <a:off x="1500188" y="2428875"/>
                        <a:ext cx="3492500" cy="1714500"/>
                      </a:xfrm>
                      <a:prstGeom prst="rect">
                        <a:avLst/>
                      </a:prstGeom>
                      <a:noFill/>
                      <a:ln w="38100">
                        <a:noFill/>
                        <a:miter/>
                      </a:ln>
                    </p:spPr>
                  </p:pic>
                </p:oleObj>
              </mc:Fallback>
            </mc:AlternateContent>
          </a:graphicData>
        </a:graphic>
      </p:graphicFrame>
      <p:graphicFrame>
        <p:nvGraphicFramePr>
          <p:cNvPr id="9" name="Object 15"/>
          <p:cNvGraphicFramePr>
            <a:graphicFrameLocks noChangeAspect="1"/>
          </p:cNvGraphicFramePr>
          <p:nvPr/>
        </p:nvGraphicFramePr>
        <p:xfrm>
          <a:off x="1500188" y="4643438"/>
          <a:ext cx="3597275" cy="1643062"/>
        </p:xfrm>
        <a:graphic>
          <a:graphicData uri="http://schemas.openxmlformats.org/presentationml/2006/ole">
            <mc:AlternateContent xmlns:mc="http://schemas.openxmlformats.org/markup-compatibility/2006">
              <mc:Choice xmlns:v="urn:schemas-microsoft-com:vml" Requires="v">
                <p:oleObj spid="_x0000_s3221" name="" r:id="rId5" imgW="2019300" imgH="927100" progId="Equation.DSMT4">
                  <p:embed/>
                </p:oleObj>
              </mc:Choice>
              <mc:Fallback>
                <p:oleObj name="" r:id="rId5" imgW="2019300" imgH="927100" progId="Equation.DSMT4">
                  <p:embed/>
                  <p:pic>
                    <p:nvPicPr>
                      <p:cNvPr id="0" name="图片 3220"/>
                      <p:cNvPicPr/>
                      <p:nvPr/>
                    </p:nvPicPr>
                    <p:blipFill>
                      <a:blip r:embed="rId6"/>
                      <a:stretch>
                        <a:fillRect/>
                      </a:stretch>
                    </p:blipFill>
                    <p:spPr>
                      <a:xfrm>
                        <a:off x="1500188" y="4643438"/>
                        <a:ext cx="3597275" cy="16430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left)">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left)">
                                      <p:cBhvr>
                                        <p:cTn id="12" dur="500"/>
                                        <p:tgtEl>
                                          <p:spTgt spid="20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50" name="Object 1024"/>
          <p:cNvGraphicFramePr>
            <a:graphicFrameLocks noChangeAspect="1"/>
          </p:cNvGraphicFramePr>
          <p:nvPr/>
        </p:nvGraphicFramePr>
        <p:xfrm>
          <a:off x="357188" y="500063"/>
          <a:ext cx="2735262" cy="1389062"/>
        </p:xfrm>
        <a:graphic>
          <a:graphicData uri="http://schemas.openxmlformats.org/presentationml/2006/ole">
            <mc:AlternateContent xmlns:mc="http://schemas.openxmlformats.org/markup-compatibility/2006">
              <mc:Choice xmlns:v="urn:schemas-microsoft-com:vml" Requires="v">
                <p:oleObj spid="_x0000_s3229" name="" r:id="rId1" imgW="1397000" imgH="711200" progId="Equation.DSMT4">
                  <p:embed/>
                </p:oleObj>
              </mc:Choice>
              <mc:Fallback>
                <p:oleObj name="" r:id="rId1" imgW="1397000" imgH="711200" progId="Equation.DSMT4">
                  <p:embed/>
                  <p:pic>
                    <p:nvPicPr>
                      <p:cNvPr id="0" name="图片 3228"/>
                      <p:cNvPicPr/>
                      <p:nvPr/>
                    </p:nvPicPr>
                    <p:blipFill>
                      <a:blip r:embed="rId2"/>
                      <a:stretch>
                        <a:fillRect/>
                      </a:stretch>
                    </p:blipFill>
                    <p:spPr>
                      <a:xfrm>
                        <a:off x="357188" y="500063"/>
                        <a:ext cx="2735262" cy="1389062"/>
                      </a:xfrm>
                      <a:prstGeom prst="rect">
                        <a:avLst/>
                      </a:prstGeom>
                      <a:noFill/>
                      <a:ln w="38100">
                        <a:noFill/>
                        <a:miter/>
                      </a:ln>
                    </p:spPr>
                  </p:pic>
                </p:oleObj>
              </mc:Fallback>
            </mc:AlternateContent>
          </a:graphicData>
        </a:graphic>
      </p:graphicFrame>
      <p:graphicFrame>
        <p:nvGraphicFramePr>
          <p:cNvPr id="2052" name="Object 19"/>
          <p:cNvGraphicFramePr>
            <a:graphicFrameLocks noChangeAspect="1"/>
          </p:cNvGraphicFramePr>
          <p:nvPr/>
        </p:nvGraphicFramePr>
        <p:xfrm>
          <a:off x="428625" y="2571750"/>
          <a:ext cx="2714625" cy="1331913"/>
        </p:xfrm>
        <a:graphic>
          <a:graphicData uri="http://schemas.openxmlformats.org/presentationml/2006/ole">
            <mc:AlternateContent xmlns:mc="http://schemas.openxmlformats.org/markup-compatibility/2006">
              <mc:Choice xmlns:v="urn:schemas-microsoft-com:vml" Requires="v">
                <p:oleObj spid="_x0000_s3232" name="" r:id="rId3" imgW="1879600" imgH="927100" progId="Equation.DSMT4">
                  <p:embed/>
                </p:oleObj>
              </mc:Choice>
              <mc:Fallback>
                <p:oleObj name="" r:id="rId3" imgW="1879600" imgH="927100" progId="Equation.DSMT4">
                  <p:embed/>
                  <p:pic>
                    <p:nvPicPr>
                      <p:cNvPr id="0" name="图片 3231"/>
                      <p:cNvPicPr/>
                      <p:nvPr/>
                    </p:nvPicPr>
                    <p:blipFill>
                      <a:blip r:embed="rId4"/>
                      <a:stretch>
                        <a:fillRect/>
                      </a:stretch>
                    </p:blipFill>
                    <p:spPr>
                      <a:xfrm>
                        <a:off x="428625" y="2571750"/>
                        <a:ext cx="2714625" cy="1331913"/>
                      </a:xfrm>
                      <a:prstGeom prst="rect">
                        <a:avLst/>
                      </a:prstGeom>
                      <a:noFill/>
                      <a:ln w="38100">
                        <a:noFill/>
                        <a:miter/>
                      </a:ln>
                    </p:spPr>
                  </p:pic>
                </p:oleObj>
              </mc:Fallback>
            </mc:AlternateContent>
          </a:graphicData>
        </a:graphic>
      </p:graphicFrame>
      <p:graphicFrame>
        <p:nvGraphicFramePr>
          <p:cNvPr id="9" name="Object 15"/>
          <p:cNvGraphicFramePr>
            <a:graphicFrameLocks noChangeAspect="1"/>
          </p:cNvGraphicFramePr>
          <p:nvPr/>
        </p:nvGraphicFramePr>
        <p:xfrm>
          <a:off x="428625" y="4572000"/>
          <a:ext cx="2714625" cy="1239838"/>
        </p:xfrm>
        <a:graphic>
          <a:graphicData uri="http://schemas.openxmlformats.org/presentationml/2006/ole">
            <mc:AlternateContent xmlns:mc="http://schemas.openxmlformats.org/markup-compatibility/2006">
              <mc:Choice xmlns:v="urn:schemas-microsoft-com:vml" Requires="v">
                <p:oleObj spid="_x0000_s3238" name="" r:id="rId5" imgW="2019300" imgH="927100" progId="Equation.DSMT4">
                  <p:embed/>
                </p:oleObj>
              </mc:Choice>
              <mc:Fallback>
                <p:oleObj name="" r:id="rId5" imgW="2019300" imgH="927100" progId="Equation.DSMT4">
                  <p:embed/>
                  <p:pic>
                    <p:nvPicPr>
                      <p:cNvPr id="0" name="图片 3237"/>
                      <p:cNvPicPr/>
                      <p:nvPr/>
                    </p:nvPicPr>
                    <p:blipFill>
                      <a:blip r:embed="rId6"/>
                      <a:stretch>
                        <a:fillRect/>
                      </a:stretch>
                    </p:blipFill>
                    <p:spPr>
                      <a:xfrm>
                        <a:off x="428625" y="4572000"/>
                        <a:ext cx="2714625" cy="1239838"/>
                      </a:xfrm>
                      <a:prstGeom prst="rect">
                        <a:avLst/>
                      </a:prstGeom>
                      <a:noFill/>
                      <a:ln w="38100">
                        <a:noFill/>
                        <a:miter/>
                      </a:ln>
                    </p:spPr>
                  </p:pic>
                </p:oleObj>
              </mc:Fallback>
            </mc:AlternateContent>
          </a:graphicData>
        </a:graphic>
      </p:graphicFrame>
      <p:graphicFrame>
        <p:nvGraphicFramePr>
          <p:cNvPr id="7" name="Object 17"/>
          <p:cNvGraphicFramePr>
            <a:graphicFrameLocks noChangeAspect="1"/>
          </p:cNvGraphicFramePr>
          <p:nvPr/>
        </p:nvGraphicFramePr>
        <p:xfrm>
          <a:off x="3643313" y="500063"/>
          <a:ext cx="3429000" cy="1436687"/>
        </p:xfrm>
        <a:graphic>
          <a:graphicData uri="http://schemas.openxmlformats.org/presentationml/2006/ole">
            <mc:AlternateContent xmlns:mc="http://schemas.openxmlformats.org/markup-compatibility/2006">
              <mc:Choice xmlns:v="urn:schemas-microsoft-com:vml" Requires="v">
                <p:oleObj spid="_x0000_s3237" name="" r:id="rId7" imgW="2247900" imgH="927100" progId="Equation.DSMT4">
                  <p:embed/>
                </p:oleObj>
              </mc:Choice>
              <mc:Fallback>
                <p:oleObj name="" r:id="rId7" imgW="2247900" imgH="927100" progId="Equation.DSMT4">
                  <p:embed/>
                  <p:pic>
                    <p:nvPicPr>
                      <p:cNvPr id="0" name="图片 3236"/>
                      <p:cNvPicPr/>
                      <p:nvPr/>
                    </p:nvPicPr>
                    <p:blipFill>
                      <a:blip r:embed="rId8"/>
                      <a:stretch>
                        <a:fillRect/>
                      </a:stretch>
                    </p:blipFill>
                    <p:spPr>
                      <a:xfrm>
                        <a:off x="3643313" y="500063"/>
                        <a:ext cx="3429000" cy="1436687"/>
                      </a:xfrm>
                      <a:prstGeom prst="rect">
                        <a:avLst/>
                      </a:prstGeom>
                      <a:noFill/>
                      <a:ln w="38100">
                        <a:noFill/>
                        <a:miter/>
                      </a:ln>
                    </p:spPr>
                  </p:pic>
                </p:oleObj>
              </mc:Fallback>
            </mc:AlternateContent>
          </a:graphicData>
        </a:graphic>
      </p:graphicFrame>
      <p:graphicFrame>
        <p:nvGraphicFramePr>
          <p:cNvPr id="8" name="Object 18"/>
          <p:cNvGraphicFramePr>
            <a:graphicFrameLocks noChangeAspect="1"/>
          </p:cNvGraphicFramePr>
          <p:nvPr/>
        </p:nvGraphicFramePr>
        <p:xfrm>
          <a:off x="3571875" y="2643188"/>
          <a:ext cx="4929188" cy="1301750"/>
        </p:xfrm>
        <a:graphic>
          <a:graphicData uri="http://schemas.openxmlformats.org/presentationml/2006/ole">
            <mc:AlternateContent xmlns:mc="http://schemas.openxmlformats.org/markup-compatibility/2006">
              <mc:Choice xmlns:v="urn:schemas-microsoft-com:vml" Requires="v">
                <p:oleObj spid="_x0000_s3240" name="" r:id="rId9" imgW="3568700" imgH="927100" progId="Equation.DSMT4">
                  <p:embed/>
                </p:oleObj>
              </mc:Choice>
              <mc:Fallback>
                <p:oleObj name="" r:id="rId9" imgW="3568700" imgH="927100" progId="Equation.DSMT4">
                  <p:embed/>
                  <p:pic>
                    <p:nvPicPr>
                      <p:cNvPr id="0" name="图片 3239"/>
                      <p:cNvPicPr/>
                      <p:nvPr/>
                    </p:nvPicPr>
                    <p:blipFill>
                      <a:blip r:embed="rId10"/>
                      <a:stretch>
                        <a:fillRect/>
                      </a:stretch>
                    </p:blipFill>
                    <p:spPr>
                      <a:xfrm>
                        <a:off x="3571875" y="2643188"/>
                        <a:ext cx="4929188" cy="1301750"/>
                      </a:xfrm>
                      <a:prstGeom prst="rect">
                        <a:avLst/>
                      </a:prstGeom>
                      <a:noFill/>
                      <a:ln w="38100">
                        <a:noFill/>
                        <a:miter/>
                      </a:ln>
                    </p:spPr>
                  </p:pic>
                </p:oleObj>
              </mc:Fallback>
            </mc:AlternateContent>
          </a:graphicData>
        </a:graphic>
      </p:graphicFrame>
      <p:graphicFrame>
        <p:nvGraphicFramePr>
          <p:cNvPr id="2" name="Object 18"/>
          <p:cNvGraphicFramePr>
            <a:graphicFrameLocks noChangeAspect="1"/>
          </p:cNvGraphicFramePr>
          <p:nvPr/>
        </p:nvGraphicFramePr>
        <p:xfrm>
          <a:off x="3497263" y="4500563"/>
          <a:ext cx="5646737" cy="1409700"/>
        </p:xfrm>
        <a:graphic>
          <a:graphicData uri="http://schemas.openxmlformats.org/presentationml/2006/ole">
            <mc:AlternateContent xmlns:mc="http://schemas.openxmlformats.org/markup-compatibility/2006">
              <mc:Choice xmlns:v="urn:schemas-microsoft-com:vml" Requires="v">
                <p:oleObj spid="_x0000_s3239" name="" r:id="rId11" imgW="3924300" imgH="965200" progId="Equation.DSMT4">
                  <p:embed/>
                </p:oleObj>
              </mc:Choice>
              <mc:Fallback>
                <p:oleObj name="" r:id="rId11" imgW="3924300" imgH="965200" progId="Equation.DSMT4">
                  <p:embed/>
                  <p:pic>
                    <p:nvPicPr>
                      <p:cNvPr id="0" name="图片 3238"/>
                      <p:cNvPicPr/>
                      <p:nvPr/>
                    </p:nvPicPr>
                    <p:blipFill>
                      <a:blip r:embed="rId12"/>
                      <a:stretch>
                        <a:fillRect/>
                      </a:stretch>
                    </p:blipFill>
                    <p:spPr>
                      <a:xfrm>
                        <a:off x="3497263" y="4500563"/>
                        <a:ext cx="5646737" cy="14097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left)">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2"/>
                                        </p:tgtEl>
                                        <p:attrNameLst>
                                          <p:attrName>style.visibility</p:attrName>
                                        </p:attrNameLst>
                                      </p:cBhvr>
                                      <p:to>
                                        <p:strVal val="visible"/>
                                      </p:to>
                                    </p:set>
                                    <p:animEffect transition="in" filter="wipe(left)">
                                      <p:cBhvr>
                                        <p:cTn id="17" dur="500"/>
                                        <p:tgtEl>
                                          <p:spTgt spid="20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Object 14"/>
          <p:cNvGraphicFramePr>
            <a:graphicFrameLocks noChangeAspect="1"/>
          </p:cNvGraphicFramePr>
          <p:nvPr/>
        </p:nvGraphicFramePr>
        <p:xfrm>
          <a:off x="2908300" y="4357688"/>
          <a:ext cx="3376613" cy="557212"/>
        </p:xfrm>
        <a:graphic>
          <a:graphicData uri="http://schemas.openxmlformats.org/presentationml/2006/ole">
            <mc:AlternateContent xmlns:mc="http://schemas.openxmlformats.org/markup-compatibility/2006">
              <mc:Choice xmlns:v="urn:schemas-microsoft-com:vml" Requires="v">
                <p:oleObj spid="_x0000_s3234" name="" r:id="rId1" imgW="1459865" imgH="241300" progId="Equation.DSMT4">
                  <p:embed/>
                </p:oleObj>
              </mc:Choice>
              <mc:Fallback>
                <p:oleObj name="" r:id="rId1" imgW="1459865" imgH="241300" progId="Equation.DSMT4">
                  <p:embed/>
                  <p:pic>
                    <p:nvPicPr>
                      <p:cNvPr id="0" name="图片 3233"/>
                      <p:cNvPicPr/>
                      <p:nvPr/>
                    </p:nvPicPr>
                    <p:blipFill>
                      <a:blip r:embed="rId2"/>
                      <a:stretch>
                        <a:fillRect/>
                      </a:stretch>
                    </p:blipFill>
                    <p:spPr>
                      <a:xfrm>
                        <a:off x="2908300" y="4357688"/>
                        <a:ext cx="3376613" cy="557212"/>
                      </a:xfrm>
                      <a:prstGeom prst="rect">
                        <a:avLst/>
                      </a:prstGeom>
                      <a:noFill/>
                      <a:ln w="38100">
                        <a:noFill/>
                        <a:miter/>
                      </a:ln>
                    </p:spPr>
                  </p:pic>
                </p:oleObj>
              </mc:Fallback>
            </mc:AlternateContent>
          </a:graphicData>
        </a:graphic>
      </p:graphicFrame>
      <p:grpSp>
        <p:nvGrpSpPr>
          <p:cNvPr id="2" name="Group 17"/>
          <p:cNvGrpSpPr/>
          <p:nvPr/>
        </p:nvGrpSpPr>
        <p:grpSpPr>
          <a:xfrm>
            <a:off x="3857625" y="1630363"/>
            <a:ext cx="1905000" cy="1071562"/>
            <a:chOff x="4323" y="1920"/>
            <a:chExt cx="1200" cy="675"/>
          </a:xfrm>
        </p:grpSpPr>
        <p:sp>
          <p:nvSpPr>
            <p:cNvPr id="55299" name="Rectangle 15"/>
            <p:cNvSpPr/>
            <p:nvPr/>
          </p:nvSpPr>
          <p:spPr>
            <a:xfrm>
              <a:off x="4323" y="1920"/>
              <a:ext cx="1200" cy="67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sp>
          <p:nvSpPr>
            <p:cNvPr id="55300" name="AutoShape 16"/>
            <p:cNvSpPr/>
            <p:nvPr/>
          </p:nvSpPr>
          <p:spPr>
            <a:xfrm>
              <a:off x="4323" y="1965"/>
              <a:ext cx="1170" cy="630"/>
            </a:xfrm>
            <a:prstGeom prst="rtTriangle">
              <a:avLst/>
            </a:prstGeom>
            <a:solidFill>
              <a:srgbClr val="92D050"/>
            </a:solid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grpSp>
      <p:grpSp>
        <p:nvGrpSpPr>
          <p:cNvPr id="3" name="Group 17"/>
          <p:cNvGrpSpPr/>
          <p:nvPr/>
        </p:nvGrpSpPr>
        <p:grpSpPr>
          <a:xfrm>
            <a:off x="6143625" y="1630363"/>
            <a:ext cx="1928813" cy="1066800"/>
            <a:chOff x="2748" y="1920"/>
            <a:chExt cx="1215" cy="672"/>
          </a:xfrm>
        </p:grpSpPr>
        <p:sp>
          <p:nvSpPr>
            <p:cNvPr id="55302" name="Rectangle 15"/>
            <p:cNvSpPr/>
            <p:nvPr/>
          </p:nvSpPr>
          <p:spPr>
            <a:xfrm>
              <a:off x="2748" y="1920"/>
              <a:ext cx="1200" cy="67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sp>
          <p:nvSpPr>
            <p:cNvPr id="55303" name="AutoShape 16"/>
            <p:cNvSpPr/>
            <p:nvPr/>
          </p:nvSpPr>
          <p:spPr>
            <a:xfrm rot="10800000">
              <a:off x="2793" y="1920"/>
              <a:ext cx="1170" cy="630"/>
            </a:xfrm>
            <a:prstGeom prst="rtTriangle">
              <a:avLst/>
            </a:prstGeom>
            <a:solidFill>
              <a:srgbClr val="7030A0"/>
            </a:solid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grpSp>
      <p:sp>
        <p:nvSpPr>
          <p:cNvPr id="30" name="Rectangle 15"/>
          <p:cNvSpPr/>
          <p:nvPr/>
        </p:nvSpPr>
        <p:spPr>
          <a:xfrm>
            <a:off x="1500188" y="1630363"/>
            <a:ext cx="1905000" cy="106680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cxnSp>
        <p:nvCxnSpPr>
          <p:cNvPr id="33" name="直接连接符 32"/>
          <p:cNvCxnSpPr/>
          <p:nvPr/>
        </p:nvCxnSpPr>
        <p:spPr>
          <a:xfrm>
            <a:off x="1500188" y="1630363"/>
            <a:ext cx="1928812" cy="1071562"/>
          </a:xfrm>
          <a:prstGeom prst="line">
            <a:avLst/>
          </a:prstGeom>
          <a:ln w="31750" cap="flat" cmpd="sng">
            <a:solidFill>
              <a:srgbClr val="FFC000"/>
            </a:solidFill>
            <a:prstDash val="solid"/>
            <a:round/>
            <a:headEnd type="none" w="med" len="med"/>
            <a:tailEnd type="none" w="med" len="med"/>
          </a:ln>
        </p:spPr>
      </p:cxnSp>
      <p:sp>
        <p:nvSpPr>
          <p:cNvPr id="34" name="TextBox 33"/>
          <p:cNvSpPr txBox="1"/>
          <p:nvPr/>
        </p:nvSpPr>
        <p:spPr>
          <a:xfrm>
            <a:off x="1071563" y="3059113"/>
            <a:ext cx="7215187" cy="584200"/>
          </a:xfrm>
          <a:prstGeom prst="rect">
            <a:avLst/>
          </a:prstGeom>
          <a:noFill/>
          <a:ln w="9525">
            <a:noFill/>
          </a:ln>
        </p:spPr>
        <p:txBody>
          <a:bodyPr anchor="t" anchorCtr="0">
            <a:spAutoFit/>
          </a:bodyPr>
          <a:p>
            <a:r>
              <a:rPr lang="en-US" altLang="zh-CN" sz="3200" b="1" i="1" dirty="0">
                <a:latin typeface="Times New Roman" panose="02020603050405020304" pitchFamily="18" charset="0"/>
                <a:ea typeface="宋体" panose="02010600030101010101" pitchFamily="2" charset="-122"/>
              </a:rPr>
              <a:t>A=        </a:t>
            </a:r>
            <a:r>
              <a:rPr lang="en-US" altLang="zh-CN" sz="3200" b="1" i="1" dirty="0">
                <a:solidFill>
                  <a:srgbClr val="FFC000"/>
                </a:solidFill>
                <a:latin typeface="Times New Roman" panose="02020603050405020304" pitchFamily="18" charset="0"/>
                <a:ea typeface="宋体" panose="02010600030101010101" pitchFamily="2" charset="-122"/>
              </a:rPr>
              <a:t>D</a:t>
            </a:r>
            <a:r>
              <a:rPr lang="en-US" altLang="zh-CN" sz="3200" b="1" i="1" dirty="0">
                <a:latin typeface="Times New Roman" panose="02020603050405020304" pitchFamily="18" charset="0"/>
                <a:ea typeface="宋体" panose="02010600030101010101" pitchFamily="2" charset="-122"/>
              </a:rPr>
              <a:t>                  </a:t>
            </a:r>
            <a:r>
              <a:rPr lang="en-US" altLang="zh-CN" sz="3200" b="1" i="1" dirty="0">
                <a:solidFill>
                  <a:srgbClr val="92D050"/>
                </a:solidFill>
                <a:latin typeface="Times New Roman" panose="02020603050405020304" pitchFamily="18" charset="0"/>
                <a:ea typeface="宋体" panose="02010600030101010101" pitchFamily="2" charset="-122"/>
              </a:rPr>
              <a:t>-L                  </a:t>
            </a:r>
            <a:r>
              <a:rPr lang="en-US" altLang="zh-CN" sz="3200" b="1" i="1" dirty="0">
                <a:solidFill>
                  <a:srgbClr val="7030A0"/>
                </a:solidFill>
                <a:latin typeface="Times New Roman" panose="02020603050405020304" pitchFamily="18" charset="0"/>
                <a:ea typeface="宋体" panose="02010600030101010101" pitchFamily="2" charset="-122"/>
              </a:rPr>
              <a:t>-U</a:t>
            </a:r>
            <a:endParaRPr lang="zh-CN" altLang="en-US" sz="3200" b="1" i="1" dirty="0">
              <a:solidFill>
                <a:srgbClr val="7030A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5" dur="5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 name="Object 17"/>
          <p:cNvGraphicFramePr>
            <a:graphicFrameLocks noChangeAspect="1"/>
          </p:cNvGraphicFramePr>
          <p:nvPr/>
        </p:nvGraphicFramePr>
        <p:xfrm>
          <a:off x="571500" y="285750"/>
          <a:ext cx="3429000" cy="1436688"/>
        </p:xfrm>
        <a:graphic>
          <a:graphicData uri="http://schemas.openxmlformats.org/presentationml/2006/ole">
            <mc:AlternateContent xmlns:mc="http://schemas.openxmlformats.org/markup-compatibility/2006">
              <mc:Choice xmlns:v="urn:schemas-microsoft-com:vml" Requires="v">
                <p:oleObj spid="_x0000_s3241" name="" r:id="rId1" imgW="2247900" imgH="927100" progId="Equation.DSMT4">
                  <p:embed/>
                </p:oleObj>
              </mc:Choice>
              <mc:Fallback>
                <p:oleObj name="" r:id="rId1" imgW="2247900" imgH="927100" progId="Equation.DSMT4">
                  <p:embed/>
                  <p:pic>
                    <p:nvPicPr>
                      <p:cNvPr id="0" name="图片 3240"/>
                      <p:cNvPicPr/>
                      <p:nvPr/>
                    </p:nvPicPr>
                    <p:blipFill>
                      <a:blip r:embed="rId2"/>
                      <a:stretch>
                        <a:fillRect/>
                      </a:stretch>
                    </p:blipFill>
                    <p:spPr>
                      <a:xfrm>
                        <a:off x="571500" y="285750"/>
                        <a:ext cx="3429000" cy="1436688"/>
                      </a:xfrm>
                      <a:prstGeom prst="rect">
                        <a:avLst/>
                      </a:prstGeom>
                      <a:noFill/>
                      <a:ln w="38100">
                        <a:noFill/>
                        <a:miter/>
                      </a:ln>
                    </p:spPr>
                  </p:pic>
                </p:oleObj>
              </mc:Fallback>
            </mc:AlternateContent>
          </a:graphicData>
        </a:graphic>
      </p:graphicFrame>
      <p:graphicFrame>
        <p:nvGraphicFramePr>
          <p:cNvPr id="8" name="Object 18"/>
          <p:cNvGraphicFramePr>
            <a:graphicFrameLocks noChangeAspect="1"/>
          </p:cNvGraphicFramePr>
          <p:nvPr/>
        </p:nvGraphicFramePr>
        <p:xfrm>
          <a:off x="0" y="2500313"/>
          <a:ext cx="4929188" cy="1301750"/>
        </p:xfrm>
        <a:graphic>
          <a:graphicData uri="http://schemas.openxmlformats.org/presentationml/2006/ole">
            <mc:AlternateContent xmlns:mc="http://schemas.openxmlformats.org/markup-compatibility/2006">
              <mc:Choice xmlns:v="urn:schemas-microsoft-com:vml" Requires="v">
                <p:oleObj spid="_x0000_s3230" name="" r:id="rId3" imgW="3568700" imgH="927100" progId="Equation.DSMT4">
                  <p:embed/>
                </p:oleObj>
              </mc:Choice>
              <mc:Fallback>
                <p:oleObj name="" r:id="rId3" imgW="3568700" imgH="927100" progId="Equation.DSMT4">
                  <p:embed/>
                  <p:pic>
                    <p:nvPicPr>
                      <p:cNvPr id="0" name="图片 3229"/>
                      <p:cNvPicPr/>
                      <p:nvPr/>
                    </p:nvPicPr>
                    <p:blipFill>
                      <a:blip r:embed="rId4"/>
                      <a:stretch>
                        <a:fillRect/>
                      </a:stretch>
                    </p:blipFill>
                    <p:spPr>
                      <a:xfrm>
                        <a:off x="0" y="2500313"/>
                        <a:ext cx="4929188" cy="1301750"/>
                      </a:xfrm>
                      <a:prstGeom prst="rect">
                        <a:avLst/>
                      </a:prstGeom>
                      <a:noFill/>
                      <a:ln w="38100">
                        <a:noFill/>
                        <a:miter/>
                      </a:ln>
                    </p:spPr>
                  </p:pic>
                </p:oleObj>
              </mc:Fallback>
            </mc:AlternateContent>
          </a:graphicData>
        </a:graphic>
      </p:graphicFrame>
      <p:graphicFrame>
        <p:nvGraphicFramePr>
          <p:cNvPr id="2" name="Object 18"/>
          <p:cNvGraphicFramePr>
            <a:graphicFrameLocks noChangeAspect="1"/>
          </p:cNvGraphicFramePr>
          <p:nvPr/>
        </p:nvGraphicFramePr>
        <p:xfrm>
          <a:off x="1214438" y="4214813"/>
          <a:ext cx="5646737" cy="1409700"/>
        </p:xfrm>
        <a:graphic>
          <a:graphicData uri="http://schemas.openxmlformats.org/presentationml/2006/ole">
            <mc:AlternateContent xmlns:mc="http://schemas.openxmlformats.org/markup-compatibility/2006">
              <mc:Choice xmlns:v="urn:schemas-microsoft-com:vml" Requires="v">
                <p:oleObj spid="_x0000_s3235" name="" r:id="rId5" imgW="3924300" imgH="965200" progId="Equation.DSMT4">
                  <p:embed/>
                </p:oleObj>
              </mc:Choice>
              <mc:Fallback>
                <p:oleObj name="" r:id="rId5" imgW="3924300" imgH="965200" progId="Equation.DSMT4">
                  <p:embed/>
                  <p:pic>
                    <p:nvPicPr>
                      <p:cNvPr id="0" name="图片 3234"/>
                      <p:cNvPicPr/>
                      <p:nvPr/>
                    </p:nvPicPr>
                    <p:blipFill>
                      <a:blip r:embed="rId6"/>
                      <a:stretch>
                        <a:fillRect/>
                      </a:stretch>
                    </p:blipFill>
                    <p:spPr>
                      <a:xfrm>
                        <a:off x="1214438" y="4214813"/>
                        <a:ext cx="5646737" cy="1409700"/>
                      </a:xfrm>
                      <a:prstGeom prst="rect">
                        <a:avLst/>
                      </a:prstGeom>
                      <a:noFill/>
                      <a:ln w="38100">
                        <a:noFill/>
                        <a:miter/>
                      </a:ln>
                    </p:spPr>
                  </p:pic>
                </p:oleObj>
              </mc:Fallback>
            </mc:AlternateContent>
          </a:graphicData>
        </a:graphic>
      </p:graphicFrame>
      <p:graphicFrame>
        <p:nvGraphicFramePr>
          <p:cNvPr id="5" name="Object 14"/>
          <p:cNvGraphicFramePr>
            <a:graphicFrameLocks noChangeAspect="1"/>
          </p:cNvGraphicFramePr>
          <p:nvPr/>
        </p:nvGraphicFramePr>
        <p:xfrm>
          <a:off x="5000625" y="857250"/>
          <a:ext cx="3808413" cy="628650"/>
        </p:xfrm>
        <a:graphic>
          <a:graphicData uri="http://schemas.openxmlformats.org/presentationml/2006/ole">
            <mc:AlternateContent xmlns:mc="http://schemas.openxmlformats.org/markup-compatibility/2006">
              <mc:Choice xmlns:v="urn:schemas-microsoft-com:vml" Requires="v">
                <p:oleObj spid="_x0000_s3236" name="" r:id="rId7" imgW="1459865" imgH="241300" progId="Equation.DSMT4">
                  <p:embed/>
                </p:oleObj>
              </mc:Choice>
              <mc:Fallback>
                <p:oleObj name="" r:id="rId7" imgW="1459865" imgH="241300" progId="Equation.DSMT4">
                  <p:embed/>
                  <p:pic>
                    <p:nvPicPr>
                      <p:cNvPr id="0" name="图片 3235"/>
                      <p:cNvPicPr/>
                      <p:nvPr/>
                    </p:nvPicPr>
                    <p:blipFill>
                      <a:blip r:embed="rId8"/>
                      <a:stretch>
                        <a:fillRect/>
                      </a:stretch>
                    </p:blipFill>
                    <p:spPr>
                      <a:xfrm>
                        <a:off x="5000625" y="857250"/>
                        <a:ext cx="3808413" cy="628650"/>
                      </a:xfrm>
                      <a:prstGeom prst="rect">
                        <a:avLst/>
                      </a:prstGeom>
                      <a:noFill/>
                      <a:ln w="38100">
                        <a:noFill/>
                        <a:miter/>
                      </a:ln>
                    </p:spPr>
                  </p:pic>
                </p:oleObj>
              </mc:Fallback>
            </mc:AlternateContent>
          </a:graphicData>
        </a:graphic>
      </p:graphicFrame>
      <p:graphicFrame>
        <p:nvGraphicFramePr>
          <p:cNvPr id="4" name="Object 13"/>
          <p:cNvGraphicFramePr>
            <a:graphicFrameLocks noChangeAspect="1"/>
          </p:cNvGraphicFramePr>
          <p:nvPr/>
        </p:nvGraphicFramePr>
        <p:xfrm>
          <a:off x="5324475" y="2928938"/>
          <a:ext cx="3819525" cy="584200"/>
        </p:xfrm>
        <a:graphic>
          <a:graphicData uri="http://schemas.openxmlformats.org/presentationml/2006/ole">
            <mc:AlternateContent xmlns:mc="http://schemas.openxmlformats.org/markup-compatibility/2006">
              <mc:Choice xmlns:v="urn:schemas-microsoft-com:vml" Requires="v">
                <p:oleObj spid="_x0000_s3231" name="" r:id="rId9" imgW="1574800" imgH="241300" progId="Equation.DSMT4">
                  <p:embed/>
                </p:oleObj>
              </mc:Choice>
              <mc:Fallback>
                <p:oleObj name="" r:id="rId9" imgW="1574800" imgH="241300" progId="Equation.DSMT4">
                  <p:embed/>
                  <p:pic>
                    <p:nvPicPr>
                      <p:cNvPr id="0" name="图片 3230"/>
                      <p:cNvPicPr/>
                      <p:nvPr/>
                    </p:nvPicPr>
                    <p:blipFill>
                      <a:blip r:embed="rId10"/>
                      <a:stretch>
                        <a:fillRect/>
                      </a:stretch>
                    </p:blipFill>
                    <p:spPr>
                      <a:xfrm>
                        <a:off x="5324475" y="2928938"/>
                        <a:ext cx="3819525" cy="584200"/>
                      </a:xfrm>
                      <a:prstGeom prst="rect">
                        <a:avLst/>
                      </a:prstGeom>
                      <a:noFill/>
                      <a:ln w="38100">
                        <a:noFill/>
                        <a:miter/>
                      </a:ln>
                    </p:spPr>
                  </p:pic>
                </p:oleObj>
              </mc:Fallback>
            </mc:AlternateContent>
          </a:graphicData>
        </a:graphic>
      </p:graphicFrame>
      <p:graphicFrame>
        <p:nvGraphicFramePr>
          <p:cNvPr id="6" name="Object 8"/>
          <p:cNvGraphicFramePr>
            <a:graphicFrameLocks noChangeAspect="1"/>
          </p:cNvGraphicFramePr>
          <p:nvPr/>
        </p:nvGraphicFramePr>
        <p:xfrm>
          <a:off x="2493963" y="6000750"/>
          <a:ext cx="4056062" cy="638175"/>
        </p:xfrm>
        <a:graphic>
          <a:graphicData uri="http://schemas.openxmlformats.org/presentationml/2006/ole">
            <mc:AlternateContent xmlns:mc="http://schemas.openxmlformats.org/markup-compatibility/2006">
              <mc:Choice xmlns:v="urn:schemas-microsoft-com:vml" Requires="v">
                <p:oleObj spid="_x0000_s3233" name="" r:id="rId11" imgW="1854200" imgH="292100" progId="Equation.DSMT4">
                  <p:embed/>
                </p:oleObj>
              </mc:Choice>
              <mc:Fallback>
                <p:oleObj name="" r:id="rId11" imgW="1854200" imgH="292100" progId="Equation.DSMT4">
                  <p:embed/>
                  <p:pic>
                    <p:nvPicPr>
                      <p:cNvPr id="0" name="图片 3232"/>
                      <p:cNvPicPr/>
                      <p:nvPr/>
                    </p:nvPicPr>
                    <p:blipFill>
                      <a:blip r:embed="rId12"/>
                      <a:stretch>
                        <a:fillRect/>
                      </a:stretch>
                    </p:blipFill>
                    <p:spPr>
                      <a:xfrm>
                        <a:off x="2493963" y="6000750"/>
                        <a:ext cx="4056062" cy="6381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Object 18"/>
          <p:cNvGraphicFramePr>
            <a:graphicFrameLocks noChangeAspect="1"/>
          </p:cNvGraphicFramePr>
          <p:nvPr/>
        </p:nvGraphicFramePr>
        <p:xfrm>
          <a:off x="3497263" y="571500"/>
          <a:ext cx="5646737" cy="1409700"/>
        </p:xfrm>
        <a:graphic>
          <a:graphicData uri="http://schemas.openxmlformats.org/presentationml/2006/ole">
            <mc:AlternateContent xmlns:mc="http://schemas.openxmlformats.org/markup-compatibility/2006">
              <mc:Choice xmlns:v="urn:schemas-microsoft-com:vml" Requires="v">
                <p:oleObj spid="_x0000_s3242" name="" r:id="rId1" imgW="3924300" imgH="965200" progId="Equation.DSMT4">
                  <p:embed/>
                </p:oleObj>
              </mc:Choice>
              <mc:Fallback>
                <p:oleObj name="" r:id="rId1" imgW="3924300" imgH="965200" progId="Equation.DSMT4">
                  <p:embed/>
                  <p:pic>
                    <p:nvPicPr>
                      <p:cNvPr id="0" name="图片 3241"/>
                      <p:cNvPicPr/>
                      <p:nvPr/>
                    </p:nvPicPr>
                    <p:blipFill>
                      <a:blip r:embed="rId2"/>
                      <a:stretch>
                        <a:fillRect/>
                      </a:stretch>
                    </p:blipFill>
                    <p:spPr>
                      <a:xfrm>
                        <a:off x="3497263" y="571500"/>
                        <a:ext cx="5646737" cy="1409700"/>
                      </a:xfrm>
                      <a:prstGeom prst="rect">
                        <a:avLst/>
                      </a:prstGeom>
                      <a:noFill/>
                      <a:ln w="38100">
                        <a:noFill/>
                        <a:miter/>
                      </a:ln>
                    </p:spPr>
                  </p:pic>
                </p:oleObj>
              </mc:Fallback>
            </mc:AlternateContent>
          </a:graphicData>
        </a:graphic>
      </p:graphicFrame>
      <p:graphicFrame>
        <p:nvGraphicFramePr>
          <p:cNvPr id="7" name="Object 7"/>
          <p:cNvGraphicFramePr>
            <a:graphicFrameLocks noChangeAspect="1"/>
          </p:cNvGraphicFramePr>
          <p:nvPr/>
        </p:nvGraphicFramePr>
        <p:xfrm>
          <a:off x="1928813" y="3571875"/>
          <a:ext cx="4081462" cy="1574800"/>
        </p:xfrm>
        <a:graphic>
          <a:graphicData uri="http://schemas.openxmlformats.org/presentationml/2006/ole">
            <mc:AlternateContent xmlns:mc="http://schemas.openxmlformats.org/markup-compatibility/2006">
              <mc:Choice xmlns:v="urn:schemas-microsoft-com:vml" Requires="v">
                <p:oleObj spid="_x0000_s3243" name="" r:id="rId3" imgW="2489200" imgH="965200" progId="Equation.DSMT4">
                  <p:embed/>
                </p:oleObj>
              </mc:Choice>
              <mc:Fallback>
                <p:oleObj name="" r:id="rId3" imgW="2489200" imgH="965200" progId="Equation.DSMT4">
                  <p:embed/>
                  <p:pic>
                    <p:nvPicPr>
                      <p:cNvPr id="0" name="图片 3242"/>
                      <p:cNvPicPr/>
                      <p:nvPr/>
                    </p:nvPicPr>
                    <p:blipFill>
                      <a:blip r:embed="rId4"/>
                      <a:stretch>
                        <a:fillRect/>
                      </a:stretch>
                    </p:blipFill>
                    <p:spPr>
                      <a:xfrm>
                        <a:off x="1928813" y="3571875"/>
                        <a:ext cx="4081462" cy="1574800"/>
                      </a:xfrm>
                      <a:prstGeom prst="rect">
                        <a:avLst/>
                      </a:prstGeom>
                      <a:noFill/>
                      <a:ln w="38100">
                        <a:noFill/>
                        <a:miter/>
                      </a:ln>
                    </p:spPr>
                  </p:pic>
                </p:oleObj>
              </mc:Fallback>
            </mc:AlternateContent>
          </a:graphicData>
        </a:graphic>
      </p:graphicFrame>
      <p:graphicFrame>
        <p:nvGraphicFramePr>
          <p:cNvPr id="9" name="Object 15"/>
          <p:cNvGraphicFramePr>
            <a:graphicFrameLocks noChangeAspect="1"/>
          </p:cNvGraphicFramePr>
          <p:nvPr/>
        </p:nvGraphicFramePr>
        <p:xfrm>
          <a:off x="0" y="500063"/>
          <a:ext cx="3311525" cy="1512887"/>
        </p:xfrm>
        <a:graphic>
          <a:graphicData uri="http://schemas.openxmlformats.org/presentationml/2006/ole">
            <mc:AlternateContent xmlns:mc="http://schemas.openxmlformats.org/markup-compatibility/2006">
              <mc:Choice xmlns:v="urn:schemas-microsoft-com:vml" Requires="v">
                <p:oleObj spid="_x0000_s3250" name="" r:id="rId5" imgW="2019300" imgH="927100" progId="Equation.DSMT4">
                  <p:embed/>
                </p:oleObj>
              </mc:Choice>
              <mc:Fallback>
                <p:oleObj name="" r:id="rId5" imgW="2019300" imgH="927100" progId="Equation.DSMT4">
                  <p:embed/>
                  <p:pic>
                    <p:nvPicPr>
                      <p:cNvPr id="0" name="图片 3249"/>
                      <p:cNvPicPr/>
                      <p:nvPr/>
                    </p:nvPicPr>
                    <p:blipFill>
                      <a:blip r:embed="rId6"/>
                      <a:stretch>
                        <a:fillRect/>
                      </a:stretch>
                    </p:blipFill>
                    <p:spPr>
                      <a:xfrm>
                        <a:off x="0" y="500063"/>
                        <a:ext cx="3311525" cy="1512887"/>
                      </a:xfrm>
                      <a:prstGeom prst="rect">
                        <a:avLst/>
                      </a:prstGeom>
                      <a:noFill/>
                      <a:ln w="38100">
                        <a:noFill/>
                        <a:miter/>
                      </a:ln>
                    </p:spPr>
                  </p:pic>
                </p:oleObj>
              </mc:Fallback>
            </mc:AlternateContent>
          </a:graphicData>
        </a:graphic>
      </p:graphicFrame>
      <p:sp>
        <p:nvSpPr>
          <p:cNvPr id="3080" name="TextBox 18"/>
          <p:cNvSpPr txBox="1"/>
          <p:nvPr/>
        </p:nvSpPr>
        <p:spPr>
          <a:xfrm>
            <a:off x="1143000" y="2857500"/>
            <a:ext cx="3286125" cy="584200"/>
          </a:xfrm>
          <a:prstGeom prst="rect">
            <a:avLst/>
          </a:prstGeom>
          <a:noFill/>
          <a:ln w="9525">
            <a:noFill/>
          </a:ln>
        </p:spPr>
        <p:txBody>
          <a:bodyPr anchor="t" anchorCtr="0">
            <a:spAutoFit/>
          </a:bodyPr>
          <a:p>
            <a:r>
              <a:rPr lang="zh-CN" altLang="en-US" sz="3200" b="1" dirty="0">
                <a:latin typeface="Times New Roman" panose="02020603050405020304" pitchFamily="18" charset="0"/>
                <a:ea typeface="黑体" panose="02010609060101010101" pitchFamily="49" charset="-122"/>
              </a:rPr>
              <a:t>迭代格式</a:t>
            </a:r>
            <a:r>
              <a:rPr lang="en-US" altLang="zh-CN" sz="3200" b="1" dirty="0">
                <a:latin typeface="Times New Roman" panose="02020603050405020304" pitchFamily="18" charset="0"/>
                <a:ea typeface="黑体" panose="02010609060101010101" pitchFamily="49" charset="-122"/>
              </a:rPr>
              <a:t>:</a:t>
            </a:r>
            <a:endParaRPr lang="zh-CN" altLang="en-US" sz="3200" dirty="0">
              <a:latin typeface="Times New Roman" panose="02020603050405020304" pitchFamily="18" charset="0"/>
              <a:ea typeface="宋体" panose="02010600030101010101" pitchFamily="2" charset="-122"/>
            </a:endParaRPr>
          </a:p>
        </p:txBody>
      </p:sp>
      <p:graphicFrame>
        <p:nvGraphicFramePr>
          <p:cNvPr id="10" name="Object 16"/>
          <p:cNvGraphicFramePr>
            <a:graphicFrameLocks noChangeAspect="1"/>
          </p:cNvGraphicFramePr>
          <p:nvPr/>
        </p:nvGraphicFramePr>
        <p:xfrm>
          <a:off x="1357313" y="5357813"/>
          <a:ext cx="5584825" cy="638175"/>
        </p:xfrm>
        <a:graphic>
          <a:graphicData uri="http://schemas.openxmlformats.org/presentationml/2006/ole">
            <mc:AlternateContent xmlns:mc="http://schemas.openxmlformats.org/markup-compatibility/2006">
              <mc:Choice xmlns:v="urn:schemas-microsoft-com:vml" Requires="v">
                <p:oleObj spid="_x0000_s3254" name="" r:id="rId7" imgW="2552700" imgH="292100" progId="Equation.DSMT4">
                  <p:embed/>
                </p:oleObj>
              </mc:Choice>
              <mc:Fallback>
                <p:oleObj name="" r:id="rId7" imgW="2552700" imgH="292100" progId="Equation.DSMT4">
                  <p:embed/>
                  <p:pic>
                    <p:nvPicPr>
                      <p:cNvPr id="0" name="图片 3253"/>
                      <p:cNvPicPr/>
                      <p:nvPr/>
                    </p:nvPicPr>
                    <p:blipFill>
                      <a:blip r:embed="rId8"/>
                      <a:stretch>
                        <a:fillRect/>
                      </a:stretch>
                    </p:blipFill>
                    <p:spPr>
                      <a:xfrm>
                        <a:off x="1357313" y="5357813"/>
                        <a:ext cx="5584825" cy="638175"/>
                      </a:xfrm>
                      <a:prstGeom prst="rect">
                        <a:avLst/>
                      </a:prstGeom>
                      <a:noFill/>
                      <a:ln w="38100">
                        <a:noFill/>
                        <a:miter/>
                      </a:ln>
                    </p:spPr>
                  </p:pic>
                </p:oleObj>
              </mc:Fallback>
            </mc:AlternateContent>
          </a:graphicData>
        </a:graphic>
      </p:graphicFrame>
      <p:graphicFrame>
        <p:nvGraphicFramePr>
          <p:cNvPr id="2" name="Object 8"/>
          <p:cNvGraphicFramePr>
            <a:graphicFrameLocks noChangeAspect="1"/>
          </p:cNvGraphicFramePr>
          <p:nvPr/>
        </p:nvGraphicFramePr>
        <p:xfrm>
          <a:off x="1763395" y="2099628"/>
          <a:ext cx="4056063" cy="638175"/>
        </p:xfrm>
        <a:graphic>
          <a:graphicData uri="http://schemas.openxmlformats.org/presentationml/2006/ole">
            <mc:AlternateContent xmlns:mc="http://schemas.openxmlformats.org/markup-compatibility/2006">
              <mc:Choice xmlns:v="urn:schemas-microsoft-com:vml" Requires="v">
                <p:oleObj spid="_x0000_s3255" name="" r:id="rId9" imgW="1854200" imgH="292100" progId="Equation.DSMT4">
                  <p:embed/>
                </p:oleObj>
              </mc:Choice>
              <mc:Fallback>
                <p:oleObj name="" r:id="rId9" imgW="1854200" imgH="292100" progId="Equation.DSMT4">
                  <p:embed/>
                  <p:pic>
                    <p:nvPicPr>
                      <p:cNvPr id="0" name="图片 3254"/>
                      <p:cNvPicPr/>
                      <p:nvPr/>
                    </p:nvPicPr>
                    <p:blipFill>
                      <a:blip r:embed="rId10"/>
                      <a:stretch>
                        <a:fillRect/>
                      </a:stretch>
                    </p:blipFill>
                    <p:spPr>
                      <a:xfrm>
                        <a:off x="1763395" y="2099628"/>
                        <a:ext cx="4056063" cy="638175"/>
                      </a:xfrm>
                      <a:prstGeom prst="rect">
                        <a:avLst/>
                      </a:prstGeom>
                      <a:noFill/>
                      <a:ln w="38100">
                        <a:noFill/>
                        <a:miter/>
                      </a:ln>
                    </p:spPr>
                  </p:pic>
                </p:oleObj>
              </mc:Fallback>
            </mc:AlternateContent>
          </a:graphicData>
        </a:graphic>
      </p:graphicFrame>
      <p:graphicFrame>
        <p:nvGraphicFramePr>
          <p:cNvPr id="3" name="Object 0"/>
          <p:cNvGraphicFramePr>
            <a:graphicFrameLocks noChangeAspect="1"/>
          </p:cNvGraphicFramePr>
          <p:nvPr/>
        </p:nvGraphicFramePr>
        <p:xfrm>
          <a:off x="2643188" y="6143625"/>
          <a:ext cx="2911475" cy="558800"/>
        </p:xfrm>
        <a:graphic>
          <a:graphicData uri="http://schemas.openxmlformats.org/presentationml/2006/ole">
            <mc:AlternateContent xmlns:mc="http://schemas.openxmlformats.org/markup-compatibility/2006">
              <mc:Choice xmlns:v="urn:schemas-microsoft-com:vml" Requires="v">
                <p:oleObj spid="_x0000_s3245" name="" r:id="rId11" imgW="1257300" imgH="241300" progId="Equation.DSMT4">
                  <p:embed/>
                </p:oleObj>
              </mc:Choice>
              <mc:Fallback>
                <p:oleObj name="" r:id="rId11" imgW="1257300" imgH="241300" progId="Equation.DSMT4">
                  <p:embed/>
                  <p:pic>
                    <p:nvPicPr>
                      <p:cNvPr id="0" name="图片 3244"/>
                      <p:cNvPicPr/>
                      <p:nvPr/>
                    </p:nvPicPr>
                    <p:blipFill>
                      <a:blip r:embed="rId12"/>
                      <a:stretch>
                        <a:fillRect/>
                      </a:stretch>
                    </p:blipFill>
                    <p:spPr>
                      <a:xfrm>
                        <a:off x="2643188" y="6143625"/>
                        <a:ext cx="2911475" cy="5588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80"/>
                                        </p:tgtEl>
                                        <p:attrNameLst>
                                          <p:attrName>style.visibility</p:attrName>
                                        </p:attrNameLst>
                                      </p:cBhvr>
                                      <p:to>
                                        <p:strVal val="visible"/>
                                      </p:to>
                                    </p:set>
                                    <p:animEffect transition="in" filter="wipe(left)">
                                      <p:cBhvr>
                                        <p:cTn id="22" dur="500"/>
                                        <p:tgtEl>
                                          <p:spTgt spid="30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Text Box 1026"/>
          <p:cNvSpPr txBox="1"/>
          <p:nvPr/>
        </p:nvSpPr>
        <p:spPr>
          <a:xfrm>
            <a:off x="71438" y="381000"/>
            <a:ext cx="1144587" cy="584200"/>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endParaRPr lang="zh-CN" altLang="en-US" sz="3200" b="1" dirty="0">
              <a:solidFill>
                <a:srgbClr val="0070C0"/>
              </a:solidFill>
              <a:latin typeface="Times New Roman" panose="02020603050405020304" pitchFamily="18" charset="0"/>
              <a:ea typeface="黑体" panose="02010609060101010101" pitchFamily="49" charset="-122"/>
            </a:endParaRPr>
          </a:p>
        </p:txBody>
      </p:sp>
      <p:graphicFrame>
        <p:nvGraphicFramePr>
          <p:cNvPr id="58370" name="Object 1024"/>
          <p:cNvGraphicFramePr>
            <a:graphicFrameLocks noChangeAspect="1"/>
          </p:cNvGraphicFramePr>
          <p:nvPr/>
        </p:nvGraphicFramePr>
        <p:xfrm>
          <a:off x="838200" y="381000"/>
          <a:ext cx="3276600" cy="1633538"/>
        </p:xfrm>
        <a:graphic>
          <a:graphicData uri="http://schemas.openxmlformats.org/presentationml/2006/ole">
            <mc:AlternateContent xmlns:mc="http://schemas.openxmlformats.org/markup-compatibility/2006">
              <mc:Choice xmlns:v="urn:schemas-microsoft-com:vml" Requires="v">
                <p:oleObj spid="_x0000_s3244" name="" r:id="rId1" imgW="1422400" imgH="711200" progId="Equation.3">
                  <p:embed/>
                </p:oleObj>
              </mc:Choice>
              <mc:Fallback>
                <p:oleObj name="" r:id="rId1" imgW="1422400" imgH="711200" progId="Equation.3">
                  <p:embed/>
                  <p:pic>
                    <p:nvPicPr>
                      <p:cNvPr id="0" name="图片 3243"/>
                      <p:cNvPicPr/>
                      <p:nvPr/>
                    </p:nvPicPr>
                    <p:blipFill>
                      <a:blip r:embed="rId2"/>
                      <a:stretch>
                        <a:fillRect/>
                      </a:stretch>
                    </p:blipFill>
                    <p:spPr>
                      <a:xfrm>
                        <a:off x="838200" y="381000"/>
                        <a:ext cx="3276600" cy="1633538"/>
                      </a:xfrm>
                      <a:prstGeom prst="rect">
                        <a:avLst/>
                      </a:prstGeom>
                      <a:noFill/>
                      <a:ln w="38100">
                        <a:noFill/>
                        <a:miter/>
                      </a:ln>
                    </p:spPr>
                  </p:pic>
                </p:oleObj>
              </mc:Fallback>
            </mc:AlternateContent>
          </a:graphicData>
        </a:graphic>
      </p:graphicFrame>
      <p:graphicFrame>
        <p:nvGraphicFramePr>
          <p:cNvPr id="35841" name="Object 1025"/>
          <p:cNvGraphicFramePr>
            <a:graphicFrameLocks noChangeAspect="1"/>
          </p:cNvGraphicFramePr>
          <p:nvPr/>
        </p:nvGraphicFramePr>
        <p:xfrm>
          <a:off x="5000625" y="5462588"/>
          <a:ext cx="3876675" cy="466725"/>
        </p:xfrm>
        <a:graphic>
          <a:graphicData uri="http://schemas.openxmlformats.org/presentationml/2006/ole">
            <mc:AlternateContent xmlns:mc="http://schemas.openxmlformats.org/markup-compatibility/2006">
              <mc:Choice xmlns:v="urn:schemas-microsoft-com:vml" Requires="v">
                <p:oleObj spid="_x0000_s3252" name="" r:id="rId3" imgW="1993900" imgH="241300" progId="Equation.3">
                  <p:embed/>
                </p:oleObj>
              </mc:Choice>
              <mc:Fallback>
                <p:oleObj name="" r:id="rId3" imgW="1993900" imgH="241300" progId="Equation.3">
                  <p:embed/>
                  <p:pic>
                    <p:nvPicPr>
                      <p:cNvPr id="0" name="图片 3251"/>
                      <p:cNvPicPr/>
                      <p:nvPr/>
                    </p:nvPicPr>
                    <p:blipFill>
                      <a:blip r:embed="rId4"/>
                      <a:stretch>
                        <a:fillRect/>
                      </a:stretch>
                    </p:blipFill>
                    <p:spPr>
                      <a:xfrm>
                        <a:off x="5000625" y="5462588"/>
                        <a:ext cx="3876675" cy="466725"/>
                      </a:xfrm>
                      <a:prstGeom prst="rect">
                        <a:avLst/>
                      </a:prstGeom>
                      <a:noFill/>
                      <a:ln w="38100">
                        <a:noFill/>
                        <a:miter/>
                      </a:ln>
                    </p:spPr>
                  </p:pic>
                </p:oleObj>
              </mc:Fallback>
            </mc:AlternateContent>
          </a:graphicData>
        </a:graphic>
      </p:graphicFrame>
      <p:graphicFrame>
        <p:nvGraphicFramePr>
          <p:cNvPr id="35843" name="Object 1027"/>
          <p:cNvGraphicFramePr>
            <a:graphicFrameLocks noChangeAspect="1"/>
          </p:cNvGraphicFramePr>
          <p:nvPr/>
        </p:nvGraphicFramePr>
        <p:xfrm>
          <a:off x="5000625" y="4059238"/>
          <a:ext cx="3509963" cy="512762"/>
        </p:xfrm>
        <a:graphic>
          <a:graphicData uri="http://schemas.openxmlformats.org/presentationml/2006/ole">
            <mc:AlternateContent xmlns:mc="http://schemas.openxmlformats.org/markup-compatibility/2006">
              <mc:Choice xmlns:v="urn:schemas-microsoft-com:vml" Requires="v">
                <p:oleObj spid="_x0000_s3249" name="" r:id="rId5" imgW="1651000" imgH="241300" progId="Equation.3">
                  <p:embed/>
                </p:oleObj>
              </mc:Choice>
              <mc:Fallback>
                <p:oleObj name="" r:id="rId5" imgW="1651000" imgH="241300" progId="Equation.3">
                  <p:embed/>
                  <p:pic>
                    <p:nvPicPr>
                      <p:cNvPr id="0" name="图片 3248"/>
                      <p:cNvPicPr/>
                      <p:nvPr/>
                    </p:nvPicPr>
                    <p:blipFill>
                      <a:blip r:embed="rId6"/>
                      <a:stretch>
                        <a:fillRect/>
                      </a:stretch>
                    </p:blipFill>
                    <p:spPr>
                      <a:xfrm>
                        <a:off x="5000625" y="4059238"/>
                        <a:ext cx="3509963" cy="512762"/>
                      </a:xfrm>
                      <a:prstGeom prst="rect">
                        <a:avLst/>
                      </a:prstGeom>
                      <a:noFill/>
                      <a:ln w="38100">
                        <a:noFill/>
                        <a:miter/>
                      </a:ln>
                    </p:spPr>
                  </p:pic>
                </p:oleObj>
              </mc:Fallback>
            </mc:AlternateContent>
          </a:graphicData>
        </a:graphic>
      </p:graphicFrame>
      <p:graphicFrame>
        <p:nvGraphicFramePr>
          <p:cNvPr id="35844" name="Object 1028"/>
          <p:cNvGraphicFramePr>
            <a:graphicFrameLocks noChangeAspect="1"/>
          </p:cNvGraphicFramePr>
          <p:nvPr/>
        </p:nvGraphicFramePr>
        <p:xfrm>
          <a:off x="5000625" y="4792663"/>
          <a:ext cx="3729038" cy="493712"/>
        </p:xfrm>
        <a:graphic>
          <a:graphicData uri="http://schemas.openxmlformats.org/presentationml/2006/ole">
            <mc:AlternateContent xmlns:mc="http://schemas.openxmlformats.org/markup-compatibility/2006">
              <mc:Choice xmlns:v="urn:schemas-microsoft-com:vml" Requires="v">
                <p:oleObj spid="_x0000_s3261" name="" r:id="rId7" imgW="1816100" imgH="241300" progId="Equation.3">
                  <p:embed/>
                </p:oleObj>
              </mc:Choice>
              <mc:Fallback>
                <p:oleObj name="" r:id="rId7" imgW="1816100" imgH="241300" progId="Equation.3">
                  <p:embed/>
                  <p:pic>
                    <p:nvPicPr>
                      <p:cNvPr id="0" name="图片 3260"/>
                      <p:cNvPicPr/>
                      <p:nvPr/>
                    </p:nvPicPr>
                    <p:blipFill>
                      <a:blip r:embed="rId8"/>
                      <a:stretch>
                        <a:fillRect/>
                      </a:stretch>
                    </p:blipFill>
                    <p:spPr>
                      <a:xfrm>
                        <a:off x="5000625" y="4792663"/>
                        <a:ext cx="3729038" cy="493712"/>
                      </a:xfrm>
                      <a:prstGeom prst="rect">
                        <a:avLst/>
                      </a:prstGeom>
                      <a:noFill/>
                      <a:ln w="38100">
                        <a:noFill/>
                        <a:miter/>
                      </a:ln>
                    </p:spPr>
                  </p:pic>
                </p:oleObj>
              </mc:Fallback>
            </mc:AlternateContent>
          </a:graphicData>
        </a:graphic>
      </p:graphicFrame>
      <p:graphicFrame>
        <p:nvGraphicFramePr>
          <p:cNvPr id="35845" name="Object 1029"/>
          <p:cNvGraphicFramePr>
            <a:graphicFrameLocks noChangeAspect="1"/>
          </p:cNvGraphicFramePr>
          <p:nvPr/>
        </p:nvGraphicFramePr>
        <p:xfrm>
          <a:off x="857250" y="2214563"/>
          <a:ext cx="3506788" cy="1643062"/>
        </p:xfrm>
        <a:graphic>
          <a:graphicData uri="http://schemas.openxmlformats.org/presentationml/2006/ole">
            <mc:AlternateContent xmlns:mc="http://schemas.openxmlformats.org/markup-compatibility/2006">
              <mc:Choice xmlns:v="urn:schemas-microsoft-com:vml" Requires="v">
                <p:oleObj spid="_x0000_s3253" name="" r:id="rId9" imgW="1511300" imgH="711200" progId="Equation.3">
                  <p:embed/>
                </p:oleObj>
              </mc:Choice>
              <mc:Fallback>
                <p:oleObj name="" r:id="rId9" imgW="1511300" imgH="711200" progId="Equation.3">
                  <p:embed/>
                  <p:pic>
                    <p:nvPicPr>
                      <p:cNvPr id="0" name="图片 3252"/>
                      <p:cNvPicPr/>
                      <p:nvPr/>
                    </p:nvPicPr>
                    <p:blipFill>
                      <a:blip r:embed="rId10"/>
                      <a:stretch>
                        <a:fillRect/>
                      </a:stretch>
                    </p:blipFill>
                    <p:spPr>
                      <a:xfrm>
                        <a:off x="857250" y="2214563"/>
                        <a:ext cx="3506788" cy="1643062"/>
                      </a:xfrm>
                      <a:prstGeom prst="rect">
                        <a:avLst/>
                      </a:prstGeom>
                      <a:noFill/>
                      <a:ln w="38100">
                        <a:noFill/>
                        <a:miter/>
                      </a:ln>
                    </p:spPr>
                  </p:pic>
                </p:oleObj>
              </mc:Fallback>
            </mc:AlternateContent>
          </a:graphicData>
        </a:graphic>
      </p:graphicFrame>
      <p:graphicFrame>
        <p:nvGraphicFramePr>
          <p:cNvPr id="13" name="Object 13"/>
          <p:cNvGraphicFramePr>
            <a:graphicFrameLocks noChangeAspect="1"/>
          </p:cNvGraphicFramePr>
          <p:nvPr/>
        </p:nvGraphicFramePr>
        <p:xfrm>
          <a:off x="571500" y="5429250"/>
          <a:ext cx="3632200" cy="463550"/>
        </p:xfrm>
        <a:graphic>
          <a:graphicData uri="http://schemas.openxmlformats.org/presentationml/2006/ole">
            <mc:AlternateContent xmlns:mc="http://schemas.openxmlformats.org/markup-compatibility/2006">
              <mc:Choice xmlns:v="urn:schemas-microsoft-com:vml" Requires="v">
                <p:oleObj spid="_x0000_s3256" name="" r:id="rId11" imgW="2374900" imgH="304800" progId="Equation.DSMT4">
                  <p:embed/>
                </p:oleObj>
              </mc:Choice>
              <mc:Fallback>
                <p:oleObj name="" r:id="rId11" imgW="2374900" imgH="304800" progId="Equation.DSMT4">
                  <p:embed/>
                  <p:pic>
                    <p:nvPicPr>
                      <p:cNvPr id="0" name="图片 3255"/>
                      <p:cNvPicPr/>
                      <p:nvPr/>
                    </p:nvPicPr>
                    <p:blipFill>
                      <a:blip r:embed="rId12"/>
                      <a:stretch>
                        <a:fillRect/>
                      </a:stretch>
                    </p:blipFill>
                    <p:spPr>
                      <a:xfrm>
                        <a:off x="571500" y="5429250"/>
                        <a:ext cx="3632200" cy="463550"/>
                      </a:xfrm>
                      <a:prstGeom prst="rect">
                        <a:avLst/>
                      </a:prstGeom>
                      <a:noFill/>
                      <a:ln w="38100">
                        <a:noFill/>
                        <a:miter/>
                      </a:ln>
                    </p:spPr>
                  </p:pic>
                </p:oleObj>
              </mc:Fallback>
            </mc:AlternateContent>
          </a:graphicData>
        </a:graphic>
      </p:graphicFrame>
      <p:graphicFrame>
        <p:nvGraphicFramePr>
          <p:cNvPr id="14" name="Object 14"/>
          <p:cNvGraphicFramePr>
            <a:graphicFrameLocks noChangeAspect="1"/>
          </p:cNvGraphicFramePr>
          <p:nvPr/>
        </p:nvGraphicFramePr>
        <p:xfrm>
          <a:off x="571500" y="4000500"/>
          <a:ext cx="3244850" cy="474663"/>
        </p:xfrm>
        <a:graphic>
          <a:graphicData uri="http://schemas.openxmlformats.org/presentationml/2006/ole">
            <mc:AlternateContent xmlns:mc="http://schemas.openxmlformats.org/markup-compatibility/2006">
              <mc:Choice xmlns:v="urn:schemas-microsoft-com:vml" Requires="v">
                <p:oleObj spid="_x0000_s3246" name="" r:id="rId13" imgW="1651000" imgH="241300" progId="Equation.3">
                  <p:embed/>
                </p:oleObj>
              </mc:Choice>
              <mc:Fallback>
                <p:oleObj name="" r:id="rId13" imgW="1651000" imgH="241300" progId="Equation.3">
                  <p:embed/>
                  <p:pic>
                    <p:nvPicPr>
                      <p:cNvPr id="0" name="图片 3245"/>
                      <p:cNvPicPr/>
                      <p:nvPr/>
                    </p:nvPicPr>
                    <p:blipFill>
                      <a:blip r:embed="rId6"/>
                      <a:stretch>
                        <a:fillRect/>
                      </a:stretch>
                    </p:blipFill>
                    <p:spPr>
                      <a:xfrm>
                        <a:off x="571500" y="4000500"/>
                        <a:ext cx="3244850" cy="474663"/>
                      </a:xfrm>
                      <a:prstGeom prst="rect">
                        <a:avLst/>
                      </a:prstGeom>
                      <a:noFill/>
                      <a:ln w="38100">
                        <a:noFill/>
                        <a:miter/>
                      </a:ln>
                    </p:spPr>
                  </p:pic>
                </p:oleObj>
              </mc:Fallback>
            </mc:AlternateContent>
          </a:graphicData>
        </a:graphic>
      </p:graphicFrame>
      <p:graphicFrame>
        <p:nvGraphicFramePr>
          <p:cNvPr id="15" name="Object 15"/>
          <p:cNvGraphicFramePr>
            <a:graphicFrameLocks noChangeAspect="1"/>
          </p:cNvGraphicFramePr>
          <p:nvPr/>
        </p:nvGraphicFramePr>
        <p:xfrm>
          <a:off x="571500" y="4714875"/>
          <a:ext cx="3532188" cy="468313"/>
        </p:xfrm>
        <a:graphic>
          <a:graphicData uri="http://schemas.openxmlformats.org/presentationml/2006/ole">
            <mc:AlternateContent xmlns:mc="http://schemas.openxmlformats.org/markup-compatibility/2006">
              <mc:Choice xmlns:v="urn:schemas-microsoft-com:vml" Requires="v">
                <p:oleObj spid="_x0000_s3257" name="" r:id="rId14" imgW="2286000" imgH="304800" progId="Equation.DSMT4">
                  <p:embed/>
                </p:oleObj>
              </mc:Choice>
              <mc:Fallback>
                <p:oleObj name="" r:id="rId14" imgW="2286000" imgH="304800" progId="Equation.DSMT4">
                  <p:embed/>
                  <p:pic>
                    <p:nvPicPr>
                      <p:cNvPr id="0" name="图片 3256"/>
                      <p:cNvPicPr/>
                      <p:nvPr/>
                    </p:nvPicPr>
                    <p:blipFill>
                      <a:blip r:embed="rId15"/>
                      <a:stretch>
                        <a:fillRect/>
                      </a:stretch>
                    </p:blipFill>
                    <p:spPr>
                      <a:xfrm>
                        <a:off x="571500" y="4714875"/>
                        <a:ext cx="3532188" cy="4683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wipe(left)">
                                      <p:cBhvr>
                                        <p:cTn id="7" dur="500"/>
                                        <p:tgtEl>
                                          <p:spTgt spid="358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843"/>
                                        </p:tgtEl>
                                        <p:attrNameLst>
                                          <p:attrName>style.visibility</p:attrName>
                                        </p:attrNameLst>
                                      </p:cBhvr>
                                      <p:to>
                                        <p:strVal val="visible"/>
                                      </p:to>
                                    </p:set>
                                    <p:animEffect transition="in" filter="wipe(left)">
                                      <p:cBhvr>
                                        <p:cTn id="27" dur="500"/>
                                        <p:tgtEl>
                                          <p:spTgt spid="358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844"/>
                                        </p:tgtEl>
                                        <p:attrNameLst>
                                          <p:attrName>style.visibility</p:attrName>
                                        </p:attrNameLst>
                                      </p:cBhvr>
                                      <p:to>
                                        <p:strVal val="visible"/>
                                      </p:to>
                                    </p:set>
                                    <p:animEffect transition="in" filter="wipe(left)">
                                      <p:cBhvr>
                                        <p:cTn id="32" dur="500"/>
                                        <p:tgtEl>
                                          <p:spTgt spid="3584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5841"/>
                                        </p:tgtEl>
                                        <p:attrNameLst>
                                          <p:attrName>style.visibility</p:attrName>
                                        </p:attrNameLst>
                                      </p:cBhvr>
                                      <p:to>
                                        <p:strVal val="visible"/>
                                      </p:to>
                                    </p:set>
                                    <p:animEffect transition="in" filter="wipe(left)">
                                      <p:cBhvr>
                                        <p:cTn id="37" dur="500"/>
                                        <p:tgtEl>
                                          <p:spTgt spid="35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5841" name="Object 1025"/>
          <p:cNvGraphicFramePr>
            <a:graphicFrameLocks noChangeAspect="1"/>
          </p:cNvGraphicFramePr>
          <p:nvPr/>
        </p:nvGraphicFramePr>
        <p:xfrm>
          <a:off x="857250" y="1785938"/>
          <a:ext cx="3876675" cy="466725"/>
        </p:xfrm>
        <a:graphic>
          <a:graphicData uri="http://schemas.openxmlformats.org/presentationml/2006/ole">
            <mc:AlternateContent xmlns:mc="http://schemas.openxmlformats.org/markup-compatibility/2006">
              <mc:Choice xmlns:v="urn:schemas-microsoft-com:vml" Requires="v">
                <p:oleObj spid="_x0000_s3258" name="" r:id="rId1" imgW="1993900" imgH="241300" progId="Equation.3">
                  <p:embed/>
                </p:oleObj>
              </mc:Choice>
              <mc:Fallback>
                <p:oleObj name="" r:id="rId1" imgW="1993900" imgH="241300" progId="Equation.3">
                  <p:embed/>
                  <p:pic>
                    <p:nvPicPr>
                      <p:cNvPr id="0" name="图片 3257"/>
                      <p:cNvPicPr/>
                      <p:nvPr/>
                    </p:nvPicPr>
                    <p:blipFill>
                      <a:blip r:embed="rId2"/>
                      <a:stretch>
                        <a:fillRect/>
                      </a:stretch>
                    </p:blipFill>
                    <p:spPr>
                      <a:xfrm>
                        <a:off x="857250" y="1785938"/>
                        <a:ext cx="3876675" cy="466725"/>
                      </a:xfrm>
                      <a:prstGeom prst="rect">
                        <a:avLst/>
                      </a:prstGeom>
                      <a:noFill/>
                      <a:ln w="38100">
                        <a:noFill/>
                        <a:miter/>
                      </a:ln>
                    </p:spPr>
                  </p:pic>
                </p:oleObj>
              </mc:Fallback>
            </mc:AlternateContent>
          </a:graphicData>
        </a:graphic>
      </p:graphicFrame>
      <p:graphicFrame>
        <p:nvGraphicFramePr>
          <p:cNvPr id="35842" name="Object 1026"/>
          <p:cNvGraphicFramePr>
            <a:graphicFrameLocks noChangeAspect="1"/>
          </p:cNvGraphicFramePr>
          <p:nvPr/>
        </p:nvGraphicFramePr>
        <p:xfrm>
          <a:off x="642938" y="2571750"/>
          <a:ext cx="6781800" cy="1697038"/>
        </p:xfrm>
        <a:graphic>
          <a:graphicData uri="http://schemas.openxmlformats.org/presentationml/2006/ole">
            <mc:AlternateContent xmlns:mc="http://schemas.openxmlformats.org/markup-compatibility/2006">
              <mc:Choice xmlns:v="urn:schemas-microsoft-com:vml" Requires="v">
                <p:oleObj spid="_x0000_s3247" name="" r:id="rId3" imgW="3162300" imgH="787400" progId="Equation.DSMT4">
                  <p:embed/>
                </p:oleObj>
              </mc:Choice>
              <mc:Fallback>
                <p:oleObj name="" r:id="rId3" imgW="3162300" imgH="787400" progId="Equation.DSMT4">
                  <p:embed/>
                  <p:pic>
                    <p:nvPicPr>
                      <p:cNvPr id="0" name="图片 3246"/>
                      <p:cNvPicPr/>
                      <p:nvPr/>
                    </p:nvPicPr>
                    <p:blipFill>
                      <a:blip r:embed="rId4"/>
                      <a:stretch>
                        <a:fillRect/>
                      </a:stretch>
                    </p:blipFill>
                    <p:spPr>
                      <a:xfrm>
                        <a:off x="642938" y="2571750"/>
                        <a:ext cx="6781800" cy="1697038"/>
                      </a:xfrm>
                      <a:prstGeom prst="rect">
                        <a:avLst/>
                      </a:prstGeom>
                      <a:noFill/>
                      <a:ln w="38100">
                        <a:noFill/>
                        <a:miter/>
                      </a:ln>
                    </p:spPr>
                  </p:pic>
                </p:oleObj>
              </mc:Fallback>
            </mc:AlternateContent>
          </a:graphicData>
        </a:graphic>
      </p:graphicFrame>
      <p:graphicFrame>
        <p:nvGraphicFramePr>
          <p:cNvPr id="35843" name="Object 1027"/>
          <p:cNvGraphicFramePr>
            <a:graphicFrameLocks noChangeAspect="1"/>
          </p:cNvGraphicFramePr>
          <p:nvPr/>
        </p:nvGraphicFramePr>
        <p:xfrm>
          <a:off x="785813" y="357188"/>
          <a:ext cx="3509962" cy="512762"/>
        </p:xfrm>
        <a:graphic>
          <a:graphicData uri="http://schemas.openxmlformats.org/presentationml/2006/ole">
            <mc:AlternateContent xmlns:mc="http://schemas.openxmlformats.org/markup-compatibility/2006">
              <mc:Choice xmlns:v="urn:schemas-microsoft-com:vml" Requires="v">
                <p:oleObj spid="_x0000_s3259" name="" r:id="rId5" imgW="1651000" imgH="241300" progId="Equation.3">
                  <p:embed/>
                </p:oleObj>
              </mc:Choice>
              <mc:Fallback>
                <p:oleObj name="" r:id="rId5" imgW="1651000" imgH="241300" progId="Equation.3">
                  <p:embed/>
                  <p:pic>
                    <p:nvPicPr>
                      <p:cNvPr id="0" name="图片 3258"/>
                      <p:cNvPicPr/>
                      <p:nvPr/>
                    </p:nvPicPr>
                    <p:blipFill>
                      <a:blip r:embed="rId6"/>
                      <a:stretch>
                        <a:fillRect/>
                      </a:stretch>
                    </p:blipFill>
                    <p:spPr>
                      <a:xfrm>
                        <a:off x="785813" y="357188"/>
                        <a:ext cx="3509962" cy="512762"/>
                      </a:xfrm>
                      <a:prstGeom prst="rect">
                        <a:avLst/>
                      </a:prstGeom>
                      <a:noFill/>
                      <a:ln w="38100">
                        <a:noFill/>
                        <a:miter/>
                      </a:ln>
                    </p:spPr>
                  </p:pic>
                </p:oleObj>
              </mc:Fallback>
            </mc:AlternateContent>
          </a:graphicData>
        </a:graphic>
      </p:graphicFrame>
      <p:graphicFrame>
        <p:nvGraphicFramePr>
          <p:cNvPr id="35844" name="Object 1028"/>
          <p:cNvGraphicFramePr>
            <a:graphicFrameLocks noChangeAspect="1"/>
          </p:cNvGraphicFramePr>
          <p:nvPr/>
        </p:nvGraphicFramePr>
        <p:xfrm>
          <a:off x="785813" y="1071563"/>
          <a:ext cx="3729037" cy="493712"/>
        </p:xfrm>
        <a:graphic>
          <a:graphicData uri="http://schemas.openxmlformats.org/presentationml/2006/ole">
            <mc:AlternateContent xmlns:mc="http://schemas.openxmlformats.org/markup-compatibility/2006">
              <mc:Choice xmlns:v="urn:schemas-microsoft-com:vml" Requires="v">
                <p:oleObj spid="_x0000_s3248" name="" r:id="rId7" imgW="1816100" imgH="241300" progId="Equation.3">
                  <p:embed/>
                </p:oleObj>
              </mc:Choice>
              <mc:Fallback>
                <p:oleObj name="" r:id="rId7" imgW="1816100" imgH="241300" progId="Equation.3">
                  <p:embed/>
                  <p:pic>
                    <p:nvPicPr>
                      <p:cNvPr id="0" name="图片 3247"/>
                      <p:cNvPicPr/>
                      <p:nvPr/>
                    </p:nvPicPr>
                    <p:blipFill>
                      <a:blip r:embed="rId8"/>
                      <a:stretch>
                        <a:fillRect/>
                      </a:stretch>
                    </p:blipFill>
                    <p:spPr>
                      <a:xfrm>
                        <a:off x="785813" y="1071563"/>
                        <a:ext cx="3729037" cy="493712"/>
                      </a:xfrm>
                      <a:prstGeom prst="rect">
                        <a:avLst/>
                      </a:prstGeom>
                      <a:noFill/>
                      <a:ln w="38100">
                        <a:noFill/>
                        <a:miter/>
                      </a:ln>
                    </p:spPr>
                  </p:pic>
                </p:oleObj>
              </mc:Fallback>
            </mc:AlternateContent>
          </a:graphicData>
        </a:graphic>
      </p:graphicFrame>
      <p:graphicFrame>
        <p:nvGraphicFramePr>
          <p:cNvPr id="10" name="Object 16"/>
          <p:cNvGraphicFramePr>
            <a:graphicFrameLocks noChangeAspect="1"/>
          </p:cNvGraphicFramePr>
          <p:nvPr/>
        </p:nvGraphicFramePr>
        <p:xfrm>
          <a:off x="1714500" y="4429125"/>
          <a:ext cx="4502150" cy="638175"/>
        </p:xfrm>
        <a:graphic>
          <a:graphicData uri="http://schemas.openxmlformats.org/presentationml/2006/ole">
            <mc:AlternateContent xmlns:mc="http://schemas.openxmlformats.org/markup-compatibility/2006">
              <mc:Choice xmlns:v="urn:schemas-microsoft-com:vml" Requires="v">
                <p:oleObj spid="_x0000_s3251" name="" r:id="rId9" imgW="2057400" imgH="292100" progId="Equation.DSMT4">
                  <p:embed/>
                </p:oleObj>
              </mc:Choice>
              <mc:Fallback>
                <p:oleObj name="" r:id="rId9" imgW="2057400" imgH="292100" progId="Equation.DSMT4">
                  <p:embed/>
                  <p:pic>
                    <p:nvPicPr>
                      <p:cNvPr id="0" name="图片 3250"/>
                      <p:cNvPicPr/>
                      <p:nvPr/>
                    </p:nvPicPr>
                    <p:blipFill>
                      <a:blip r:embed="rId10"/>
                      <a:stretch>
                        <a:fillRect/>
                      </a:stretch>
                    </p:blipFill>
                    <p:spPr>
                      <a:xfrm>
                        <a:off x="1714500" y="4429125"/>
                        <a:ext cx="4502150" cy="638175"/>
                      </a:xfrm>
                      <a:prstGeom prst="rect">
                        <a:avLst/>
                      </a:prstGeom>
                      <a:noFill/>
                      <a:ln w="38100">
                        <a:noFill/>
                        <a:miter/>
                      </a:ln>
                    </p:spPr>
                  </p:pic>
                </p:oleObj>
              </mc:Fallback>
            </mc:AlternateContent>
          </a:graphicData>
        </a:graphic>
      </p:graphicFrame>
      <p:graphicFrame>
        <p:nvGraphicFramePr>
          <p:cNvPr id="2" name="Object 16"/>
          <p:cNvGraphicFramePr>
            <a:graphicFrameLocks noChangeAspect="1"/>
          </p:cNvGraphicFramePr>
          <p:nvPr/>
        </p:nvGraphicFramePr>
        <p:xfrm>
          <a:off x="1071563" y="5286375"/>
          <a:ext cx="6529387" cy="638175"/>
        </p:xfrm>
        <a:graphic>
          <a:graphicData uri="http://schemas.openxmlformats.org/presentationml/2006/ole">
            <mc:AlternateContent xmlns:mc="http://schemas.openxmlformats.org/markup-compatibility/2006">
              <mc:Choice xmlns:v="urn:schemas-microsoft-com:vml" Requires="v">
                <p:oleObj spid="_x0000_s3260" name="" r:id="rId11" imgW="2984500" imgH="292100" progId="Equation.DSMT4">
                  <p:embed/>
                </p:oleObj>
              </mc:Choice>
              <mc:Fallback>
                <p:oleObj name="" r:id="rId11" imgW="2984500" imgH="292100" progId="Equation.DSMT4">
                  <p:embed/>
                  <p:pic>
                    <p:nvPicPr>
                      <p:cNvPr id="0" name="图片 3259"/>
                      <p:cNvPicPr/>
                      <p:nvPr/>
                    </p:nvPicPr>
                    <p:blipFill>
                      <a:blip r:embed="rId12"/>
                      <a:stretch>
                        <a:fillRect/>
                      </a:stretch>
                    </p:blipFill>
                    <p:spPr>
                      <a:xfrm>
                        <a:off x="1071563" y="5286375"/>
                        <a:ext cx="6529387" cy="638175"/>
                      </a:xfrm>
                      <a:prstGeom prst="rect">
                        <a:avLst/>
                      </a:prstGeom>
                      <a:noFill/>
                      <a:ln w="38100">
                        <a:noFill/>
                        <a:miter/>
                      </a:ln>
                    </p:spPr>
                  </p:pic>
                </p:oleObj>
              </mc:Fallback>
            </mc:AlternateContent>
          </a:graphicData>
        </a:graphic>
      </p:graphicFrame>
      <p:graphicFrame>
        <p:nvGraphicFramePr>
          <p:cNvPr id="3" name="Object 0"/>
          <p:cNvGraphicFramePr>
            <a:graphicFrameLocks noChangeAspect="1"/>
          </p:cNvGraphicFramePr>
          <p:nvPr/>
        </p:nvGraphicFramePr>
        <p:xfrm>
          <a:off x="2643188" y="6143625"/>
          <a:ext cx="2911475" cy="558800"/>
        </p:xfrm>
        <a:graphic>
          <a:graphicData uri="http://schemas.openxmlformats.org/presentationml/2006/ole">
            <mc:AlternateContent xmlns:mc="http://schemas.openxmlformats.org/markup-compatibility/2006">
              <mc:Choice xmlns:v="urn:schemas-microsoft-com:vml" Requires="v">
                <p:oleObj spid="_x0000_s3262" name="" r:id="rId13" imgW="1257300" imgH="241300" progId="Equation.DSMT4">
                  <p:embed/>
                </p:oleObj>
              </mc:Choice>
              <mc:Fallback>
                <p:oleObj name="" r:id="rId13" imgW="1257300" imgH="241300" progId="Equation.DSMT4">
                  <p:embed/>
                  <p:pic>
                    <p:nvPicPr>
                      <p:cNvPr id="0" name="图片 3261"/>
                      <p:cNvPicPr/>
                      <p:nvPr/>
                    </p:nvPicPr>
                    <p:blipFill>
                      <a:blip r:embed="rId14"/>
                      <a:stretch>
                        <a:fillRect/>
                      </a:stretch>
                    </p:blipFill>
                    <p:spPr>
                      <a:xfrm>
                        <a:off x="2643188" y="6143625"/>
                        <a:ext cx="2911475" cy="558800"/>
                      </a:xfrm>
                      <a:prstGeom prst="rect">
                        <a:avLst/>
                      </a:prstGeom>
                      <a:noFill/>
                      <a:ln w="38100">
                        <a:noFill/>
                        <a:miter/>
                      </a:ln>
                    </p:spPr>
                  </p:pic>
                </p:oleObj>
              </mc:Fallback>
            </mc:AlternateContent>
          </a:graphicData>
        </a:graphic>
      </p:graphicFrame>
      <p:sp>
        <p:nvSpPr>
          <p:cNvPr id="11" name="TextBox 10"/>
          <p:cNvSpPr txBox="1"/>
          <p:nvPr/>
        </p:nvSpPr>
        <p:spPr>
          <a:xfrm>
            <a:off x="5715000" y="500063"/>
            <a:ext cx="3000375" cy="1570037"/>
          </a:xfrm>
          <a:prstGeom prst="rect">
            <a:avLst/>
          </a:prstGeom>
          <a:noFill/>
          <a:ln w="9525">
            <a:noFill/>
          </a:ln>
        </p:spPr>
        <p:txBody>
          <a:bodyPr anchor="t" anchorCtr="0">
            <a:spAutoFit/>
          </a:bodyPr>
          <a:p>
            <a:r>
              <a:rPr lang="zh-CN" altLang="en-US" sz="2400" b="1" dirty="0">
                <a:latin typeface="楷体" panose="02010609060101010101" pitchFamily="49" charset="-122"/>
                <a:ea typeface="楷体" panose="02010609060101010101" pitchFamily="49" charset="-122"/>
              </a:rPr>
              <a:t>注释</a:t>
            </a: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此迭代格式更加简单实用</a:t>
            </a: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下述迭代格式常用于收敛速度分析。</a:t>
            </a:r>
            <a:r>
              <a:rPr lang="en-US"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wipe(left)">
                                      <p:cBhvr>
                                        <p:cTn id="7" dur="500"/>
                                        <p:tgtEl>
                                          <p:spTgt spid="358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wipe(left)">
                                      <p:cBhvr>
                                        <p:cTn id="12" dur="500"/>
                                        <p:tgtEl>
                                          <p:spTgt spid="358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841"/>
                                        </p:tgtEl>
                                        <p:attrNameLst>
                                          <p:attrName>style.visibility</p:attrName>
                                        </p:attrNameLst>
                                      </p:cBhvr>
                                      <p:to>
                                        <p:strVal val="visible"/>
                                      </p:to>
                                    </p:set>
                                    <p:animEffect transition="in" filter="wipe(left)">
                                      <p:cBhvr>
                                        <p:cTn id="17" dur="500"/>
                                        <p:tgtEl>
                                          <p:spTgt spid="3584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5842"/>
                                        </p:tgtEl>
                                        <p:attrNameLst>
                                          <p:attrName>style.visibility</p:attrName>
                                        </p:attrNameLst>
                                      </p:cBhvr>
                                      <p:to>
                                        <p:strVal val="visible"/>
                                      </p:to>
                                    </p:set>
                                    <p:animEffect transition="in" filter="dissolve">
                                      <p:cBhvr>
                                        <p:cTn id="22" dur="500"/>
                                        <p:tgtEl>
                                          <p:spTgt spid="358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0-#ppt_w/2"/>
                                          </p:val>
                                        </p:tav>
                                        <p:tav tm="100000">
                                          <p:val>
                                            <p:strVal val="#ppt_x"/>
                                          </p:val>
                                        </p:tav>
                                      </p:tavLst>
                                    </p:anim>
                                    <p:anim calcmode="lin" valueType="num">
                                      <p:cBhvr additive="base">
                                        <p:cTn id="4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Object 13"/>
          <p:cNvGraphicFramePr>
            <a:graphicFrameLocks noChangeAspect="1"/>
          </p:cNvGraphicFramePr>
          <p:nvPr/>
        </p:nvGraphicFramePr>
        <p:xfrm>
          <a:off x="214313" y="4143375"/>
          <a:ext cx="3357562" cy="512763"/>
        </p:xfrm>
        <a:graphic>
          <a:graphicData uri="http://schemas.openxmlformats.org/presentationml/2006/ole">
            <mc:AlternateContent xmlns:mc="http://schemas.openxmlformats.org/markup-compatibility/2006">
              <mc:Choice xmlns:v="urn:schemas-microsoft-com:vml" Requires="v">
                <p:oleObj spid="_x0000_s3268" name="" r:id="rId1" imgW="1574800" imgH="241300" progId="Equation.DSMT4">
                  <p:embed/>
                </p:oleObj>
              </mc:Choice>
              <mc:Fallback>
                <p:oleObj name="" r:id="rId1" imgW="1574800" imgH="241300" progId="Equation.DSMT4">
                  <p:embed/>
                  <p:pic>
                    <p:nvPicPr>
                      <p:cNvPr id="0" name="图片 3267"/>
                      <p:cNvPicPr/>
                      <p:nvPr/>
                    </p:nvPicPr>
                    <p:blipFill>
                      <a:blip r:embed="rId2"/>
                      <a:stretch>
                        <a:fillRect/>
                      </a:stretch>
                    </p:blipFill>
                    <p:spPr>
                      <a:xfrm>
                        <a:off x="214313" y="4143375"/>
                        <a:ext cx="3357562" cy="512763"/>
                      </a:xfrm>
                      <a:prstGeom prst="rect">
                        <a:avLst/>
                      </a:prstGeom>
                      <a:noFill/>
                      <a:ln w="38100">
                        <a:noFill/>
                        <a:miter/>
                      </a:ln>
                    </p:spPr>
                  </p:pic>
                </p:oleObj>
              </mc:Fallback>
            </mc:AlternateContent>
          </a:graphicData>
        </a:graphic>
      </p:graphicFrame>
      <p:graphicFrame>
        <p:nvGraphicFramePr>
          <p:cNvPr id="5" name="Object 14"/>
          <p:cNvGraphicFramePr>
            <a:graphicFrameLocks noChangeAspect="1"/>
          </p:cNvGraphicFramePr>
          <p:nvPr/>
        </p:nvGraphicFramePr>
        <p:xfrm>
          <a:off x="2286000" y="2928938"/>
          <a:ext cx="3378200" cy="557212"/>
        </p:xfrm>
        <a:graphic>
          <a:graphicData uri="http://schemas.openxmlformats.org/presentationml/2006/ole">
            <mc:AlternateContent xmlns:mc="http://schemas.openxmlformats.org/markup-compatibility/2006">
              <mc:Choice xmlns:v="urn:schemas-microsoft-com:vml" Requires="v">
                <p:oleObj spid="_x0000_s3267" name="" r:id="rId3" imgW="1459865" imgH="241300" progId="Equation.DSMT4">
                  <p:embed/>
                </p:oleObj>
              </mc:Choice>
              <mc:Fallback>
                <p:oleObj name="" r:id="rId3" imgW="1459865" imgH="241300" progId="Equation.DSMT4">
                  <p:embed/>
                  <p:pic>
                    <p:nvPicPr>
                      <p:cNvPr id="0" name="图片 3266"/>
                      <p:cNvPicPr/>
                      <p:nvPr/>
                    </p:nvPicPr>
                    <p:blipFill>
                      <a:blip r:embed="rId4"/>
                      <a:stretch>
                        <a:fillRect/>
                      </a:stretch>
                    </p:blipFill>
                    <p:spPr>
                      <a:xfrm>
                        <a:off x="2286000" y="2928938"/>
                        <a:ext cx="3378200" cy="557212"/>
                      </a:xfrm>
                      <a:prstGeom prst="rect">
                        <a:avLst/>
                      </a:prstGeom>
                      <a:noFill/>
                      <a:ln w="38100">
                        <a:noFill/>
                        <a:miter/>
                      </a:ln>
                    </p:spPr>
                  </p:pic>
                </p:oleObj>
              </mc:Fallback>
            </mc:AlternateContent>
          </a:graphicData>
        </a:graphic>
      </p:graphicFrame>
      <p:graphicFrame>
        <p:nvGraphicFramePr>
          <p:cNvPr id="9" name="Object 11"/>
          <p:cNvGraphicFramePr>
            <a:graphicFrameLocks noChangeAspect="1"/>
          </p:cNvGraphicFramePr>
          <p:nvPr/>
        </p:nvGraphicFramePr>
        <p:xfrm>
          <a:off x="4071938" y="4071938"/>
          <a:ext cx="4459287" cy="635000"/>
        </p:xfrm>
        <a:graphic>
          <a:graphicData uri="http://schemas.openxmlformats.org/presentationml/2006/ole">
            <mc:AlternateContent xmlns:mc="http://schemas.openxmlformats.org/markup-compatibility/2006">
              <mc:Choice xmlns:v="urn:schemas-microsoft-com:vml" Requires="v">
                <p:oleObj spid="_x0000_s3265" name="" r:id="rId5" imgW="2044700" imgH="292100" progId="Equation.DSMT4">
                  <p:embed/>
                </p:oleObj>
              </mc:Choice>
              <mc:Fallback>
                <p:oleObj name="" r:id="rId5" imgW="2044700" imgH="292100" progId="Equation.DSMT4">
                  <p:embed/>
                  <p:pic>
                    <p:nvPicPr>
                      <p:cNvPr id="0" name="图片 3264"/>
                      <p:cNvPicPr/>
                      <p:nvPr/>
                    </p:nvPicPr>
                    <p:blipFill>
                      <a:blip r:embed="rId6"/>
                      <a:stretch>
                        <a:fillRect/>
                      </a:stretch>
                    </p:blipFill>
                    <p:spPr>
                      <a:xfrm>
                        <a:off x="4071938" y="4071938"/>
                        <a:ext cx="4459287" cy="635000"/>
                      </a:xfrm>
                      <a:prstGeom prst="rect">
                        <a:avLst/>
                      </a:prstGeom>
                      <a:noFill/>
                      <a:ln w="38100">
                        <a:noFill/>
                        <a:miter/>
                      </a:ln>
                    </p:spPr>
                  </p:pic>
                </p:oleObj>
              </mc:Fallback>
            </mc:AlternateContent>
          </a:graphicData>
        </a:graphic>
      </p:graphicFrame>
      <p:graphicFrame>
        <p:nvGraphicFramePr>
          <p:cNvPr id="12" name="Object 5"/>
          <p:cNvGraphicFramePr>
            <a:graphicFrameLocks noChangeAspect="1"/>
          </p:cNvGraphicFramePr>
          <p:nvPr/>
        </p:nvGraphicFramePr>
        <p:xfrm>
          <a:off x="142875" y="5072063"/>
          <a:ext cx="3470275" cy="539750"/>
        </p:xfrm>
        <a:graphic>
          <a:graphicData uri="http://schemas.openxmlformats.org/presentationml/2006/ole">
            <mc:AlternateContent xmlns:mc="http://schemas.openxmlformats.org/markup-compatibility/2006">
              <mc:Choice xmlns:v="urn:schemas-microsoft-com:vml" Requires="v">
                <p:oleObj spid="_x0000_s3263" name="" r:id="rId7" imgW="1548765" imgH="241300" progId="Equation.DSMT4">
                  <p:embed/>
                </p:oleObj>
              </mc:Choice>
              <mc:Fallback>
                <p:oleObj name="" r:id="rId7" imgW="1548765" imgH="241300" progId="Equation.DSMT4">
                  <p:embed/>
                  <p:pic>
                    <p:nvPicPr>
                      <p:cNvPr id="0" name="图片 3262"/>
                      <p:cNvPicPr/>
                      <p:nvPr/>
                    </p:nvPicPr>
                    <p:blipFill>
                      <a:blip r:embed="rId8"/>
                      <a:stretch>
                        <a:fillRect/>
                      </a:stretch>
                    </p:blipFill>
                    <p:spPr>
                      <a:xfrm>
                        <a:off x="142875" y="5072063"/>
                        <a:ext cx="3470275" cy="539750"/>
                      </a:xfrm>
                      <a:prstGeom prst="rect">
                        <a:avLst/>
                      </a:prstGeom>
                      <a:noFill/>
                      <a:ln w="38100">
                        <a:noFill/>
                        <a:miter/>
                      </a:ln>
                    </p:spPr>
                  </p:pic>
                </p:oleObj>
              </mc:Fallback>
            </mc:AlternateContent>
          </a:graphicData>
        </a:graphic>
      </p:graphicFrame>
      <p:graphicFrame>
        <p:nvGraphicFramePr>
          <p:cNvPr id="13" name="Object 15"/>
          <p:cNvGraphicFramePr>
            <a:graphicFrameLocks noChangeAspect="1"/>
          </p:cNvGraphicFramePr>
          <p:nvPr/>
        </p:nvGraphicFramePr>
        <p:xfrm>
          <a:off x="4000500" y="5000625"/>
          <a:ext cx="4981575" cy="585788"/>
        </p:xfrm>
        <a:graphic>
          <a:graphicData uri="http://schemas.openxmlformats.org/presentationml/2006/ole">
            <mc:AlternateContent xmlns:mc="http://schemas.openxmlformats.org/markup-compatibility/2006">
              <mc:Choice xmlns:v="urn:schemas-microsoft-com:vml" Requires="v">
                <p:oleObj spid="_x0000_s3266" name="" r:id="rId9" imgW="2476500" imgH="292100" progId="Equation.DSMT4">
                  <p:embed/>
                </p:oleObj>
              </mc:Choice>
              <mc:Fallback>
                <p:oleObj name="" r:id="rId9" imgW="2476500" imgH="292100" progId="Equation.DSMT4">
                  <p:embed/>
                  <p:pic>
                    <p:nvPicPr>
                      <p:cNvPr id="0" name="图片 3265"/>
                      <p:cNvPicPr/>
                      <p:nvPr/>
                    </p:nvPicPr>
                    <p:blipFill>
                      <a:blip r:embed="rId10"/>
                      <a:stretch>
                        <a:fillRect/>
                      </a:stretch>
                    </p:blipFill>
                    <p:spPr>
                      <a:xfrm>
                        <a:off x="4000500" y="5000625"/>
                        <a:ext cx="4981575" cy="585788"/>
                      </a:xfrm>
                      <a:prstGeom prst="rect">
                        <a:avLst/>
                      </a:prstGeom>
                      <a:noFill/>
                      <a:ln w="38100">
                        <a:noFill/>
                        <a:miter/>
                      </a:ln>
                    </p:spPr>
                  </p:pic>
                </p:oleObj>
              </mc:Fallback>
            </mc:AlternateContent>
          </a:graphicData>
        </a:graphic>
      </p:graphicFrame>
      <p:grpSp>
        <p:nvGrpSpPr>
          <p:cNvPr id="2" name="Group 17"/>
          <p:cNvGrpSpPr/>
          <p:nvPr/>
        </p:nvGrpSpPr>
        <p:grpSpPr>
          <a:xfrm>
            <a:off x="3571875" y="500063"/>
            <a:ext cx="1905000" cy="1071562"/>
            <a:chOff x="4323" y="1920"/>
            <a:chExt cx="1200" cy="675"/>
          </a:xfrm>
        </p:grpSpPr>
        <p:sp>
          <p:nvSpPr>
            <p:cNvPr id="60423" name="Rectangle 15"/>
            <p:cNvSpPr/>
            <p:nvPr/>
          </p:nvSpPr>
          <p:spPr>
            <a:xfrm>
              <a:off x="4323" y="1920"/>
              <a:ext cx="1200" cy="67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sp>
          <p:nvSpPr>
            <p:cNvPr id="60424" name="AutoShape 16"/>
            <p:cNvSpPr/>
            <p:nvPr/>
          </p:nvSpPr>
          <p:spPr>
            <a:xfrm>
              <a:off x="4323" y="1965"/>
              <a:ext cx="1170" cy="630"/>
            </a:xfrm>
            <a:prstGeom prst="rtTriangle">
              <a:avLst/>
            </a:prstGeom>
            <a:solidFill>
              <a:srgbClr val="92D050"/>
            </a:solid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grpSp>
      <p:grpSp>
        <p:nvGrpSpPr>
          <p:cNvPr id="3" name="Group 17"/>
          <p:cNvGrpSpPr/>
          <p:nvPr/>
        </p:nvGrpSpPr>
        <p:grpSpPr>
          <a:xfrm>
            <a:off x="5857875" y="500063"/>
            <a:ext cx="1928813" cy="1066800"/>
            <a:chOff x="2748" y="1920"/>
            <a:chExt cx="1215" cy="672"/>
          </a:xfrm>
        </p:grpSpPr>
        <p:sp>
          <p:nvSpPr>
            <p:cNvPr id="60426" name="Rectangle 15"/>
            <p:cNvSpPr/>
            <p:nvPr/>
          </p:nvSpPr>
          <p:spPr>
            <a:xfrm>
              <a:off x="2748" y="1920"/>
              <a:ext cx="1200" cy="67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sp>
          <p:nvSpPr>
            <p:cNvPr id="60427" name="AutoShape 16"/>
            <p:cNvSpPr/>
            <p:nvPr/>
          </p:nvSpPr>
          <p:spPr>
            <a:xfrm rot="10800000">
              <a:off x="2793" y="1920"/>
              <a:ext cx="1170" cy="630"/>
            </a:xfrm>
            <a:prstGeom prst="rtTriangle">
              <a:avLst/>
            </a:prstGeom>
            <a:solidFill>
              <a:srgbClr val="7030A0"/>
            </a:solid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grpSp>
      <p:sp>
        <p:nvSpPr>
          <p:cNvPr id="30" name="Rectangle 15"/>
          <p:cNvSpPr/>
          <p:nvPr/>
        </p:nvSpPr>
        <p:spPr>
          <a:xfrm>
            <a:off x="1214438" y="500063"/>
            <a:ext cx="1905000" cy="106680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400" dirty="0">
              <a:latin typeface="Times New Roman" panose="02020603050405020304" pitchFamily="18" charset="0"/>
              <a:ea typeface="宋体" panose="02010600030101010101" pitchFamily="2" charset="-122"/>
            </a:endParaRPr>
          </a:p>
        </p:txBody>
      </p:sp>
      <p:cxnSp>
        <p:nvCxnSpPr>
          <p:cNvPr id="33" name="直接连接符 32"/>
          <p:cNvCxnSpPr/>
          <p:nvPr/>
        </p:nvCxnSpPr>
        <p:spPr>
          <a:xfrm>
            <a:off x="1214438" y="500063"/>
            <a:ext cx="1928812" cy="1071562"/>
          </a:xfrm>
          <a:prstGeom prst="line">
            <a:avLst/>
          </a:prstGeom>
          <a:ln w="31750" cap="flat" cmpd="sng">
            <a:solidFill>
              <a:srgbClr val="FFC000"/>
            </a:solidFill>
            <a:prstDash val="solid"/>
            <a:round/>
            <a:headEnd type="none" w="med" len="med"/>
            <a:tailEnd type="none" w="med" len="med"/>
          </a:ln>
        </p:spPr>
      </p:cxnSp>
      <p:sp>
        <p:nvSpPr>
          <p:cNvPr id="34" name="TextBox 33"/>
          <p:cNvSpPr txBox="1"/>
          <p:nvPr/>
        </p:nvSpPr>
        <p:spPr>
          <a:xfrm>
            <a:off x="785813" y="1928813"/>
            <a:ext cx="7215187" cy="584200"/>
          </a:xfrm>
          <a:prstGeom prst="rect">
            <a:avLst/>
          </a:prstGeom>
          <a:noFill/>
          <a:ln w="9525">
            <a:noFill/>
          </a:ln>
        </p:spPr>
        <p:txBody>
          <a:bodyPr anchor="t" anchorCtr="0">
            <a:spAutoFit/>
          </a:bodyPr>
          <a:p>
            <a:r>
              <a:rPr lang="en-US" altLang="zh-CN" sz="3200" b="1" i="1" dirty="0">
                <a:latin typeface="Times New Roman" panose="02020603050405020304" pitchFamily="18" charset="0"/>
                <a:ea typeface="宋体" panose="02010600030101010101" pitchFamily="2" charset="-122"/>
              </a:rPr>
              <a:t>A=        </a:t>
            </a:r>
            <a:r>
              <a:rPr lang="en-US" altLang="zh-CN" sz="3200" b="1" i="1" dirty="0">
                <a:solidFill>
                  <a:srgbClr val="FFC000"/>
                </a:solidFill>
                <a:latin typeface="Times New Roman" panose="02020603050405020304" pitchFamily="18" charset="0"/>
                <a:ea typeface="宋体" panose="02010600030101010101" pitchFamily="2" charset="-122"/>
              </a:rPr>
              <a:t>D</a:t>
            </a:r>
            <a:r>
              <a:rPr lang="en-US" altLang="zh-CN" sz="3200" b="1" i="1" dirty="0">
                <a:latin typeface="Times New Roman" panose="02020603050405020304" pitchFamily="18" charset="0"/>
                <a:ea typeface="宋体" panose="02010600030101010101" pitchFamily="2" charset="-122"/>
              </a:rPr>
              <a:t>                  </a:t>
            </a:r>
            <a:r>
              <a:rPr lang="en-US" altLang="zh-CN" sz="3200" b="1" i="1" dirty="0">
                <a:solidFill>
                  <a:srgbClr val="92D050"/>
                </a:solidFill>
                <a:latin typeface="Times New Roman" panose="02020603050405020304" pitchFamily="18" charset="0"/>
                <a:ea typeface="宋体" panose="02010600030101010101" pitchFamily="2" charset="-122"/>
              </a:rPr>
              <a:t>-L                  </a:t>
            </a:r>
            <a:r>
              <a:rPr lang="en-US" altLang="zh-CN" sz="3200" b="1" i="1" dirty="0">
                <a:solidFill>
                  <a:srgbClr val="7030A0"/>
                </a:solidFill>
                <a:latin typeface="Times New Roman" panose="02020603050405020304" pitchFamily="18" charset="0"/>
                <a:ea typeface="宋体" panose="02010600030101010101" pitchFamily="2" charset="-122"/>
              </a:rPr>
              <a:t>-U</a:t>
            </a:r>
            <a:endParaRPr lang="zh-CN" altLang="en-US" sz="3200" b="1" i="1" dirty="0">
              <a:solidFill>
                <a:srgbClr val="7030A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5" dur="5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5" name="图片 1"/>
          <p:cNvPicPr>
            <a:picLocks noChangeAspect="1"/>
          </p:cNvPicPr>
          <p:nvPr/>
        </p:nvPicPr>
        <p:blipFill>
          <a:blip r:embed="rId1"/>
          <a:stretch>
            <a:fillRect/>
          </a:stretch>
        </p:blipFill>
        <p:spPr>
          <a:xfrm>
            <a:off x="661988" y="498475"/>
            <a:ext cx="7459662" cy="5654675"/>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7"/>
          <p:cNvSpPr/>
          <p:nvPr/>
        </p:nvSpPr>
        <p:spPr>
          <a:xfrm>
            <a:off x="381000" y="174625"/>
            <a:ext cx="8763000" cy="1570038"/>
          </a:xfrm>
          <a:prstGeom prst="rect">
            <a:avLst/>
          </a:prstGeom>
          <a:noFill/>
          <a:ln w="9525">
            <a:noFill/>
          </a:ln>
        </p:spPr>
        <p:txBody>
          <a:bodyPr anchor="t" anchorCtr="0">
            <a:spAutoFit/>
          </a:bodyPr>
          <a:p>
            <a:pPr>
              <a:buFont typeface="Arial" panose="020B0604020202020204" pitchFamily="34" charset="0"/>
            </a:pPr>
            <a:r>
              <a:rPr lang="zh-CN" altLang="en-US" sz="3200" dirty="0">
                <a:solidFill>
                  <a:srgbClr val="0070C0"/>
                </a:solidFill>
                <a:latin typeface="Times New Roman" panose="02020603050405020304" pitchFamily="18" charset="0"/>
                <a:ea typeface="黑体" panose="02010609060101010101" pitchFamily="49" charset="-122"/>
              </a:rPr>
              <a:t>定理</a:t>
            </a:r>
            <a:r>
              <a:rPr lang="en-US" altLang="zh-CN" sz="3200" dirty="0">
                <a:solidFill>
                  <a:srgbClr val="0070C0"/>
                </a:solidFill>
                <a:latin typeface="Times New Roman" panose="02020603050405020304" pitchFamily="18" charset="0"/>
                <a:ea typeface="黑体" panose="02010609060101010101" pitchFamily="49" charset="-122"/>
              </a:rPr>
              <a:t> </a:t>
            </a:r>
            <a:r>
              <a:rPr lang="zh-CN" altLang="en-US" sz="3200" dirty="0">
                <a:latin typeface="Times New Roman" panose="02020603050405020304" pitchFamily="18" charset="0"/>
                <a:ea typeface="黑体" panose="02010609060101010101" pitchFamily="49" charset="-122"/>
              </a:rPr>
              <a:t>对</a:t>
            </a:r>
            <a:r>
              <a:rPr lang="zh-CN" altLang="en-US" sz="3200" dirty="0">
                <a:solidFill>
                  <a:srgbClr val="7030A0"/>
                </a:solidFill>
                <a:latin typeface="Times New Roman" panose="02020603050405020304" pitchFamily="18" charset="0"/>
                <a:ea typeface="黑体" panose="02010609060101010101" pitchFamily="49" charset="-122"/>
              </a:rPr>
              <a:t>任意的</a:t>
            </a:r>
            <a:r>
              <a:rPr lang="en-US" altLang="zh-CN" sz="3200" i="1" dirty="0">
                <a:solidFill>
                  <a:srgbClr val="7030A0"/>
                </a:solidFill>
                <a:latin typeface="Times New Roman" panose="02020603050405020304" pitchFamily="18" charset="0"/>
                <a:ea typeface="黑体" panose="02010609060101010101" pitchFamily="49" charset="-122"/>
              </a:rPr>
              <a:t>f</a:t>
            </a:r>
            <a:r>
              <a:rPr lang="zh-CN" altLang="en-US" sz="3200" dirty="0">
                <a:latin typeface="Times New Roman" panose="02020603050405020304" pitchFamily="18" charset="0"/>
                <a:ea typeface="黑体" panose="02010609060101010101" pitchFamily="49" charset="-122"/>
              </a:rPr>
              <a:t>和</a:t>
            </a:r>
            <a:r>
              <a:rPr lang="zh-CN" altLang="en-US" sz="3200" dirty="0">
                <a:solidFill>
                  <a:srgbClr val="7030A0"/>
                </a:solidFill>
                <a:latin typeface="Times New Roman" panose="02020603050405020304" pitchFamily="18" charset="0"/>
                <a:ea typeface="黑体" panose="02010609060101010101" pitchFamily="49" charset="-122"/>
              </a:rPr>
              <a:t>任意的初始向量</a:t>
            </a:r>
            <a:r>
              <a:rPr lang="en-US" altLang="zh-CN" sz="3200" i="1" dirty="0">
                <a:solidFill>
                  <a:srgbClr val="7030A0"/>
                </a:solidFill>
                <a:latin typeface="Times New Roman" panose="02020603050405020304" pitchFamily="18" charset="0"/>
                <a:ea typeface="黑体" panose="02010609060101010101" pitchFamily="49" charset="-122"/>
              </a:rPr>
              <a:t>x</a:t>
            </a:r>
            <a:r>
              <a:rPr lang="en-US" altLang="zh-CN" sz="3200" baseline="30000" dirty="0">
                <a:solidFill>
                  <a:srgbClr val="7030A0"/>
                </a:solidFill>
                <a:latin typeface="Times New Roman" panose="02020603050405020304" pitchFamily="18" charset="0"/>
                <a:ea typeface="黑体" panose="02010609060101010101" pitchFamily="49" charset="-122"/>
              </a:rPr>
              <a:t>(0)</a:t>
            </a:r>
            <a:r>
              <a:rPr lang="zh-CN" altLang="en-US" sz="3200" dirty="0">
                <a:latin typeface="Times New Roman" panose="02020603050405020304" pitchFamily="18" charset="0"/>
                <a:ea typeface="黑体" panose="02010609060101010101" pitchFamily="49" charset="-122"/>
              </a:rPr>
              <a:t>迭代法</a:t>
            </a:r>
            <a:r>
              <a:rPr lang="zh-CN" altLang="en-US"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x</a:t>
            </a:r>
            <a:r>
              <a:rPr lang="en-US" altLang="zh-CN" sz="3200" baseline="30000" dirty="0">
                <a:latin typeface="Times New Roman" panose="02020603050405020304" pitchFamily="18" charset="0"/>
                <a:ea typeface="宋体" panose="02010600030101010101" pitchFamily="2" charset="-122"/>
              </a:rPr>
              <a:t>(</a:t>
            </a:r>
            <a:r>
              <a:rPr lang="en-US" altLang="zh-CN" sz="3200" i="1" baseline="30000" dirty="0">
                <a:latin typeface="Times New Roman" panose="02020603050405020304" pitchFamily="18" charset="0"/>
                <a:ea typeface="宋体" panose="02010600030101010101" pitchFamily="2" charset="-122"/>
              </a:rPr>
              <a:t>k</a:t>
            </a:r>
            <a:r>
              <a:rPr lang="en-US" altLang="zh-CN" sz="3200" baseline="30000" dirty="0">
                <a:latin typeface="Times New Roman" panose="02020603050405020304" pitchFamily="18" charset="0"/>
                <a:ea typeface="宋体" panose="02010600030101010101" pitchFamily="2" charset="-122"/>
              </a:rPr>
              <a:t>+1)</a:t>
            </a:r>
            <a:r>
              <a:rPr lang="en-US" altLang="zh-CN" sz="3200" i="1" dirty="0">
                <a:latin typeface="Times New Roman" panose="02020603050405020304" pitchFamily="18" charset="0"/>
                <a:ea typeface="宋体" panose="02010600030101010101" pitchFamily="2" charset="-122"/>
              </a:rPr>
              <a:t> =Bx</a:t>
            </a:r>
            <a:r>
              <a:rPr lang="en-US" altLang="zh-CN" sz="3200" baseline="30000" dirty="0">
                <a:latin typeface="Times New Roman" panose="02020603050405020304" pitchFamily="18" charset="0"/>
                <a:ea typeface="宋体" panose="02010600030101010101" pitchFamily="2" charset="-122"/>
              </a:rPr>
              <a:t>(</a:t>
            </a:r>
            <a:r>
              <a:rPr lang="en-US" altLang="zh-CN" sz="3200" i="1" baseline="30000" dirty="0">
                <a:latin typeface="Times New Roman" panose="02020603050405020304" pitchFamily="18" charset="0"/>
                <a:ea typeface="宋体" panose="02010600030101010101" pitchFamily="2" charset="-122"/>
              </a:rPr>
              <a:t>k</a:t>
            </a:r>
            <a:r>
              <a:rPr lang="en-US" altLang="zh-CN" sz="3200" baseline="300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f</a:t>
            </a:r>
            <a:r>
              <a:rPr lang="en-US" altLang="zh-CN" sz="3200" dirty="0">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黑体" panose="02010609060101010101" pitchFamily="49" charset="-122"/>
              </a:rPr>
              <a:t>收敛的</a:t>
            </a:r>
            <a:r>
              <a:rPr lang="zh-CN" altLang="en-US" sz="3200" dirty="0">
                <a:solidFill>
                  <a:srgbClr val="7030A0"/>
                </a:solidFill>
                <a:latin typeface="Times New Roman" panose="02020603050405020304" pitchFamily="18" charset="0"/>
                <a:ea typeface="黑体" panose="02010609060101010101" pitchFamily="49" charset="-122"/>
              </a:rPr>
              <a:t>充分必要</a:t>
            </a:r>
            <a:r>
              <a:rPr lang="zh-CN" altLang="en-US" sz="3200" dirty="0">
                <a:latin typeface="Times New Roman" panose="02020603050405020304" pitchFamily="18" charset="0"/>
                <a:ea typeface="黑体" panose="02010609060101010101" pitchFamily="49" charset="-122"/>
              </a:rPr>
              <a:t>条件是</a:t>
            </a:r>
            <a:endParaRPr lang="en-US" altLang="zh-CN" sz="3200" dirty="0">
              <a:latin typeface="Times New Roman" panose="02020603050405020304" pitchFamily="18" charset="0"/>
              <a:ea typeface="黑体" panose="02010609060101010101" pitchFamily="49" charset="-122"/>
            </a:endParaRPr>
          </a:p>
          <a:p>
            <a:pPr>
              <a:buFont typeface="Arial" panose="020B0604020202020204" pitchFamily="34" charset="0"/>
            </a:pPr>
            <a:endParaRPr lang="zh-CN" altLang="en-US" sz="3200" dirty="0">
              <a:latin typeface="Times New Roman" panose="02020603050405020304" pitchFamily="18" charset="0"/>
              <a:ea typeface="黑体" panose="02010609060101010101" pitchFamily="49" charset="-122"/>
            </a:endParaRPr>
          </a:p>
        </p:txBody>
      </p:sp>
      <p:sp>
        <p:nvSpPr>
          <p:cNvPr id="13" name="矩形 12"/>
          <p:cNvSpPr/>
          <p:nvPr/>
        </p:nvSpPr>
        <p:spPr>
          <a:xfrm>
            <a:off x="3132138" y="1293178"/>
            <a:ext cx="2071687" cy="642937"/>
          </a:xfrm>
          <a:prstGeom prst="rect">
            <a:avLst/>
          </a:prstGeom>
          <a:noFill/>
          <a:ln w="9525" cap="flat" cmpd="sng">
            <a:solidFill>
              <a:srgbClr val="FF0000"/>
            </a:solidFill>
            <a:prstDash val="solid"/>
            <a:round/>
            <a:headEnd type="none" w="med" len="med"/>
            <a:tailEnd type="none" w="med" len="med"/>
          </a:ln>
        </p:spPr>
        <p:txBody>
          <a:bodyPr anchor="t" anchorCtr="0"/>
          <a:p>
            <a:pPr>
              <a:buFont typeface="Arial" panose="020B0604020202020204" pitchFamily="34" charset="0"/>
            </a:pPr>
            <a:endParaRPr lang="zh-CN" altLang="en-US" dirty="0">
              <a:latin typeface="Times New Roman" panose="02020603050405020304" pitchFamily="18" charset="0"/>
              <a:ea typeface="宋体" panose="02010600030101010101" pitchFamily="2" charset="-122"/>
            </a:endParaRPr>
          </a:p>
        </p:txBody>
      </p:sp>
      <p:graphicFrame>
        <p:nvGraphicFramePr>
          <p:cNvPr id="6" name="Object 12"/>
          <p:cNvGraphicFramePr/>
          <p:nvPr/>
        </p:nvGraphicFramePr>
        <p:xfrm>
          <a:off x="3319939" y="1268730"/>
          <a:ext cx="1696085" cy="692150"/>
        </p:xfrm>
        <a:graphic>
          <a:graphicData uri="http://schemas.openxmlformats.org/presentationml/2006/ole">
            <mc:AlternateContent xmlns:mc="http://schemas.openxmlformats.org/markup-compatibility/2006">
              <mc:Choice xmlns:v="urn:schemas-microsoft-com:vml" Requires="v">
                <p:oleObj spid="_x0000_s3077" name="" r:id="rId1" imgW="901700" imgH="368300" progId="Equation.DSMT4">
                  <p:embed/>
                </p:oleObj>
              </mc:Choice>
              <mc:Fallback>
                <p:oleObj name="" r:id="rId1" imgW="901700" imgH="368300" progId="Equation.DSMT4">
                  <p:embed/>
                  <p:pic>
                    <p:nvPicPr>
                      <p:cNvPr id="0" name="图片 3076"/>
                      <p:cNvPicPr/>
                      <p:nvPr/>
                    </p:nvPicPr>
                    <p:blipFill>
                      <a:blip r:embed="rId2"/>
                      <a:stretch>
                        <a:fillRect/>
                      </a:stretch>
                    </p:blipFill>
                    <p:spPr>
                      <a:xfrm>
                        <a:off x="3319939" y="1268730"/>
                        <a:ext cx="1696085" cy="692150"/>
                      </a:xfrm>
                      <a:prstGeom prst="rect">
                        <a:avLst/>
                      </a:prstGeom>
                      <a:noFill/>
                      <a:ln w="38100">
                        <a:noFill/>
                        <a:miter/>
                      </a:ln>
                    </p:spPr>
                  </p:pic>
                </p:oleObj>
              </mc:Fallback>
            </mc:AlternateContent>
          </a:graphicData>
        </a:graphic>
      </p:graphicFrame>
      <p:pic>
        <p:nvPicPr>
          <p:cNvPr id="3" name="图片 2"/>
          <p:cNvPicPr>
            <a:picLocks noChangeAspect="1"/>
          </p:cNvPicPr>
          <p:nvPr/>
        </p:nvPicPr>
        <p:blipFill>
          <a:blip r:embed="rId3"/>
          <a:stretch>
            <a:fillRect/>
          </a:stretch>
        </p:blipFill>
        <p:spPr>
          <a:xfrm>
            <a:off x="1043940" y="2060575"/>
            <a:ext cx="6477000" cy="3171825"/>
          </a:xfrm>
          <a:prstGeom prst="rect">
            <a:avLst/>
          </a:prstGeom>
        </p:spPr>
      </p:pic>
      <p:pic>
        <p:nvPicPr>
          <p:cNvPr id="4" name="图片 3"/>
          <p:cNvPicPr>
            <a:picLocks noChangeAspect="1"/>
          </p:cNvPicPr>
          <p:nvPr/>
        </p:nvPicPr>
        <p:blipFill>
          <a:blip r:embed="rId4"/>
          <a:stretch>
            <a:fillRect/>
          </a:stretch>
        </p:blipFill>
        <p:spPr>
          <a:xfrm>
            <a:off x="3529965" y="5547995"/>
            <a:ext cx="1276350" cy="3714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72185" y="548640"/>
            <a:ext cx="6525260" cy="266382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Object 2"/>
          <p:cNvGraphicFramePr/>
          <p:nvPr/>
        </p:nvGraphicFramePr>
        <p:xfrm>
          <a:off x="1633538" y="1646238"/>
          <a:ext cx="2000250" cy="1052512"/>
        </p:xfrm>
        <a:graphic>
          <a:graphicData uri="http://schemas.openxmlformats.org/presentationml/2006/ole">
            <mc:AlternateContent xmlns:mc="http://schemas.openxmlformats.org/markup-compatibility/2006">
              <mc:Choice xmlns:v="urn:schemas-microsoft-com:vml" Requires="v">
                <p:oleObj spid="_x0000_s3083" name="" r:id="rId1" imgW="1132840" imgH="598170" progId="Equation.DSMT4">
                  <p:embed/>
                </p:oleObj>
              </mc:Choice>
              <mc:Fallback>
                <p:oleObj name="" r:id="rId1" imgW="1132840" imgH="598170" progId="Equation.DSMT4">
                  <p:embed/>
                  <p:pic>
                    <p:nvPicPr>
                      <p:cNvPr id="0" name="图片 3082"/>
                      <p:cNvPicPr/>
                      <p:nvPr/>
                    </p:nvPicPr>
                    <p:blipFill>
                      <a:blip r:embed="rId2"/>
                      <a:stretch>
                        <a:fillRect/>
                      </a:stretch>
                    </p:blipFill>
                    <p:spPr>
                      <a:xfrm>
                        <a:off x="1633538" y="1646238"/>
                        <a:ext cx="2000250" cy="1052512"/>
                      </a:xfrm>
                      <a:prstGeom prst="rect">
                        <a:avLst/>
                      </a:prstGeom>
                      <a:noFill/>
                      <a:ln w="38100">
                        <a:noFill/>
                        <a:miter/>
                      </a:ln>
                    </p:spPr>
                  </p:pic>
                </p:oleObj>
              </mc:Fallback>
            </mc:AlternateContent>
          </a:graphicData>
        </a:graphic>
      </p:graphicFrame>
      <p:graphicFrame>
        <p:nvGraphicFramePr>
          <p:cNvPr id="3" name="Object 3"/>
          <p:cNvGraphicFramePr/>
          <p:nvPr/>
        </p:nvGraphicFramePr>
        <p:xfrm>
          <a:off x="1701800" y="3567113"/>
          <a:ext cx="1931988" cy="1052512"/>
        </p:xfrm>
        <a:graphic>
          <a:graphicData uri="http://schemas.openxmlformats.org/presentationml/2006/ole">
            <mc:AlternateContent xmlns:mc="http://schemas.openxmlformats.org/markup-compatibility/2006">
              <mc:Choice xmlns:v="urn:schemas-microsoft-com:vml" Requires="v">
                <p:oleObj spid="_x0000_s3086" name="" r:id="rId3" imgW="1094740" imgH="598170" progId="Equation.DSMT4">
                  <p:embed/>
                </p:oleObj>
              </mc:Choice>
              <mc:Fallback>
                <p:oleObj name="" r:id="rId3" imgW="1094740" imgH="598170" progId="Equation.DSMT4">
                  <p:embed/>
                  <p:pic>
                    <p:nvPicPr>
                      <p:cNvPr id="0" name="图片 3085"/>
                      <p:cNvPicPr/>
                      <p:nvPr/>
                    </p:nvPicPr>
                    <p:blipFill>
                      <a:blip r:embed="rId4"/>
                      <a:stretch>
                        <a:fillRect/>
                      </a:stretch>
                    </p:blipFill>
                    <p:spPr>
                      <a:xfrm>
                        <a:off x="1701800" y="3567113"/>
                        <a:ext cx="1931988" cy="1052512"/>
                      </a:xfrm>
                      <a:prstGeom prst="rect">
                        <a:avLst/>
                      </a:prstGeom>
                      <a:noFill/>
                      <a:ln w="38100">
                        <a:noFill/>
                        <a:miter/>
                      </a:ln>
                    </p:spPr>
                  </p:pic>
                </p:oleObj>
              </mc:Fallback>
            </mc:AlternateContent>
          </a:graphicData>
        </a:graphic>
      </p:graphicFrame>
      <p:graphicFrame>
        <p:nvGraphicFramePr>
          <p:cNvPr id="7" name="Object 6"/>
          <p:cNvGraphicFramePr/>
          <p:nvPr/>
        </p:nvGraphicFramePr>
        <p:xfrm>
          <a:off x="5346700" y="3511550"/>
          <a:ext cx="2571750" cy="1028700"/>
        </p:xfrm>
        <a:graphic>
          <a:graphicData uri="http://schemas.openxmlformats.org/presentationml/2006/ole">
            <mc:AlternateContent xmlns:mc="http://schemas.openxmlformats.org/markup-compatibility/2006">
              <mc:Choice xmlns:v="urn:schemas-microsoft-com:vml" Requires="v">
                <p:oleObj spid="_x0000_s3087" name="" r:id="rId5" imgW="1549400" imgH="622300" progId="Equation.DSMT4">
                  <p:embed/>
                </p:oleObj>
              </mc:Choice>
              <mc:Fallback>
                <p:oleObj name="" r:id="rId5" imgW="1549400" imgH="622300" progId="Equation.DSMT4">
                  <p:embed/>
                  <p:pic>
                    <p:nvPicPr>
                      <p:cNvPr id="0" name="图片 3086"/>
                      <p:cNvPicPr/>
                      <p:nvPr/>
                    </p:nvPicPr>
                    <p:blipFill>
                      <a:blip r:embed="rId6"/>
                      <a:stretch>
                        <a:fillRect/>
                      </a:stretch>
                    </p:blipFill>
                    <p:spPr>
                      <a:xfrm>
                        <a:off x="5346700" y="3511550"/>
                        <a:ext cx="2571750" cy="1028700"/>
                      </a:xfrm>
                      <a:prstGeom prst="rect">
                        <a:avLst/>
                      </a:prstGeom>
                      <a:noFill/>
                      <a:ln w="38100">
                        <a:noFill/>
                        <a:miter/>
                      </a:ln>
                    </p:spPr>
                  </p:pic>
                </p:oleObj>
              </mc:Fallback>
            </mc:AlternateContent>
          </a:graphicData>
        </a:graphic>
      </p:graphicFrame>
      <p:graphicFrame>
        <p:nvGraphicFramePr>
          <p:cNvPr id="6" name="Object 2"/>
          <p:cNvGraphicFramePr/>
          <p:nvPr/>
        </p:nvGraphicFramePr>
        <p:xfrm>
          <a:off x="5346700" y="1744663"/>
          <a:ext cx="2378075" cy="1095375"/>
        </p:xfrm>
        <a:graphic>
          <a:graphicData uri="http://schemas.openxmlformats.org/presentationml/2006/ole">
            <mc:AlternateContent xmlns:mc="http://schemas.openxmlformats.org/markup-compatibility/2006">
              <mc:Choice xmlns:v="urn:schemas-microsoft-com:vml" Requires="v">
                <p:oleObj spid="_x0000_s3088" name="" r:id="rId7" imgW="1346200" imgH="622300" progId="Equation.DSMT4">
                  <p:embed/>
                </p:oleObj>
              </mc:Choice>
              <mc:Fallback>
                <p:oleObj name="" r:id="rId7" imgW="1346200" imgH="622300" progId="Equation.DSMT4">
                  <p:embed/>
                  <p:pic>
                    <p:nvPicPr>
                      <p:cNvPr id="0" name="图片 3087"/>
                      <p:cNvPicPr/>
                      <p:nvPr/>
                    </p:nvPicPr>
                    <p:blipFill>
                      <a:blip r:embed="rId8"/>
                      <a:stretch>
                        <a:fillRect/>
                      </a:stretch>
                    </p:blipFill>
                    <p:spPr>
                      <a:xfrm>
                        <a:off x="5346700" y="1744663"/>
                        <a:ext cx="2378075" cy="10953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7" name="Text Box 1026"/>
          <p:cNvSpPr txBox="1"/>
          <p:nvPr/>
        </p:nvSpPr>
        <p:spPr>
          <a:xfrm>
            <a:off x="251143" y="404495"/>
            <a:ext cx="8458200" cy="1323975"/>
          </a:xfrm>
          <a:prstGeom prst="rect">
            <a:avLst/>
          </a:prstGeom>
          <a:noFill/>
          <a:ln w="9525">
            <a:noFill/>
          </a:ln>
        </p:spPr>
        <p:txBody>
          <a:bodyPr anchor="t" anchorCtr="0">
            <a:spAutoFit/>
          </a:bodyPr>
          <a:p>
            <a:pPr>
              <a:spcBef>
                <a:spcPct val="50000"/>
              </a:spcBef>
              <a:buFont typeface="Arial" panose="020B0604020202020204" pitchFamily="34" charset="0"/>
            </a:pPr>
            <a:r>
              <a:rPr lang="zh-CN" altLang="en-US" sz="3200" dirty="0">
                <a:solidFill>
                  <a:schemeClr val="accent2"/>
                </a:solidFill>
                <a:latin typeface="Times New Roman" panose="02020603050405020304" pitchFamily="18" charset="0"/>
                <a:ea typeface="黑体" panose="02010609060101010101" pitchFamily="49" charset="-122"/>
              </a:rPr>
              <a:t>引理</a:t>
            </a:r>
            <a:endParaRPr lang="en-US" altLang="zh-CN" sz="3200" i="1" dirty="0">
              <a:latin typeface="Times New Roman" panose="02020603050405020304" pitchFamily="18" charset="0"/>
              <a:ea typeface="宋体" panose="02010600030101010101" pitchFamily="2" charset="-122"/>
              <a:sym typeface="Wingdings" panose="05000000000000000000" pitchFamily="2" charset="2"/>
            </a:endParaRPr>
          </a:p>
          <a:p>
            <a:pPr>
              <a:spcBef>
                <a:spcPct val="50000"/>
              </a:spcBef>
              <a:buFont typeface="Arial" panose="020B0604020202020204" pitchFamily="34" charset="0"/>
            </a:pPr>
            <a:r>
              <a:rPr lang="en-US" altLang="zh-CN" sz="3200" i="1" dirty="0">
                <a:latin typeface="Times New Roman" panose="02020603050405020304" pitchFamily="18" charset="0"/>
                <a:ea typeface="宋体" panose="02010600030101010101" pitchFamily="2" charset="-122"/>
                <a:sym typeface="Wingdings" panose="05000000000000000000" pitchFamily="2" charset="2"/>
              </a:rPr>
              <a:t>        </a:t>
            </a:r>
            <a:endParaRPr lang="en-US" altLang="zh-CN" sz="3200" dirty="0">
              <a:latin typeface="Times New Roman" panose="02020603050405020304" pitchFamily="18" charset="0"/>
              <a:ea typeface="宋体" panose="02010600030101010101" pitchFamily="2" charset="-122"/>
            </a:endParaRPr>
          </a:p>
        </p:txBody>
      </p:sp>
      <p:graphicFrame>
        <p:nvGraphicFramePr>
          <p:cNvPr id="23555" name="Object 3"/>
          <p:cNvGraphicFramePr/>
          <p:nvPr/>
        </p:nvGraphicFramePr>
        <p:xfrm>
          <a:off x="1475899" y="404336"/>
          <a:ext cx="7071995" cy="2033905"/>
        </p:xfrm>
        <a:graphic>
          <a:graphicData uri="http://schemas.openxmlformats.org/presentationml/2006/ole">
            <mc:AlternateContent xmlns:mc="http://schemas.openxmlformats.org/markup-compatibility/2006">
              <mc:Choice xmlns:v="urn:schemas-microsoft-com:vml" Requires="v">
                <p:oleObj spid="_x0000_s3084" name="" r:id="rId1" imgW="3745865" imgH="1079500" progId="Equation.DSMT4">
                  <p:embed/>
                </p:oleObj>
              </mc:Choice>
              <mc:Fallback>
                <p:oleObj name="" r:id="rId1" imgW="3745865" imgH="1079500" progId="Equation.DSMT4">
                  <p:embed/>
                  <p:pic>
                    <p:nvPicPr>
                      <p:cNvPr id="0" name="图片 3083"/>
                      <p:cNvPicPr/>
                      <p:nvPr/>
                    </p:nvPicPr>
                    <p:blipFill>
                      <a:blip r:embed="rId2"/>
                      <a:stretch>
                        <a:fillRect/>
                      </a:stretch>
                    </p:blipFill>
                    <p:spPr>
                      <a:xfrm>
                        <a:off x="1475899" y="404336"/>
                        <a:ext cx="7071995" cy="203390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57"/>
                                        </p:tgtEl>
                                        <p:attrNameLst>
                                          <p:attrName>style.visibility</p:attrName>
                                        </p:attrNameLst>
                                      </p:cBhvr>
                                      <p:to>
                                        <p:strVal val="visible"/>
                                      </p:to>
                                    </p:set>
                                    <p:anim calcmode="lin" valueType="num">
                                      <p:cBhvr additive="base">
                                        <p:cTn id="7" dur="500" fill="hold"/>
                                        <p:tgtEl>
                                          <p:spTgt spid="2057"/>
                                        </p:tgtEl>
                                        <p:attrNameLst>
                                          <p:attrName>ppt_x</p:attrName>
                                        </p:attrNameLst>
                                      </p:cBhvr>
                                      <p:tavLst>
                                        <p:tav tm="0">
                                          <p:val>
                                            <p:strVal val="0-#ppt_w/2"/>
                                          </p:val>
                                        </p:tav>
                                        <p:tav tm="100000">
                                          <p:val>
                                            <p:strVal val="#ppt_x"/>
                                          </p:val>
                                        </p:tav>
                                      </p:tavLst>
                                    </p:anim>
                                    <p:anim calcmode="lin" valueType="num">
                                      <p:cBhvr additive="base">
                                        <p:cTn id="8" dur="500" fill="hold"/>
                                        <p:tgtEl>
                                          <p:spTgt spid="20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3555"/>
                                        </p:tgtEl>
                                        <p:attrNameLst>
                                          <p:attrName>style.visibility</p:attrName>
                                        </p:attrNameLst>
                                      </p:cBhvr>
                                      <p:to>
                                        <p:strVal val="visible"/>
                                      </p:to>
                                    </p:set>
                                    <p:animEffect transition="in" filter="wipe(left)">
                                      <p:cBhvr>
                                        <p:cTn id="13" dur="500"/>
                                        <p:tgtEl>
                                          <p:spTgt spid="23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Text Box 1026"/>
          <p:cNvSpPr txBox="1"/>
          <p:nvPr/>
        </p:nvSpPr>
        <p:spPr>
          <a:xfrm>
            <a:off x="381000" y="304800"/>
            <a:ext cx="8458200" cy="1077913"/>
          </a:xfrm>
          <a:prstGeom prst="rect">
            <a:avLst/>
          </a:prstGeom>
          <a:noFill/>
          <a:ln w="9525">
            <a:noFill/>
          </a:ln>
        </p:spPr>
        <p:txBody>
          <a:bodyPr anchor="t" anchorCtr="0">
            <a:spAutoFit/>
          </a:bodyPr>
          <a:p>
            <a:pPr>
              <a:spcBef>
                <a:spcPct val="50000"/>
              </a:spcBef>
              <a:buFont typeface="Arial" panose="020B0604020202020204" pitchFamily="34" charset="0"/>
            </a:pPr>
            <a:r>
              <a:rPr lang="zh-CN" altLang="en-US" sz="3200" dirty="0">
                <a:solidFill>
                  <a:schemeClr val="accent2"/>
                </a:solidFill>
                <a:latin typeface="Times New Roman" panose="02020603050405020304" pitchFamily="18" charset="0"/>
                <a:ea typeface="黑体" panose="02010609060101010101" pitchFamily="49" charset="-122"/>
              </a:rPr>
              <a:t>      </a:t>
            </a:r>
            <a:r>
              <a:rPr lang="zh-CN" altLang="en-US" sz="3200" dirty="0">
                <a:latin typeface="黑体" panose="02010609060101010101" pitchFamily="49" charset="-122"/>
                <a:ea typeface="黑体" panose="02010609060101010101" pitchFamily="49" charset="-122"/>
              </a:rPr>
              <a:t>谱半径小于</a:t>
            </a:r>
            <a:r>
              <a:rPr lang="en-US" altLang="zh-CN" sz="3200" dirty="0">
                <a:latin typeface="Times New Roman" panose="02020603050405020304" pitchFamily="18" charset="0"/>
                <a:ea typeface="宋体" panose="02010600030101010101" pitchFamily="2" charset="-122"/>
              </a:rPr>
              <a:t>1</a:t>
            </a:r>
            <a:r>
              <a:rPr lang="zh-CN" altLang="en-US" sz="3200" dirty="0">
                <a:latin typeface="黑体" panose="02010609060101010101" pitchFamily="49" charset="-122"/>
                <a:ea typeface="黑体" panose="02010609060101010101" pitchFamily="49" charset="-122"/>
              </a:rPr>
              <a:t>是迭代收敛的充要条件</a:t>
            </a:r>
            <a:r>
              <a:rPr lang="en-US" altLang="zh-CN" sz="3200" dirty="0">
                <a:latin typeface="Times New Roman" panose="02020603050405020304" pitchFamily="18" charset="0"/>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但它不易计算</a:t>
            </a:r>
            <a:r>
              <a:rPr lang="en-US" altLang="zh-CN" sz="3200" dirty="0">
                <a:latin typeface="Times New Roman" panose="02020603050405020304" pitchFamily="18" charset="0"/>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所以在实际使用中通常并不好用</a:t>
            </a:r>
            <a:r>
              <a:rPr lang="zh-CN" altLang="en-US" sz="3200" dirty="0">
                <a:latin typeface="Times New Roman" panose="02020603050405020304" pitchFamily="18" charset="0"/>
                <a:ea typeface="宋体" panose="02010600030101010101" pitchFamily="2" charset="-122"/>
              </a:rPr>
              <a:t>。</a:t>
            </a:r>
            <a:endParaRPr lang="en-US" altLang="zh-CN" sz="3200" dirty="0">
              <a:latin typeface="Times New Roman" panose="02020603050405020304" pitchFamily="18" charset="0"/>
              <a:ea typeface="宋体" panose="02010600030101010101" pitchFamily="2" charset="-122"/>
            </a:endParaRPr>
          </a:p>
        </p:txBody>
      </p:sp>
      <p:graphicFrame>
        <p:nvGraphicFramePr>
          <p:cNvPr id="6146" name="Object 8"/>
          <p:cNvGraphicFramePr/>
          <p:nvPr/>
        </p:nvGraphicFramePr>
        <p:xfrm>
          <a:off x="1150938" y="1571625"/>
          <a:ext cx="7143750" cy="661988"/>
        </p:xfrm>
        <a:graphic>
          <a:graphicData uri="http://schemas.openxmlformats.org/presentationml/2006/ole">
            <mc:AlternateContent xmlns:mc="http://schemas.openxmlformats.org/markup-compatibility/2006">
              <mc:Choice xmlns:v="urn:schemas-microsoft-com:vml" Requires="v">
                <p:oleObj spid="_x0000_s3272" name="" r:id="rId1" imgW="3159760" imgH="304800" progId="Equation.DSMT4">
                  <p:embed/>
                </p:oleObj>
              </mc:Choice>
              <mc:Fallback>
                <p:oleObj name="" r:id="rId1" imgW="3159760" imgH="304800" progId="Equation.DSMT4">
                  <p:embed/>
                  <p:pic>
                    <p:nvPicPr>
                      <p:cNvPr id="0" name="图片 3271"/>
                      <p:cNvPicPr/>
                      <p:nvPr/>
                    </p:nvPicPr>
                    <p:blipFill>
                      <a:blip r:embed="rId2"/>
                      <a:stretch>
                        <a:fillRect/>
                      </a:stretch>
                    </p:blipFill>
                    <p:spPr>
                      <a:xfrm>
                        <a:off x="1150938" y="1571625"/>
                        <a:ext cx="7143750" cy="661988"/>
                      </a:xfrm>
                      <a:prstGeom prst="rect">
                        <a:avLst/>
                      </a:prstGeom>
                      <a:noFill/>
                      <a:ln w="38100">
                        <a:noFill/>
                        <a:miter/>
                      </a:ln>
                    </p:spPr>
                  </p:pic>
                </p:oleObj>
              </mc:Fallback>
            </mc:AlternateContent>
          </a:graphicData>
        </a:graphic>
      </p:graphicFrame>
      <p:sp>
        <p:nvSpPr>
          <p:cNvPr id="4100" name="Rectangle 7"/>
          <p:cNvSpPr/>
          <p:nvPr/>
        </p:nvSpPr>
        <p:spPr>
          <a:xfrm>
            <a:off x="214313" y="2422525"/>
            <a:ext cx="8763000" cy="1076325"/>
          </a:xfrm>
          <a:prstGeom prst="rect">
            <a:avLst/>
          </a:prstGeom>
          <a:noFill/>
          <a:ln w="9525">
            <a:noFill/>
          </a:ln>
        </p:spPr>
        <p:txBody>
          <a:bodyPr anchor="t" anchorCtr="0">
            <a:spAutoFit/>
          </a:bodyPr>
          <a:p>
            <a:pPr>
              <a:buFont typeface="Arial" panose="020B0604020202020204" pitchFamily="34" charset="0"/>
            </a:pPr>
            <a:r>
              <a:rPr lang="zh-CN" altLang="en-US" sz="3200" dirty="0">
                <a:solidFill>
                  <a:srgbClr val="0070C0"/>
                </a:solidFill>
                <a:latin typeface="Times New Roman" panose="02020603050405020304" pitchFamily="18" charset="0"/>
                <a:ea typeface="黑体" panose="02010609060101010101" pitchFamily="49" charset="-122"/>
              </a:rPr>
              <a:t>推论</a:t>
            </a:r>
            <a:r>
              <a:rPr lang="en-US" altLang="zh-CN" sz="3200" dirty="0">
                <a:solidFill>
                  <a:srgbClr val="0070C0"/>
                </a:solidFill>
                <a:latin typeface="Times New Roman" panose="02020603050405020304" pitchFamily="18" charset="0"/>
                <a:ea typeface="黑体" panose="02010609060101010101" pitchFamily="49" charset="-122"/>
              </a:rPr>
              <a:t> </a:t>
            </a:r>
            <a:r>
              <a:rPr lang="zh-CN" altLang="en-US" sz="3200" dirty="0">
                <a:latin typeface="Times New Roman" panose="02020603050405020304" pitchFamily="18" charset="0"/>
                <a:ea typeface="黑体" panose="02010609060101010101" pitchFamily="49" charset="-122"/>
              </a:rPr>
              <a:t>若</a:t>
            </a:r>
            <a:r>
              <a:rPr lang="en-US" altLang="zh-CN" sz="3200" dirty="0">
                <a:latin typeface="Times New Roman" panose="02020603050405020304" pitchFamily="18" charset="0"/>
                <a:ea typeface="黑体" panose="02010609060101010101" pitchFamily="49" charset="-122"/>
              </a:rPr>
              <a:t>||</a:t>
            </a:r>
            <a:r>
              <a:rPr lang="en-US" altLang="zh-CN" sz="3200" i="1" dirty="0">
                <a:latin typeface="Times New Roman" panose="02020603050405020304" pitchFamily="18" charset="0"/>
                <a:ea typeface="黑体" panose="02010609060101010101" pitchFamily="49" charset="-122"/>
              </a:rPr>
              <a:t>B</a:t>
            </a:r>
            <a:r>
              <a:rPr lang="en-US" altLang="zh-CN" sz="3200" dirty="0">
                <a:latin typeface="Times New Roman" panose="02020603050405020304" pitchFamily="18" charset="0"/>
                <a:ea typeface="黑体" panose="02010609060101010101" pitchFamily="49" charset="-122"/>
              </a:rPr>
              <a:t>||&lt;1,</a:t>
            </a:r>
            <a:r>
              <a:rPr lang="zh-CN" altLang="en-US" sz="3200" dirty="0">
                <a:latin typeface="Times New Roman" panose="02020603050405020304" pitchFamily="18" charset="0"/>
                <a:ea typeface="黑体" panose="02010609060101010101" pitchFamily="49" charset="-122"/>
              </a:rPr>
              <a:t>则对任意的</a:t>
            </a:r>
            <a:r>
              <a:rPr lang="en-US" altLang="zh-CN" sz="3200" i="1" dirty="0">
                <a:latin typeface="Times New Roman" panose="02020603050405020304" pitchFamily="18" charset="0"/>
                <a:ea typeface="黑体" panose="02010609060101010101" pitchFamily="49" charset="-122"/>
              </a:rPr>
              <a:t>f</a:t>
            </a:r>
            <a:r>
              <a:rPr lang="zh-CN" altLang="en-US" sz="3200" dirty="0">
                <a:latin typeface="Times New Roman" panose="02020603050405020304" pitchFamily="18" charset="0"/>
                <a:ea typeface="黑体" panose="02010609060101010101" pitchFamily="49" charset="-122"/>
              </a:rPr>
              <a:t>和任意的初始向量</a:t>
            </a:r>
            <a:r>
              <a:rPr lang="en-US" altLang="zh-CN" sz="3200" i="1" dirty="0">
                <a:latin typeface="Times New Roman" panose="02020603050405020304" pitchFamily="18" charset="0"/>
                <a:ea typeface="黑体" panose="02010609060101010101" pitchFamily="49" charset="-122"/>
              </a:rPr>
              <a:t>x</a:t>
            </a:r>
            <a:r>
              <a:rPr lang="en-US" altLang="zh-CN" sz="3200" baseline="30000" dirty="0">
                <a:latin typeface="Times New Roman" panose="02020603050405020304" pitchFamily="18" charset="0"/>
                <a:ea typeface="黑体" panose="02010609060101010101" pitchFamily="49" charset="-122"/>
              </a:rPr>
              <a:t>(0)</a:t>
            </a:r>
            <a:r>
              <a:rPr lang="zh-CN" altLang="en-US" sz="3200" dirty="0">
                <a:latin typeface="Times New Roman" panose="02020603050405020304" pitchFamily="18" charset="0"/>
                <a:ea typeface="黑体" panose="02010609060101010101" pitchFamily="49" charset="-122"/>
              </a:rPr>
              <a:t>迭代法</a:t>
            </a:r>
            <a:r>
              <a:rPr lang="zh-CN" altLang="en-US"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x</a:t>
            </a:r>
            <a:r>
              <a:rPr lang="en-US" altLang="zh-CN" sz="3200" baseline="30000" dirty="0">
                <a:latin typeface="Times New Roman" panose="02020603050405020304" pitchFamily="18" charset="0"/>
                <a:ea typeface="宋体" panose="02010600030101010101" pitchFamily="2" charset="-122"/>
              </a:rPr>
              <a:t>(</a:t>
            </a:r>
            <a:r>
              <a:rPr lang="en-US" altLang="zh-CN" sz="3200" i="1" baseline="30000" dirty="0">
                <a:latin typeface="Times New Roman" panose="02020603050405020304" pitchFamily="18" charset="0"/>
                <a:ea typeface="宋体" panose="02010600030101010101" pitchFamily="2" charset="-122"/>
              </a:rPr>
              <a:t>k</a:t>
            </a:r>
            <a:r>
              <a:rPr lang="en-US" altLang="zh-CN" sz="3200" baseline="30000" dirty="0">
                <a:latin typeface="Times New Roman" panose="02020603050405020304" pitchFamily="18" charset="0"/>
                <a:ea typeface="宋体" panose="02010600030101010101" pitchFamily="2" charset="-122"/>
              </a:rPr>
              <a:t>+1)</a:t>
            </a:r>
            <a:r>
              <a:rPr lang="en-US" altLang="zh-CN" sz="3200" i="1" dirty="0">
                <a:latin typeface="Times New Roman" panose="02020603050405020304" pitchFamily="18" charset="0"/>
                <a:ea typeface="宋体" panose="02010600030101010101" pitchFamily="2" charset="-122"/>
              </a:rPr>
              <a:t> =Bx</a:t>
            </a:r>
            <a:r>
              <a:rPr lang="en-US" altLang="zh-CN" sz="3200" baseline="30000" dirty="0">
                <a:latin typeface="Times New Roman" panose="02020603050405020304" pitchFamily="18" charset="0"/>
                <a:ea typeface="宋体" panose="02010600030101010101" pitchFamily="2" charset="-122"/>
              </a:rPr>
              <a:t>(</a:t>
            </a:r>
            <a:r>
              <a:rPr lang="en-US" altLang="zh-CN" sz="3200" i="1" baseline="30000" dirty="0">
                <a:latin typeface="Times New Roman" panose="02020603050405020304" pitchFamily="18" charset="0"/>
                <a:ea typeface="宋体" panose="02010600030101010101" pitchFamily="2" charset="-122"/>
              </a:rPr>
              <a:t>k</a:t>
            </a:r>
            <a:r>
              <a:rPr lang="en-US" altLang="zh-CN" sz="3200" baseline="300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f</a:t>
            </a:r>
            <a:r>
              <a:rPr lang="en-US" altLang="zh-CN" sz="3200" dirty="0">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黑体" panose="02010609060101010101" pitchFamily="49" charset="-122"/>
              </a:rPr>
              <a:t>收敛。</a:t>
            </a:r>
            <a:endParaRPr lang="en-US" altLang="zh-CN" sz="3200" dirty="0">
              <a:latin typeface="Times New Roman" panose="02020603050405020304" pitchFamily="18" charset="0"/>
              <a:ea typeface="黑体" panose="02010609060101010101" pitchFamily="49" charset="-122"/>
            </a:endParaRPr>
          </a:p>
        </p:txBody>
      </p:sp>
      <p:graphicFrame>
        <p:nvGraphicFramePr>
          <p:cNvPr id="63492" name="Object 4"/>
          <p:cNvGraphicFramePr>
            <a:graphicFrameLocks noChangeAspect="1"/>
          </p:cNvGraphicFramePr>
          <p:nvPr/>
        </p:nvGraphicFramePr>
        <p:xfrm>
          <a:off x="2268538" y="4084638"/>
          <a:ext cx="1843087" cy="871537"/>
        </p:xfrm>
        <a:graphic>
          <a:graphicData uri="http://schemas.openxmlformats.org/presentationml/2006/ole">
            <mc:AlternateContent xmlns:mc="http://schemas.openxmlformats.org/markup-compatibility/2006">
              <mc:Choice xmlns:v="urn:schemas-microsoft-com:vml" Requires="v">
                <p:oleObj spid="_x0000_s3273" name="" r:id="rId3" imgW="990600" imgH="596900" progId="Equation.DSMT4">
                  <p:embed/>
                </p:oleObj>
              </mc:Choice>
              <mc:Fallback>
                <p:oleObj name="" r:id="rId3" imgW="990600" imgH="596900" progId="Equation.DSMT4">
                  <p:embed/>
                  <p:pic>
                    <p:nvPicPr>
                      <p:cNvPr id="0" name="图片 3272"/>
                      <p:cNvPicPr/>
                      <p:nvPr/>
                    </p:nvPicPr>
                    <p:blipFill>
                      <a:blip r:embed="rId4"/>
                      <a:stretch>
                        <a:fillRect/>
                      </a:stretch>
                    </p:blipFill>
                    <p:spPr>
                      <a:xfrm>
                        <a:off x="2268538" y="4084638"/>
                        <a:ext cx="1843087" cy="871537"/>
                      </a:xfrm>
                      <a:prstGeom prst="rect">
                        <a:avLst/>
                      </a:prstGeom>
                      <a:noFill/>
                      <a:ln w="38100">
                        <a:noFill/>
                        <a:miter/>
                      </a:ln>
                    </p:spPr>
                  </p:pic>
                </p:oleObj>
              </mc:Fallback>
            </mc:AlternateContent>
          </a:graphicData>
        </a:graphic>
      </p:graphicFrame>
      <p:graphicFrame>
        <p:nvGraphicFramePr>
          <p:cNvPr id="5123" name="Object 4"/>
          <p:cNvGraphicFramePr>
            <a:graphicFrameLocks noChangeAspect="1"/>
          </p:cNvGraphicFramePr>
          <p:nvPr/>
        </p:nvGraphicFramePr>
        <p:xfrm>
          <a:off x="1062038" y="5381625"/>
          <a:ext cx="7321550" cy="501650"/>
        </p:xfrm>
        <a:graphic>
          <a:graphicData uri="http://schemas.openxmlformats.org/presentationml/2006/ole">
            <mc:AlternateContent xmlns:mc="http://schemas.openxmlformats.org/markup-compatibility/2006">
              <mc:Choice xmlns:v="urn:schemas-microsoft-com:vml" Requires="v">
                <p:oleObj spid="_x0000_s3275" name="" r:id="rId5" imgW="3937000" imgH="342900" progId="Equation.DSMT4">
                  <p:embed/>
                </p:oleObj>
              </mc:Choice>
              <mc:Fallback>
                <p:oleObj name="" r:id="rId5" imgW="3937000" imgH="342900" progId="Equation.DSMT4">
                  <p:embed/>
                  <p:pic>
                    <p:nvPicPr>
                      <p:cNvPr id="0" name="图片 3274"/>
                      <p:cNvPicPr/>
                      <p:nvPr/>
                    </p:nvPicPr>
                    <p:blipFill>
                      <a:blip r:embed="rId6"/>
                      <a:stretch>
                        <a:fillRect/>
                      </a:stretch>
                    </p:blipFill>
                    <p:spPr>
                      <a:xfrm>
                        <a:off x="1062038" y="5381625"/>
                        <a:ext cx="7321550" cy="501650"/>
                      </a:xfrm>
                      <a:prstGeom prst="rect">
                        <a:avLst/>
                      </a:prstGeom>
                      <a:noFill/>
                      <a:ln w="38100">
                        <a:noFill/>
                        <a:miter/>
                      </a:ln>
                    </p:spPr>
                  </p:pic>
                </p:oleObj>
              </mc:Fallback>
            </mc:AlternateContent>
          </a:graphicData>
        </a:graphic>
      </p:graphicFrame>
      <p:graphicFrame>
        <p:nvGraphicFramePr>
          <p:cNvPr id="63494" name="Object 4"/>
          <p:cNvGraphicFramePr>
            <a:graphicFrameLocks noChangeAspect="1"/>
          </p:cNvGraphicFramePr>
          <p:nvPr/>
        </p:nvGraphicFramePr>
        <p:xfrm>
          <a:off x="4710113" y="4048125"/>
          <a:ext cx="2338387" cy="908050"/>
        </p:xfrm>
        <a:graphic>
          <a:graphicData uri="http://schemas.openxmlformats.org/presentationml/2006/ole">
            <mc:AlternateContent xmlns:mc="http://schemas.openxmlformats.org/markup-compatibility/2006">
              <mc:Choice xmlns:v="urn:schemas-microsoft-com:vml" Requires="v">
                <p:oleObj spid="_x0000_s3269" name="" r:id="rId7" imgW="1257300" imgH="622300" progId="Equation.DSMT4">
                  <p:embed/>
                </p:oleObj>
              </mc:Choice>
              <mc:Fallback>
                <p:oleObj name="" r:id="rId7" imgW="1257300" imgH="622300" progId="Equation.DSMT4">
                  <p:embed/>
                  <p:pic>
                    <p:nvPicPr>
                      <p:cNvPr id="0" name="图片 3268"/>
                      <p:cNvPicPr/>
                      <p:nvPr/>
                    </p:nvPicPr>
                    <p:blipFill>
                      <a:blip r:embed="rId8"/>
                      <a:stretch>
                        <a:fillRect/>
                      </a:stretch>
                    </p:blipFill>
                    <p:spPr>
                      <a:xfrm>
                        <a:off x="4710113" y="4048125"/>
                        <a:ext cx="2338387" cy="9080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left)">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0"/>
                                        </p:tgtEl>
                                        <p:attrNameLst>
                                          <p:attrName>style.visibility</p:attrName>
                                        </p:attrNameLst>
                                      </p:cBhvr>
                                      <p:to>
                                        <p:strVal val="visible"/>
                                      </p:to>
                                    </p:set>
                                    <p:animEffect transition="in" filter="wipe(left)">
                                      <p:cBhvr>
                                        <p:cTn id="12" dur="500"/>
                                        <p:tgtEl>
                                          <p:spTgt spid="41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23"/>
                                        </p:tgtEl>
                                        <p:attrNameLst>
                                          <p:attrName>style.visibility</p:attrName>
                                        </p:attrNameLst>
                                      </p:cBhvr>
                                      <p:to>
                                        <p:strVal val="visible"/>
                                      </p:to>
                                    </p:set>
                                    <p:animEffect transition="in" filter="wipe(left)">
                                      <p:cBhvr>
                                        <p:cTn id="17" dur="5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179367" y="785792"/>
            <a:ext cx="8929708" cy="3538235"/>
          </a:xfrm>
          <a:prstGeom prst="rect">
            <a:avLst/>
          </a:prstGeom>
          <a:noFill/>
        </p:spPr>
        <p:txBody>
          <a:bodyPr>
            <a:spAutoFit/>
          </a:bodyPr>
          <a:lstStyle/>
          <a:p>
            <a:pPr marR="0" defTabSz="914400" eaLnBrk="0" hangingPunct="0">
              <a:buClrTx/>
              <a:buSzTx/>
              <a:buFontTx/>
              <a:defRPr/>
            </a:pPr>
            <a:r>
              <a:rPr kumimoji="0" lang="zh-CN" altLang="en-US" b="1" kern="1200" cap="none" spc="0" normalizeH="0" baseline="0" noProof="0" dirty="0">
                <a:latin typeface="Times New Roman" panose="02020603050405020304" pitchFamily="18" charset="0"/>
                <a:ea typeface="宋体" panose="02010600030101010101" pitchFamily="2" charset="-122"/>
                <a:cs typeface="+mn-cs"/>
              </a:rPr>
              <a:t>证明思路的总结：</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0" hangingPunct="0">
              <a:buClrTx/>
              <a:buSzTx/>
              <a:buFontTx/>
              <a:buAutoNum type="arabicPeriod"/>
              <a:defRPr/>
            </a:pPr>
            <a:r>
              <a:rPr kumimoji="0" lang="zh-CN" altLang="en-US" b="1" kern="1200" cap="none" spc="0" normalizeH="0" baseline="0" noProof="0" dirty="0">
                <a:solidFill>
                  <a:srgbClr val="0070C0"/>
                </a:solidFill>
                <a:latin typeface="Times New Roman" panose="02020603050405020304" pitchFamily="18" charset="0"/>
                <a:ea typeface="宋体" panose="02010600030101010101" pitchFamily="2" charset="-122"/>
                <a:cs typeface="+mn-cs"/>
              </a:rPr>
              <a:t>迭代矩阵</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模最大特征值</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谱半径</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小于</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充要条件</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0" hangingPunct="0">
              <a:buClrTx/>
              <a:buSzTx/>
              <a:buFontTx/>
              <a:buAutoNum type="arabicPeriod"/>
              <a:defRPr/>
            </a:pPr>
            <a:r>
              <a:rPr kumimoji="0" lang="zh-CN" altLang="en-US" b="1" kern="1200" cap="none" spc="0" normalizeH="0" baseline="0" noProof="0" dirty="0">
                <a:solidFill>
                  <a:srgbClr val="0070C0"/>
                </a:solidFill>
                <a:latin typeface="Times New Roman" panose="02020603050405020304" pitchFamily="18" charset="0"/>
                <a:ea typeface="宋体" panose="02010600030101010101" pitchFamily="2" charset="-122"/>
                <a:cs typeface="+mn-cs"/>
              </a:rPr>
              <a:t>迭代矩阵</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所有特征值模均小于</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0" hangingPunct="0">
              <a:buClrTx/>
              <a:buSzTx/>
              <a:buFontTx/>
              <a:buAutoNum type="arabicPeriod"/>
              <a:defRPr/>
            </a:pPr>
            <a:r>
              <a:rPr kumimoji="0" lang="zh-CN" altLang="en-US" b="1" kern="1200" cap="none" spc="0" normalizeH="0" baseline="0" noProof="0" dirty="0">
                <a:solidFill>
                  <a:srgbClr val="0070C0"/>
                </a:solidFill>
                <a:latin typeface="Times New Roman" panose="02020603050405020304" pitchFamily="18" charset="0"/>
                <a:ea typeface="宋体" panose="02010600030101010101" pitchFamily="2" charset="-122"/>
                <a:cs typeface="+mn-cs"/>
              </a:rPr>
              <a:t>迭代矩阵</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的范数小于</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充分条件</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0" hangingPunct="0">
              <a:buClrTx/>
              <a:buSzTx/>
              <a:buFontTx/>
              <a:buAutoNum type="arabicPeriod"/>
              <a:defRPr/>
            </a:pPr>
            <a:endParaRPr kumimoji="0" lang="zh-CN" altLang="en-US" b="1" kern="1200" cap="none" spc="0" normalizeH="0" baseline="0" noProof="0" dirty="0">
              <a:solidFill>
                <a:srgbClr val="0070C0"/>
              </a:solidFill>
              <a:latin typeface="Times New Roman" panose="02020603050405020304" pitchFamily="18" charset="0"/>
              <a:ea typeface="宋体" panose="02010600030101010101" pitchFamily="2" charset="-122"/>
              <a:cs typeface="+mn-cs"/>
            </a:endParaRPr>
          </a:p>
          <a:p>
            <a:pPr marL="457200" marR="0" indent="-457200" defTabSz="914400" eaLnBrk="0" hangingPunct="0">
              <a:buClrTx/>
              <a:buSzTx/>
              <a:buFontTx/>
              <a:buAutoNum type="arabicPeriod"/>
              <a:defRPr/>
            </a:pPr>
            <a:r>
              <a:rPr kumimoji="0" lang="zh-CN" altLang="en-US" b="1" kern="1200" cap="none" spc="0" normalizeH="0" baseline="0" noProof="0" dirty="0">
                <a:gradFill>
                  <a:gsLst>
                    <a:gs pos="0">
                      <a:srgbClr val="7B32B2"/>
                    </a:gs>
                    <a:gs pos="100000">
                      <a:srgbClr val="401A5D"/>
                    </a:gs>
                  </a:gsLst>
                  <a:lin scaled="0"/>
                </a:gradFill>
                <a:latin typeface="Times New Roman" panose="02020603050405020304" pitchFamily="18" charset="0"/>
                <a:ea typeface="宋体" panose="02010600030101010101" pitchFamily="2" charset="-122"/>
                <a:cs typeface="+mn-cs"/>
              </a:rPr>
              <a:t>系数矩阵</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严格对角占优</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r>
              <a:rPr lang="zh-CN" altLang="en-US" b="1" noProof="0" dirty="0">
                <a:latin typeface="Times New Roman" panose="02020603050405020304" pitchFamily="18" charset="0"/>
                <a:ea typeface="宋体" panose="02010600030101010101" pitchFamily="2" charset="-122"/>
                <a:cs typeface="+mn-cs"/>
                <a:sym typeface="+mn-ea"/>
              </a:rPr>
              <a:t>充分</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条件</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Jacobi</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迭代</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,GS</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迭代</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0" hangingPunct="0">
              <a:buClrTx/>
              <a:buSzTx/>
              <a:buFontTx/>
              <a:buAutoNum type="arabicPeriod"/>
              <a:defRPr/>
            </a:pPr>
            <a:r>
              <a:rPr kumimoji="0" lang="zh-CN" altLang="en-US" b="1" kern="1200" cap="none" spc="0" normalizeH="0" baseline="0" noProof="0" dirty="0">
                <a:gradFill>
                  <a:gsLst>
                    <a:gs pos="0">
                      <a:srgbClr val="7B32B2"/>
                    </a:gs>
                    <a:gs pos="100000">
                      <a:srgbClr val="401A5D"/>
                    </a:gs>
                  </a:gsLst>
                  <a:lin scaled="0"/>
                </a:gradFill>
                <a:latin typeface="Times New Roman" panose="02020603050405020304" pitchFamily="18" charset="0"/>
                <a:ea typeface="宋体" panose="02010600030101010101" pitchFamily="2" charset="-122"/>
                <a:cs typeface="+mn-cs"/>
              </a:rPr>
              <a:t>系数矩阵</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对称正定矩阵</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r>
              <a:rPr lang="zh-CN" altLang="en-US" b="1" noProof="0" dirty="0">
                <a:latin typeface="Times New Roman" panose="02020603050405020304" pitchFamily="18" charset="0"/>
                <a:ea typeface="宋体" panose="02010600030101010101" pitchFamily="2" charset="-122"/>
                <a:cs typeface="+mn-cs"/>
                <a:sym typeface="+mn-ea"/>
              </a:rPr>
              <a:t>充分</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条件</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GS</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迭代</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457200" defTabSz="914400" eaLnBrk="0" hangingPunct="0">
              <a:buClrTx/>
              <a:buSzTx/>
              <a:buFontTx/>
              <a:buAutoNum type="arabicPeriod"/>
              <a:defRPr/>
            </a:pPr>
            <a:endParaRPr kumimoji="0" lang="zh-CN" altLang="en-US"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47106" name="文本框 1"/>
          <p:cNvSpPr txBox="1"/>
          <p:nvPr/>
        </p:nvSpPr>
        <p:spPr>
          <a:xfrm>
            <a:off x="322263" y="4652963"/>
            <a:ext cx="2305050" cy="523875"/>
          </a:xfrm>
          <a:prstGeom prst="rect">
            <a:avLst/>
          </a:prstGeom>
          <a:noFill/>
          <a:ln w="9525">
            <a:noFill/>
          </a:ln>
        </p:spPr>
        <p:txBody>
          <a:bodyPr anchor="t" anchorCtr="0">
            <a:spAutoFit/>
          </a:bodyPr>
          <a:p>
            <a:pPr eaLnBrk="0" hangingPunct="0"/>
            <a:r>
              <a:rPr lang="zh-CN" altLang="en-US" b="1" dirty="0">
                <a:solidFill>
                  <a:srgbClr val="FF0000"/>
                </a:solidFill>
                <a:latin typeface="Times New Roman" panose="02020603050405020304" pitchFamily="18" charset="0"/>
                <a:ea typeface="宋体" panose="02010600030101010101" pitchFamily="2" charset="-122"/>
              </a:rPr>
              <a:t>反证</a:t>
            </a:r>
            <a:endParaRPr lang="zh-CN" altLang="en-US"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charRg st="9" end="36"/>
                                            </p:txEl>
                                          </p:spTgt>
                                        </p:tgtEl>
                                        <p:attrNameLst>
                                          <p:attrName>style.visibility</p:attrName>
                                        </p:attrNameLst>
                                      </p:cBhvr>
                                      <p:to>
                                        <p:strVal val="visible"/>
                                      </p:to>
                                    </p:set>
                                    <p:anim calcmode="lin" valueType="num">
                                      <p:cBhvr additive="base">
                                        <p:cTn id="7" dur="500" fill="hold"/>
                                        <p:tgtEl>
                                          <p:spTgt spid="3">
                                            <p:txEl>
                                              <p:charRg st="9" end="3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charRg st="9" end="36"/>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charRg st="36" end="51"/>
                                            </p:txEl>
                                          </p:spTgt>
                                        </p:tgtEl>
                                        <p:attrNameLst>
                                          <p:attrName>style.visibility</p:attrName>
                                        </p:attrNameLst>
                                      </p:cBhvr>
                                      <p:to>
                                        <p:strVal val="visible"/>
                                      </p:to>
                                    </p:set>
                                    <p:anim calcmode="lin" valueType="num">
                                      <p:cBhvr additive="base">
                                        <p:cTn id="13" dur="500" fill="hold"/>
                                        <p:tgtEl>
                                          <p:spTgt spid="3">
                                            <p:txEl>
                                              <p:charRg st="36" end="5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charRg st="36" end="5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charRg st="51" end="68"/>
                                            </p:txEl>
                                          </p:spTgt>
                                        </p:tgtEl>
                                        <p:attrNameLst>
                                          <p:attrName>style.visibility</p:attrName>
                                        </p:attrNameLst>
                                      </p:cBhvr>
                                      <p:to>
                                        <p:strVal val="visible"/>
                                      </p:to>
                                    </p:set>
                                    <p:anim calcmode="lin" valueType="num">
                                      <p:cBhvr additive="base">
                                        <p:cTn id="19" dur="500" fill="hold"/>
                                        <p:tgtEl>
                                          <p:spTgt spid="3">
                                            <p:txEl>
                                              <p:charRg st="51" end="6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charRg st="51" end="68"/>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charRg st="69" end="99"/>
                                            </p:txEl>
                                          </p:spTgt>
                                        </p:tgtEl>
                                        <p:attrNameLst>
                                          <p:attrName>style.visibility</p:attrName>
                                        </p:attrNameLst>
                                      </p:cBhvr>
                                      <p:to>
                                        <p:strVal val="visible"/>
                                      </p:to>
                                    </p:set>
                                    <p:anim calcmode="lin" valueType="num">
                                      <p:cBhvr additive="base">
                                        <p:cTn id="25" dur="500" fill="hold"/>
                                        <p:tgtEl>
                                          <p:spTgt spid="3">
                                            <p:txEl>
                                              <p:charRg st="69" end="9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charRg st="69" end="99"/>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charRg st="99" end="120"/>
                                            </p:txEl>
                                          </p:spTgt>
                                        </p:tgtEl>
                                        <p:attrNameLst>
                                          <p:attrName>style.visibility</p:attrName>
                                        </p:attrNameLst>
                                      </p:cBhvr>
                                      <p:to>
                                        <p:strVal val="visible"/>
                                      </p:to>
                                    </p:set>
                                    <p:anim calcmode="lin" valueType="num">
                                      <p:cBhvr additive="base">
                                        <p:cTn id="31" dur="500" fill="hold"/>
                                        <p:tgtEl>
                                          <p:spTgt spid="3">
                                            <p:txEl>
                                              <p:charRg st="99" end="12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charRg st="99" end="12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6"/>
                                        </p:tgtEl>
                                        <p:attrNameLst>
                                          <p:attrName>style.visibility</p:attrName>
                                        </p:attrNameLst>
                                      </p:cBhvr>
                                      <p:to>
                                        <p:strVal val="visible"/>
                                      </p:to>
                                    </p:set>
                                    <p:anim calcmode="lin" valueType="num">
                                      <p:cBhvr additive="base">
                                        <p:cTn id="37" dur="500" fill="hold"/>
                                        <p:tgtEl>
                                          <p:spTgt spid="47106"/>
                                        </p:tgtEl>
                                        <p:attrNameLst>
                                          <p:attrName>ppt_x</p:attrName>
                                        </p:attrNameLst>
                                      </p:cBhvr>
                                      <p:tavLst>
                                        <p:tav tm="0">
                                          <p:val>
                                            <p:strVal val="#ppt_x"/>
                                          </p:val>
                                        </p:tav>
                                        <p:tav tm="100000">
                                          <p:val>
                                            <p:strVal val="#ppt_x"/>
                                          </p:val>
                                        </p:tav>
                                      </p:tavLst>
                                    </p:anim>
                                    <p:anim calcmode="lin" valueType="num">
                                      <p:cBhvr additive="base">
                                        <p:cTn id="38" dur="500" fill="hold"/>
                                        <p:tgtEl>
                                          <p:spTgt spid="47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3795" name="Object 3"/>
          <p:cNvGraphicFramePr>
            <a:graphicFrameLocks noChangeAspect="1"/>
          </p:cNvGraphicFramePr>
          <p:nvPr/>
        </p:nvGraphicFramePr>
        <p:xfrm>
          <a:off x="1428750" y="433388"/>
          <a:ext cx="5219700" cy="2281237"/>
        </p:xfrm>
        <a:graphic>
          <a:graphicData uri="http://schemas.openxmlformats.org/presentationml/2006/ole">
            <mc:AlternateContent xmlns:mc="http://schemas.openxmlformats.org/markup-compatibility/2006">
              <mc:Choice xmlns:v="urn:schemas-microsoft-com:vml" Requires="v">
                <p:oleObj spid="_x0000_s3271" name="" r:id="rId1" imgW="2654300" imgH="1168400" progId="Equation.DSMT4">
                  <p:embed/>
                </p:oleObj>
              </mc:Choice>
              <mc:Fallback>
                <p:oleObj name="" r:id="rId1" imgW="2654300" imgH="1168400" progId="Equation.DSMT4">
                  <p:embed/>
                  <p:pic>
                    <p:nvPicPr>
                      <p:cNvPr id="0" name="图片 3270"/>
                      <p:cNvPicPr/>
                      <p:nvPr/>
                    </p:nvPicPr>
                    <p:blipFill>
                      <a:blip r:embed="rId2"/>
                      <a:stretch>
                        <a:fillRect/>
                      </a:stretch>
                    </p:blipFill>
                    <p:spPr>
                      <a:xfrm>
                        <a:off x="1428750" y="433388"/>
                        <a:ext cx="5219700" cy="2281237"/>
                      </a:xfrm>
                      <a:prstGeom prst="rect">
                        <a:avLst/>
                      </a:prstGeom>
                      <a:noFill/>
                      <a:ln w="38100">
                        <a:noFill/>
                        <a:miter/>
                      </a:ln>
                    </p:spPr>
                  </p:pic>
                </p:oleObj>
              </mc:Fallback>
            </mc:AlternateContent>
          </a:graphicData>
        </a:graphic>
      </p:graphicFrame>
      <p:sp>
        <p:nvSpPr>
          <p:cNvPr id="66562" name="Text Box 5"/>
          <p:cNvSpPr txBox="1"/>
          <p:nvPr/>
        </p:nvSpPr>
        <p:spPr>
          <a:xfrm>
            <a:off x="247650" y="304800"/>
            <a:ext cx="8305800" cy="584200"/>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宋体" panose="02010600030101010101" pitchFamily="2" charset="-122"/>
                <a:ea typeface="宋体" panose="02010600030101010101" pitchFamily="2" charset="-122"/>
              </a:rPr>
              <a:t>例</a:t>
            </a:r>
            <a:r>
              <a:rPr lang="en-US" altLang="zh-CN" sz="3200" b="1" dirty="0">
                <a:solidFill>
                  <a:srgbClr val="0070C0"/>
                </a:solidFill>
                <a:latin typeface="宋体" panose="02010600030101010101" pitchFamily="2" charset="-122"/>
                <a:ea typeface="宋体" panose="02010600030101010101" pitchFamily="2" charset="-122"/>
              </a:rPr>
              <a:t>.</a:t>
            </a:r>
            <a:endParaRPr lang="zh-CN" altLang="en-US" b="1" dirty="0">
              <a:latin typeface="Times New Roman" panose="02020603050405020304" pitchFamily="18" charset="0"/>
              <a:ea typeface="黑体" panose="02010609060101010101" pitchFamily="49" charset="-122"/>
            </a:endParaRPr>
          </a:p>
        </p:txBody>
      </p:sp>
      <p:sp>
        <p:nvSpPr>
          <p:cNvPr id="51203" name="Text Box 4"/>
          <p:cNvSpPr txBox="1"/>
          <p:nvPr/>
        </p:nvSpPr>
        <p:spPr>
          <a:xfrm>
            <a:off x="539750" y="573088"/>
            <a:ext cx="8785225" cy="3815080"/>
          </a:xfrm>
          <a:prstGeom prst="rect">
            <a:avLst/>
          </a:prstGeom>
          <a:noFill/>
          <a:ln w="9525">
            <a:noFill/>
          </a:ln>
        </p:spPr>
        <p:txBody>
          <a:bodyPr anchor="t" anchorCtr="0">
            <a:spAutoFit/>
          </a:bodyPr>
          <a:p>
            <a:pPr>
              <a:spcBef>
                <a:spcPct val="50000"/>
              </a:spcBef>
            </a:pPr>
            <a:endParaRPr lang="zh-CN" altLang="en-US" sz="2000" dirty="0">
              <a:latin typeface="Times New Roman" panose="02020603050405020304" pitchFamily="18" charset="0"/>
              <a:ea typeface="宋体" panose="02010600030101010101" pitchFamily="2" charset="-122"/>
            </a:endParaRPr>
          </a:p>
          <a:p>
            <a:pPr>
              <a:spcBef>
                <a:spcPct val="50000"/>
              </a:spcBef>
            </a:pPr>
            <a:endParaRPr lang="zh-CN" altLang="en-US" sz="2000" dirty="0">
              <a:latin typeface="Times New Roman" panose="02020603050405020304" pitchFamily="18" charset="0"/>
              <a:ea typeface="宋体" panose="02010600030101010101" pitchFamily="2" charset="-122"/>
            </a:endParaRPr>
          </a:p>
          <a:p>
            <a:pPr>
              <a:spcBef>
                <a:spcPct val="50000"/>
              </a:spcBef>
            </a:pPr>
            <a:endParaRPr lang="zh-CN" altLang="en-US" sz="2000" dirty="0">
              <a:latin typeface="Times New Roman" panose="02020603050405020304" pitchFamily="18" charset="0"/>
              <a:ea typeface="宋体" panose="02010600030101010101" pitchFamily="2" charset="-122"/>
            </a:endParaRPr>
          </a:p>
          <a:p>
            <a:pPr>
              <a:spcBef>
                <a:spcPct val="50000"/>
              </a:spcBef>
            </a:pPr>
            <a:endParaRPr lang="zh-CN" altLang="en-US" sz="2000" u="sng" dirty="0">
              <a:latin typeface="Times New Roman" panose="02020603050405020304" pitchFamily="18" charset="0"/>
              <a:ea typeface="宋体" panose="02010600030101010101" pitchFamily="2" charset="-122"/>
            </a:endParaRPr>
          </a:p>
          <a:p>
            <a:pPr>
              <a:spcBef>
                <a:spcPct val="50000"/>
              </a:spcBef>
            </a:pPr>
            <a:endParaRPr lang="zh-CN" altLang="en-US" sz="2000" dirty="0">
              <a:latin typeface="Times New Roman" panose="02020603050405020304" pitchFamily="18" charset="0"/>
              <a:ea typeface="宋体" panose="02010600030101010101" pitchFamily="2" charset="-122"/>
            </a:endParaRPr>
          </a:p>
          <a:p>
            <a:pPr>
              <a:spcBef>
                <a:spcPct val="50000"/>
              </a:spcBef>
            </a:pPr>
            <a:r>
              <a:rPr lang="zh-CN" altLang="en-US" sz="2000" b="1" dirty="0">
                <a:solidFill>
                  <a:srgbClr val="FF0000"/>
                </a:solidFill>
                <a:sym typeface="+mn-ea"/>
              </a:rPr>
              <a:t>构造迭代矩阵</a:t>
            </a:r>
            <a:endParaRPr lang="zh-CN" altLang="en-US" sz="2000" dirty="0">
              <a:latin typeface="Times New Roman" panose="02020603050405020304" pitchFamily="18" charset="0"/>
              <a:ea typeface="宋体" panose="02010600030101010101" pitchFamily="2" charset="-122"/>
            </a:endParaRPr>
          </a:p>
          <a:p>
            <a:pPr>
              <a:spcBef>
                <a:spcPct val="50000"/>
              </a:spcBef>
            </a:pPr>
            <a:r>
              <a:rPr lang="zh-CN" altLang="en-US" sz="2400" b="1" dirty="0">
                <a:latin typeface="Times New Roman" panose="02020603050405020304" pitchFamily="18" charset="0"/>
                <a:ea typeface="宋体" panose="02010600030101010101" pitchFamily="2" charset="-122"/>
              </a:rPr>
              <a:t>根据迭代收敛条件</a:t>
            </a:r>
            <a:endParaRPr lang="zh-CN" altLang="en-US" sz="2400" b="1" dirty="0">
              <a:latin typeface="Times New Roman" panose="02020603050405020304" pitchFamily="18" charset="0"/>
              <a:ea typeface="宋体" panose="02010600030101010101" pitchFamily="2" charset="-122"/>
            </a:endParaRPr>
          </a:p>
          <a:p>
            <a:pPr>
              <a:spcBef>
                <a:spcPct val="50000"/>
              </a:spcBef>
            </a:pPr>
            <a:endParaRPr lang="zh-CN" altLang="en-US" sz="2400" b="1" dirty="0">
              <a:latin typeface="Times New Roman" panose="02020603050405020304" pitchFamily="18" charset="0"/>
              <a:ea typeface="宋体" panose="02010600030101010101" pitchFamily="2" charset="-122"/>
            </a:endParaRPr>
          </a:p>
        </p:txBody>
      </p:sp>
      <p:graphicFrame>
        <p:nvGraphicFramePr>
          <p:cNvPr id="51204" name="Object 7"/>
          <p:cNvGraphicFramePr>
            <a:graphicFrameLocks noChangeAspect="1"/>
          </p:cNvGraphicFramePr>
          <p:nvPr/>
        </p:nvGraphicFramePr>
        <p:xfrm>
          <a:off x="1428750" y="4467225"/>
          <a:ext cx="1800225" cy="485775"/>
        </p:xfrm>
        <a:graphic>
          <a:graphicData uri="http://schemas.openxmlformats.org/presentationml/2006/ole">
            <mc:AlternateContent xmlns:mc="http://schemas.openxmlformats.org/markup-compatibility/2006">
              <mc:Choice xmlns:v="urn:schemas-microsoft-com:vml" Requires="v">
                <p:oleObj spid="_x0000_s3284" name="" r:id="rId3" imgW="939165" imgH="254000" progId="Equation.DSMT4">
                  <p:embed/>
                </p:oleObj>
              </mc:Choice>
              <mc:Fallback>
                <p:oleObj name="" r:id="rId3" imgW="939165" imgH="254000" progId="Equation.DSMT4">
                  <p:embed/>
                  <p:pic>
                    <p:nvPicPr>
                      <p:cNvPr id="0" name="图片 3283"/>
                      <p:cNvPicPr/>
                      <p:nvPr/>
                    </p:nvPicPr>
                    <p:blipFill>
                      <a:blip r:embed="rId4"/>
                      <a:stretch>
                        <a:fillRect/>
                      </a:stretch>
                    </p:blipFill>
                    <p:spPr>
                      <a:xfrm>
                        <a:off x="1428750" y="4467225"/>
                        <a:ext cx="1800225" cy="485775"/>
                      </a:xfrm>
                      <a:prstGeom prst="rect">
                        <a:avLst/>
                      </a:prstGeom>
                      <a:noFill/>
                      <a:ln w="38100">
                        <a:noFill/>
                        <a:miter/>
                      </a:ln>
                    </p:spPr>
                  </p:pic>
                </p:oleObj>
              </mc:Fallback>
            </mc:AlternateContent>
          </a:graphicData>
        </a:graphic>
      </p:graphicFrame>
      <p:graphicFrame>
        <p:nvGraphicFramePr>
          <p:cNvPr id="51205" name="Object 8"/>
          <p:cNvGraphicFramePr>
            <a:graphicFrameLocks noChangeAspect="1"/>
          </p:cNvGraphicFramePr>
          <p:nvPr/>
        </p:nvGraphicFramePr>
        <p:xfrm>
          <a:off x="4932363" y="4344988"/>
          <a:ext cx="1366837" cy="730250"/>
        </p:xfrm>
        <a:graphic>
          <a:graphicData uri="http://schemas.openxmlformats.org/presentationml/2006/ole">
            <mc:AlternateContent xmlns:mc="http://schemas.openxmlformats.org/markup-compatibility/2006">
              <mc:Choice xmlns:v="urn:schemas-microsoft-com:vml" Requires="v">
                <p:oleObj spid="_x0000_s3281" name="" r:id="rId5" imgW="735965" imgH="393700" progId="Equation.DSMT4">
                  <p:embed/>
                </p:oleObj>
              </mc:Choice>
              <mc:Fallback>
                <p:oleObj name="" r:id="rId5" imgW="735965" imgH="393700" progId="Equation.DSMT4">
                  <p:embed/>
                  <p:pic>
                    <p:nvPicPr>
                      <p:cNvPr id="0" name="图片 3280"/>
                      <p:cNvPicPr/>
                      <p:nvPr/>
                    </p:nvPicPr>
                    <p:blipFill>
                      <a:blip r:embed="rId6"/>
                      <a:stretch>
                        <a:fillRect/>
                      </a:stretch>
                    </p:blipFill>
                    <p:spPr>
                      <a:xfrm>
                        <a:off x="4932363" y="4344988"/>
                        <a:ext cx="1366837" cy="7302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wipe(left)">
                                      <p:cBhvr>
                                        <p:cTn id="7" dur="500"/>
                                        <p:tgtEl>
                                          <p:spTgt spid="337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1203">
                                            <p:txEl>
                                              <p:charRg st="6" end="21"/>
                                            </p:txEl>
                                          </p:spTgt>
                                        </p:tgtEl>
                                        <p:attrNameLst>
                                          <p:attrName>style.visibility</p:attrName>
                                        </p:attrNameLst>
                                      </p:cBhvr>
                                      <p:to>
                                        <p:strVal val="visible"/>
                                      </p:to>
                                    </p:set>
                                    <p:anim calcmode="lin" valueType="num">
                                      <p:cBhvr additive="base">
                                        <p:cTn id="12" dur="500" fill="hold"/>
                                        <p:tgtEl>
                                          <p:spTgt spid="51203">
                                            <p:txEl>
                                              <p:charRg st="6" end="2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1203">
                                            <p:txEl>
                                              <p:charRg st="6" end="2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1203">
                                            <p:txEl>
                                              <p:charRg st="5" end="5"/>
                                            </p:txEl>
                                          </p:spTgt>
                                        </p:tgtEl>
                                        <p:attrNameLst>
                                          <p:attrName>style.visibility</p:attrName>
                                        </p:attrNameLst>
                                      </p:cBhvr>
                                      <p:to>
                                        <p:strVal val="visible"/>
                                      </p:to>
                                    </p:set>
                                    <p:anim calcmode="lin" valueType="num">
                                      <p:cBhvr additive="base">
                                        <p:cTn id="18" dur="500" fill="hold"/>
                                        <p:tgtEl>
                                          <p:spTgt spid="51203">
                                            <p:txEl>
                                              <p:char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1203">
                                            <p:txEl>
                                              <p:charRg st="5" end="5"/>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1204"/>
                                        </p:tgtEl>
                                        <p:attrNameLst>
                                          <p:attrName>style.visibility</p:attrName>
                                        </p:attrNameLst>
                                      </p:cBhvr>
                                      <p:to>
                                        <p:strVal val="visible"/>
                                      </p:to>
                                    </p:set>
                                    <p:anim calcmode="lin" valueType="num">
                                      <p:cBhvr additive="base">
                                        <p:cTn id="24" dur="500" fill="hold"/>
                                        <p:tgtEl>
                                          <p:spTgt spid="51204"/>
                                        </p:tgtEl>
                                        <p:attrNameLst>
                                          <p:attrName>ppt_x</p:attrName>
                                        </p:attrNameLst>
                                      </p:cBhvr>
                                      <p:tavLst>
                                        <p:tav tm="0">
                                          <p:val>
                                            <p:strVal val="#ppt_x"/>
                                          </p:val>
                                        </p:tav>
                                        <p:tav tm="100000">
                                          <p:val>
                                            <p:strVal val="#ppt_x"/>
                                          </p:val>
                                        </p:tav>
                                      </p:tavLst>
                                    </p:anim>
                                    <p:anim calcmode="lin" valueType="num">
                                      <p:cBhvr additive="base">
                                        <p:cTn id="25" dur="500" fill="hold"/>
                                        <p:tgtEl>
                                          <p:spTgt spid="51204"/>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1205"/>
                                        </p:tgtEl>
                                        <p:attrNameLst>
                                          <p:attrName>style.visibility</p:attrName>
                                        </p:attrNameLst>
                                      </p:cBhvr>
                                      <p:to>
                                        <p:strVal val="visible"/>
                                      </p:to>
                                    </p:set>
                                    <p:anim calcmode="lin" valueType="num">
                                      <p:cBhvr additive="base">
                                        <p:cTn id="28" dur="500" fill="hold"/>
                                        <p:tgtEl>
                                          <p:spTgt spid="51205"/>
                                        </p:tgtEl>
                                        <p:attrNameLst>
                                          <p:attrName>ppt_x</p:attrName>
                                        </p:attrNameLst>
                                      </p:cBhvr>
                                      <p:tavLst>
                                        <p:tav tm="0">
                                          <p:val>
                                            <p:strVal val="#ppt_x"/>
                                          </p:val>
                                        </p:tav>
                                        <p:tav tm="100000">
                                          <p:val>
                                            <p:strVal val="#ppt_x"/>
                                          </p:val>
                                        </p:tav>
                                      </p:tavLst>
                                    </p:anim>
                                    <p:anim calcmode="lin" valueType="num">
                                      <p:cBhvr additive="base">
                                        <p:cTn id="29" dur="500" fill="hold"/>
                                        <p:tgtEl>
                                          <p:spTgt spid="512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2"/>
          <p:cNvSpPr txBox="1"/>
          <p:nvPr/>
        </p:nvSpPr>
        <p:spPr>
          <a:xfrm>
            <a:off x="457200" y="1619250"/>
            <a:ext cx="8382000" cy="523875"/>
          </a:xfrm>
          <a:prstGeom prst="rect">
            <a:avLst/>
          </a:prstGeom>
          <a:noFill/>
          <a:ln w="9525">
            <a:noFill/>
          </a:ln>
        </p:spPr>
        <p:txBody>
          <a:bodyPr anchor="t" anchorCtr="0">
            <a:spAutoFit/>
          </a:bodyPr>
          <a:p>
            <a:pPr algn="just">
              <a:spcBef>
                <a:spcPct val="50000"/>
              </a:spcBef>
            </a:pPr>
            <a:r>
              <a:rPr lang="zh-CN" altLang="en-US" b="1" dirty="0">
                <a:latin typeface="Times New Roman" panose="02020603050405020304" pitchFamily="18" charset="0"/>
                <a:ea typeface="黑体" panose="02010609060101010101" pitchFamily="49" charset="-122"/>
              </a:rPr>
              <a:t>收敛的</a:t>
            </a:r>
            <a:r>
              <a:rPr lang="el-GR" altLang="zh-CN" b="1" i="1" dirty="0">
                <a:latin typeface="Times New Roman" panose="02020603050405020304" pitchFamily="18" charset="0"/>
                <a:ea typeface="黑体" panose="02010609060101010101" pitchFamily="49" charset="-122"/>
              </a:rPr>
              <a:t>ω</a:t>
            </a:r>
            <a:r>
              <a:rPr lang="zh-CN" altLang="en-US" b="1" dirty="0">
                <a:latin typeface="Times New Roman" panose="02020603050405020304" pitchFamily="18" charset="0"/>
                <a:ea typeface="黑体" panose="02010609060101010101" pitchFamily="49" charset="-122"/>
              </a:rPr>
              <a:t>取值范围。</a:t>
            </a:r>
            <a:endParaRPr lang="zh-CN" altLang="en-US" b="1" dirty="0">
              <a:latin typeface="Times New Roman" panose="02020603050405020304" pitchFamily="18" charset="0"/>
              <a:ea typeface="黑体" panose="02010609060101010101" pitchFamily="49" charset="-122"/>
            </a:endParaRPr>
          </a:p>
        </p:txBody>
      </p:sp>
      <p:graphicFrame>
        <p:nvGraphicFramePr>
          <p:cNvPr id="33795" name="Object 3"/>
          <p:cNvGraphicFramePr>
            <a:graphicFrameLocks noChangeAspect="1"/>
          </p:cNvGraphicFramePr>
          <p:nvPr/>
        </p:nvGraphicFramePr>
        <p:xfrm>
          <a:off x="2071688" y="928688"/>
          <a:ext cx="5097462" cy="685800"/>
        </p:xfrm>
        <a:graphic>
          <a:graphicData uri="http://schemas.openxmlformats.org/presentationml/2006/ole">
            <mc:AlternateContent xmlns:mc="http://schemas.openxmlformats.org/markup-compatibility/2006">
              <mc:Choice xmlns:v="urn:schemas-microsoft-com:vml" Requires="v">
                <p:oleObj spid="_x0000_s3279" name="" r:id="rId1" imgW="1689100" imgH="228600" progId="Equation.DSMT4">
                  <p:embed/>
                </p:oleObj>
              </mc:Choice>
              <mc:Fallback>
                <p:oleObj name="" r:id="rId1" imgW="1689100" imgH="228600" progId="Equation.DSMT4">
                  <p:embed/>
                  <p:pic>
                    <p:nvPicPr>
                      <p:cNvPr id="0" name="图片 3278"/>
                      <p:cNvPicPr/>
                      <p:nvPr/>
                    </p:nvPicPr>
                    <p:blipFill>
                      <a:blip r:embed="rId2"/>
                      <a:stretch>
                        <a:fillRect/>
                      </a:stretch>
                    </p:blipFill>
                    <p:spPr>
                      <a:xfrm>
                        <a:off x="2071688" y="928688"/>
                        <a:ext cx="5097462" cy="685800"/>
                      </a:xfrm>
                      <a:prstGeom prst="rect">
                        <a:avLst/>
                      </a:prstGeom>
                      <a:noFill/>
                      <a:ln w="38100">
                        <a:noFill/>
                        <a:miter/>
                      </a:ln>
                    </p:spPr>
                  </p:pic>
                </p:oleObj>
              </mc:Fallback>
            </mc:AlternateContent>
          </a:graphicData>
        </a:graphic>
      </p:graphicFrame>
      <p:sp>
        <p:nvSpPr>
          <p:cNvPr id="67587" name="Text Box 5"/>
          <p:cNvSpPr txBox="1"/>
          <p:nvPr/>
        </p:nvSpPr>
        <p:spPr>
          <a:xfrm>
            <a:off x="381000" y="304800"/>
            <a:ext cx="8763000" cy="584200"/>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例</a:t>
            </a:r>
            <a:r>
              <a:rPr lang="en-US" altLang="zh-CN" sz="3200" b="1" dirty="0">
                <a:solidFill>
                  <a:srgbClr val="0070C0"/>
                </a:solidFill>
                <a:latin typeface="Times New Roman" panose="02020603050405020304" pitchFamily="18" charset="0"/>
                <a:ea typeface="黑体" panose="02010609060101010101" pitchFamily="49" charset="-122"/>
              </a:rPr>
              <a:t>. </a:t>
            </a:r>
            <a:r>
              <a:rPr lang="zh-CN" altLang="en-US" b="1" dirty="0">
                <a:latin typeface="Times New Roman" panose="02020603050405020304" pitchFamily="18" charset="0"/>
                <a:ea typeface="黑体" panose="02010609060101010101" pitchFamily="49" charset="-122"/>
              </a:rPr>
              <a:t>方程组</a:t>
            </a:r>
            <a:r>
              <a:rPr lang="en-US" altLang="zh-CN" sz="3200" b="1" i="1" dirty="0">
                <a:latin typeface="Times New Roman" panose="02020603050405020304" pitchFamily="18" charset="0"/>
                <a:ea typeface="宋体" panose="02010600030101010101" pitchFamily="2" charset="-122"/>
              </a:rPr>
              <a:t>Ax</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b</a:t>
            </a:r>
            <a:r>
              <a:rPr lang="en-US" altLang="zh-CN" sz="3200"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其中</a:t>
            </a:r>
            <a:r>
              <a:rPr lang="en-US" altLang="zh-CN" sz="3200" b="1" i="1" dirty="0">
                <a:latin typeface="Times New Roman" panose="02020603050405020304" pitchFamily="18" charset="0"/>
                <a:ea typeface="宋体" panose="02010600030101010101" pitchFamily="2" charset="-122"/>
              </a:rPr>
              <a:t>A</a:t>
            </a:r>
            <a:r>
              <a:rPr lang="zh-CN" altLang="en-US" b="1" dirty="0">
                <a:latin typeface="Times New Roman" panose="02020603050405020304" pitchFamily="18" charset="0"/>
                <a:ea typeface="黑体" panose="02010609060101010101" pitchFamily="49" charset="-122"/>
              </a:rPr>
              <a:t>是</a:t>
            </a:r>
            <a:r>
              <a:rPr lang="zh-CN" altLang="en-US" b="1" dirty="0">
                <a:solidFill>
                  <a:srgbClr val="7030A0"/>
                </a:solidFill>
                <a:latin typeface="Times New Roman" panose="02020603050405020304" pitchFamily="18" charset="0"/>
                <a:ea typeface="黑体" panose="02010609060101010101" pitchFamily="49" charset="-122"/>
              </a:rPr>
              <a:t>对称正定阵</a:t>
            </a:r>
            <a:r>
              <a:rPr lang="en-US" altLang="zh-CN" sz="3200"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黑体" panose="02010609060101010101" pitchFamily="49" charset="-122"/>
              </a:rPr>
              <a:t>讨论迭代格式</a:t>
            </a:r>
            <a:endParaRPr lang="zh-CN" altLang="en-US" b="1" dirty="0">
              <a:latin typeface="Times New Roman" panose="02020603050405020304" pitchFamily="18" charset="0"/>
              <a:ea typeface="黑体" panose="02010609060101010101" pitchFamily="49" charset="-122"/>
            </a:endParaRPr>
          </a:p>
        </p:txBody>
      </p:sp>
      <p:graphicFrame>
        <p:nvGraphicFramePr>
          <p:cNvPr id="2" name="Object 3"/>
          <p:cNvGraphicFramePr>
            <a:graphicFrameLocks noChangeAspect="1"/>
          </p:cNvGraphicFramePr>
          <p:nvPr/>
        </p:nvGraphicFramePr>
        <p:xfrm>
          <a:off x="2071688" y="2214563"/>
          <a:ext cx="4983162" cy="685800"/>
        </p:xfrm>
        <a:graphic>
          <a:graphicData uri="http://schemas.openxmlformats.org/presentationml/2006/ole">
            <mc:AlternateContent xmlns:mc="http://schemas.openxmlformats.org/markup-compatibility/2006">
              <mc:Choice xmlns:v="urn:schemas-microsoft-com:vml" Requires="v">
                <p:oleObj spid="_x0000_s3280" name="" r:id="rId3" imgW="1651000" imgH="228600" progId="Equation.DSMT4">
                  <p:embed/>
                </p:oleObj>
              </mc:Choice>
              <mc:Fallback>
                <p:oleObj name="" r:id="rId3" imgW="1651000" imgH="228600" progId="Equation.DSMT4">
                  <p:embed/>
                  <p:pic>
                    <p:nvPicPr>
                      <p:cNvPr id="0" name="图片 3279"/>
                      <p:cNvPicPr/>
                      <p:nvPr/>
                    </p:nvPicPr>
                    <p:blipFill>
                      <a:blip r:embed="rId4"/>
                      <a:stretch>
                        <a:fillRect/>
                      </a:stretch>
                    </p:blipFill>
                    <p:spPr>
                      <a:xfrm>
                        <a:off x="2071688" y="2214563"/>
                        <a:ext cx="4983162" cy="685800"/>
                      </a:xfrm>
                      <a:prstGeom prst="rect">
                        <a:avLst/>
                      </a:prstGeom>
                      <a:noFill/>
                      <a:ln w="38100">
                        <a:noFill/>
                        <a:miter/>
                      </a:ln>
                    </p:spPr>
                  </p:pic>
                </p:oleObj>
              </mc:Fallback>
            </mc:AlternateContent>
          </a:graphicData>
        </a:graphic>
      </p:graphicFrame>
      <p:sp>
        <p:nvSpPr>
          <p:cNvPr id="7" name="Text Box 3"/>
          <p:cNvSpPr txBox="1"/>
          <p:nvPr/>
        </p:nvSpPr>
        <p:spPr>
          <a:xfrm>
            <a:off x="609600" y="2286000"/>
            <a:ext cx="8534400" cy="584200"/>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宋体" panose="02010600030101010101" pitchFamily="2" charset="-122"/>
              </a:rPr>
              <a:t>思路</a:t>
            </a:r>
            <a:r>
              <a:rPr lang="en-US" altLang="zh-CN" sz="3200" b="1" dirty="0">
                <a:solidFill>
                  <a:srgbClr val="0070C0"/>
                </a:solidFill>
                <a:latin typeface="Times New Roman" panose="02020603050405020304" pitchFamily="18" charset="0"/>
                <a:ea typeface="宋体" panose="02010600030101010101" pitchFamily="2" charset="-122"/>
              </a:rPr>
              <a:t>: </a:t>
            </a:r>
            <a:endParaRPr lang="zh-CN" altLang="en-US" sz="3200" b="1" dirty="0">
              <a:solidFill>
                <a:srgbClr val="0070C0"/>
              </a:solidFill>
              <a:latin typeface="Times New Roman" panose="02020603050405020304" pitchFamily="18" charset="0"/>
              <a:ea typeface="黑体" panose="02010609060101010101" pitchFamily="49" charset="-122"/>
            </a:endParaRPr>
          </a:p>
        </p:txBody>
      </p:sp>
      <p:graphicFrame>
        <p:nvGraphicFramePr>
          <p:cNvPr id="4" name="Object 3"/>
          <p:cNvGraphicFramePr>
            <a:graphicFrameLocks noChangeAspect="1"/>
          </p:cNvGraphicFramePr>
          <p:nvPr/>
        </p:nvGraphicFramePr>
        <p:xfrm>
          <a:off x="2843213" y="5072063"/>
          <a:ext cx="2435225" cy="973137"/>
        </p:xfrm>
        <a:graphic>
          <a:graphicData uri="http://schemas.openxmlformats.org/presentationml/2006/ole">
            <mc:AlternateContent xmlns:mc="http://schemas.openxmlformats.org/markup-compatibility/2006">
              <mc:Choice xmlns:v="urn:schemas-microsoft-com:vml" Requires="v">
                <p:oleObj spid="_x0000_s3278" name="" r:id="rId5" imgW="1104265" imgH="444500" progId="Equation.DSMT4">
                  <p:embed/>
                </p:oleObj>
              </mc:Choice>
              <mc:Fallback>
                <p:oleObj name="" r:id="rId5" imgW="1104265" imgH="444500" progId="Equation.DSMT4">
                  <p:embed/>
                  <p:pic>
                    <p:nvPicPr>
                      <p:cNvPr id="0" name="图片 3277"/>
                      <p:cNvPicPr/>
                      <p:nvPr/>
                    </p:nvPicPr>
                    <p:blipFill>
                      <a:blip r:embed="rId6"/>
                      <a:stretch>
                        <a:fillRect/>
                      </a:stretch>
                    </p:blipFill>
                    <p:spPr>
                      <a:xfrm>
                        <a:off x="2843213" y="5072063"/>
                        <a:ext cx="2435225" cy="973137"/>
                      </a:xfrm>
                      <a:prstGeom prst="rect">
                        <a:avLst/>
                      </a:prstGeom>
                      <a:noFill/>
                      <a:ln w="38100">
                        <a:noFill/>
                        <a:miter/>
                      </a:ln>
                    </p:spPr>
                  </p:pic>
                </p:oleObj>
              </mc:Fallback>
            </mc:AlternateContent>
          </a:graphicData>
        </a:graphic>
      </p:graphicFrame>
      <p:graphicFrame>
        <p:nvGraphicFramePr>
          <p:cNvPr id="8" name="Object 3"/>
          <p:cNvGraphicFramePr>
            <a:graphicFrameLocks noChangeAspect="1"/>
          </p:cNvGraphicFramePr>
          <p:nvPr/>
        </p:nvGraphicFramePr>
        <p:xfrm>
          <a:off x="684213" y="4070350"/>
          <a:ext cx="7315200" cy="527050"/>
        </p:xfrm>
        <a:graphic>
          <a:graphicData uri="http://schemas.openxmlformats.org/presentationml/2006/ole">
            <mc:AlternateContent xmlns:mc="http://schemas.openxmlformats.org/markup-compatibility/2006">
              <mc:Choice xmlns:v="urn:schemas-microsoft-com:vml" Requires="v">
                <p:oleObj spid="_x0000_s3282" name="" r:id="rId7" imgW="2971800" imgH="215900" progId="Equation.DSMT4">
                  <p:embed/>
                </p:oleObj>
              </mc:Choice>
              <mc:Fallback>
                <p:oleObj name="" r:id="rId7" imgW="2971800" imgH="215900" progId="Equation.DSMT4">
                  <p:embed/>
                  <p:pic>
                    <p:nvPicPr>
                      <p:cNvPr id="0" name="图片 3281"/>
                      <p:cNvPicPr/>
                      <p:nvPr/>
                    </p:nvPicPr>
                    <p:blipFill>
                      <a:blip r:embed="rId8"/>
                      <a:stretch>
                        <a:fillRect/>
                      </a:stretch>
                    </p:blipFill>
                    <p:spPr>
                      <a:xfrm>
                        <a:off x="684213" y="4070350"/>
                        <a:ext cx="7315200" cy="527050"/>
                      </a:xfrm>
                      <a:prstGeom prst="rect">
                        <a:avLst/>
                      </a:prstGeom>
                      <a:noFill/>
                      <a:ln w="38100">
                        <a:noFill/>
                        <a:miter/>
                      </a:ln>
                    </p:spPr>
                  </p:pic>
                </p:oleObj>
              </mc:Fallback>
            </mc:AlternateContent>
          </a:graphicData>
        </a:graphic>
      </p:graphicFrame>
      <p:sp>
        <p:nvSpPr>
          <p:cNvPr id="11" name="Text Box 2"/>
          <p:cNvSpPr txBox="1"/>
          <p:nvPr/>
        </p:nvSpPr>
        <p:spPr>
          <a:xfrm>
            <a:off x="762000" y="3071813"/>
            <a:ext cx="8382000" cy="523875"/>
          </a:xfrm>
          <a:prstGeom prst="rect">
            <a:avLst/>
          </a:prstGeom>
          <a:noFill/>
          <a:ln w="9525">
            <a:noFill/>
          </a:ln>
        </p:spPr>
        <p:txBody>
          <a:bodyPr anchor="t" anchorCtr="0">
            <a:spAutoFit/>
          </a:bodyPr>
          <a:p>
            <a:pPr algn="just">
              <a:spcBef>
                <a:spcPct val="50000"/>
              </a:spcBef>
            </a:pPr>
            <a:r>
              <a:rPr lang="zh-CN" altLang="en-US" b="1" dirty="0">
                <a:latin typeface="Times New Roman" panose="02020603050405020304" pitchFamily="18" charset="0"/>
                <a:ea typeface="黑体" panose="02010609060101010101" pitchFamily="49" charset="-122"/>
              </a:rPr>
              <a:t>迭代矩阵</a:t>
            </a:r>
            <a:r>
              <a:rPr lang="en-US" altLang="zh-CN" b="1" i="1" dirty="0">
                <a:latin typeface="Times New Roman" panose="02020603050405020304" pitchFamily="18" charset="0"/>
                <a:ea typeface="黑体" panose="02010609060101010101" pitchFamily="49" charset="-122"/>
              </a:rPr>
              <a:t>I</a:t>
            </a:r>
            <a:r>
              <a:rPr lang="en-US" altLang="zh-CN" b="1" dirty="0">
                <a:latin typeface="Times New Roman" panose="02020603050405020304" pitchFamily="18" charset="0"/>
                <a:ea typeface="黑体" panose="02010609060101010101" pitchFamily="49" charset="-122"/>
              </a:rPr>
              <a:t>-</a:t>
            </a:r>
            <a:r>
              <a:rPr lang="el-GR" altLang="zh-CN" b="1" i="1" dirty="0">
                <a:latin typeface="Times New Roman" panose="02020603050405020304" pitchFamily="18" charset="0"/>
                <a:ea typeface="黑体" panose="02010609060101010101" pitchFamily="49" charset="-122"/>
              </a:rPr>
              <a:t>ω</a:t>
            </a:r>
            <a:r>
              <a:rPr lang="en-US" altLang="zh-CN" b="1" dirty="0">
                <a:latin typeface="Times New Roman" panose="02020603050405020304" pitchFamily="18" charset="0"/>
                <a:ea typeface="黑体" panose="02010609060101010101" pitchFamily="49" charset="-122"/>
              </a:rPr>
              <a:t>A</a:t>
            </a:r>
            <a:r>
              <a:rPr lang="zh-CN" altLang="en-US" b="1" dirty="0">
                <a:latin typeface="Times New Roman" panose="02020603050405020304" pitchFamily="18" charset="0"/>
                <a:ea typeface="黑体" panose="02010609060101010101" pitchFamily="49" charset="-122"/>
              </a:rPr>
              <a:t>所有特征值模均小于</a:t>
            </a:r>
            <a:r>
              <a:rPr lang="en-US" altLang="zh-CN" b="1" dirty="0">
                <a:latin typeface="Times New Roman" panose="02020603050405020304" pitchFamily="18" charset="0"/>
                <a:ea typeface="黑体" panose="02010609060101010101" pitchFamily="49" charset="-122"/>
              </a:rPr>
              <a:t>1</a:t>
            </a:r>
            <a:r>
              <a:rPr lang="zh-CN" altLang="en-US" b="1" dirty="0">
                <a:latin typeface="Times New Roman" panose="02020603050405020304" pitchFamily="18" charset="0"/>
                <a:ea typeface="黑体" panose="02010609060101010101" pitchFamily="49" charset="-122"/>
              </a:rPr>
              <a:t>。</a:t>
            </a:r>
            <a:endParaRPr lang="zh-CN" altLang="en-US" b="1"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wipe(left)">
                                      <p:cBhvr>
                                        <p:cTn id="7" dur="500"/>
                                        <p:tgtEl>
                                          <p:spTgt spid="337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4">
                                            <p:txEl>
                                              <p:charRg st="0" end="10"/>
                                            </p:txEl>
                                          </p:spTgt>
                                        </p:tgtEl>
                                        <p:attrNameLst>
                                          <p:attrName>style.visibility</p:attrName>
                                        </p:attrNameLst>
                                      </p:cBhvr>
                                      <p:to>
                                        <p:strVal val="visible"/>
                                      </p:to>
                                    </p:set>
                                    <p:animEffect transition="in" filter="wipe(left)">
                                      <p:cBhvr>
                                        <p:cTn id="12" dur="500"/>
                                        <p:tgtEl>
                                          <p:spTgt spid="33794">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charRg st="0" end="5"/>
                                            </p:txEl>
                                          </p:spTgt>
                                        </p:tgtEl>
                                        <p:attrNameLst>
                                          <p:attrName>style.visibility</p:attrName>
                                        </p:attrNameLst>
                                      </p:cBhvr>
                                      <p:to>
                                        <p:strVal val="visible"/>
                                      </p:to>
                                    </p:set>
                                    <p:animEffect transition="in" filter="wipe(left)">
                                      <p:cBhvr>
                                        <p:cTn id="17" dur="500"/>
                                        <p:tgtEl>
                                          <p:spTgt spid="7">
                                            <p:txEl>
                                              <p:charRg st="0"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xEl>
                                              <p:charRg st="0" end="20"/>
                                            </p:txEl>
                                          </p:spTgt>
                                        </p:tgtEl>
                                        <p:attrNameLst>
                                          <p:attrName>style.visibility</p:attrName>
                                        </p:attrNameLst>
                                      </p:cBhvr>
                                      <p:to>
                                        <p:strVal val="visible"/>
                                      </p:to>
                                    </p:set>
                                    <p:animEffect transition="in" filter="wipe(left)">
                                      <p:cBhvr>
                                        <p:cTn id="27" dur="500"/>
                                        <p:tgtEl>
                                          <p:spTgt spid="11">
                                            <p:txEl>
                                              <p:charRg st="0" end="2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build="p"/>
      <p:bldP spid="7" grpId="0" build="p"/>
      <p:bldP spid="11"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txBox="1"/>
          <p:nvPr/>
        </p:nvSpPr>
        <p:spPr>
          <a:xfrm>
            <a:off x="5715000" y="2857500"/>
            <a:ext cx="2500313" cy="523875"/>
          </a:xfrm>
          <a:prstGeom prst="rect">
            <a:avLst/>
          </a:prstGeom>
          <a:noFill/>
          <a:ln w="9525" cap="flat" cmpd="sng">
            <a:solidFill>
              <a:schemeClr val="accent2"/>
            </a:solidFill>
            <a:prstDash val="solid"/>
            <a:miter/>
            <a:headEnd type="none" w="med" len="med"/>
            <a:tailEnd type="none" w="med" len="med"/>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方程组的求解</a:t>
            </a:r>
            <a:endParaRPr lang="zh-CN" altLang="en-US" b="1" dirty="0">
              <a:latin typeface="Times New Roman" panose="02020603050405020304" pitchFamily="18" charset="0"/>
              <a:ea typeface="黑体" panose="02010609060101010101" pitchFamily="49" charset="-122"/>
            </a:endParaRPr>
          </a:p>
        </p:txBody>
      </p:sp>
      <p:sp>
        <p:nvSpPr>
          <p:cNvPr id="4" name="Text Box 4"/>
          <p:cNvSpPr txBox="1"/>
          <p:nvPr/>
        </p:nvSpPr>
        <p:spPr>
          <a:xfrm>
            <a:off x="714375" y="2857500"/>
            <a:ext cx="2786063" cy="523875"/>
          </a:xfrm>
          <a:prstGeom prst="rect">
            <a:avLst/>
          </a:prstGeom>
          <a:noFill/>
          <a:ln w="9525" cap="flat" cmpd="sng">
            <a:solidFill>
              <a:schemeClr val="accent2"/>
            </a:solidFill>
            <a:prstDash val="solid"/>
            <a:miter/>
            <a:headEnd type="none" w="med" len="med"/>
            <a:tailEnd type="none" w="med" len="med"/>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优化问题的求解</a:t>
            </a:r>
            <a:endParaRPr lang="zh-CN" altLang="en-US" b="1" dirty="0">
              <a:latin typeface="Times New Roman" panose="02020603050405020304" pitchFamily="18" charset="0"/>
              <a:ea typeface="黑体" panose="02010609060101010101" pitchFamily="49" charset="-122"/>
            </a:endParaRPr>
          </a:p>
        </p:txBody>
      </p:sp>
      <p:graphicFrame>
        <p:nvGraphicFramePr>
          <p:cNvPr id="3077" name="Object 5"/>
          <p:cNvGraphicFramePr>
            <a:graphicFrameLocks noChangeAspect="1"/>
          </p:cNvGraphicFramePr>
          <p:nvPr/>
        </p:nvGraphicFramePr>
        <p:xfrm>
          <a:off x="52388" y="4645025"/>
          <a:ext cx="4895850" cy="841375"/>
        </p:xfrm>
        <a:graphic>
          <a:graphicData uri="http://schemas.openxmlformats.org/presentationml/2006/ole">
            <mc:AlternateContent xmlns:mc="http://schemas.openxmlformats.org/markup-compatibility/2006">
              <mc:Choice xmlns:v="urn:schemas-microsoft-com:vml" Requires="v">
                <p:oleObj spid="_x0000_s3283" name="" r:id="rId1" imgW="2362200" imgH="405765" progId="Equation.DSMT4">
                  <p:embed/>
                </p:oleObj>
              </mc:Choice>
              <mc:Fallback>
                <p:oleObj name="" r:id="rId1" imgW="2362200" imgH="405765" progId="Equation.DSMT4">
                  <p:embed/>
                  <p:pic>
                    <p:nvPicPr>
                      <p:cNvPr id="0" name="图片 3282"/>
                      <p:cNvPicPr/>
                      <p:nvPr/>
                    </p:nvPicPr>
                    <p:blipFill>
                      <a:blip r:embed="rId2"/>
                      <a:stretch>
                        <a:fillRect/>
                      </a:stretch>
                    </p:blipFill>
                    <p:spPr>
                      <a:xfrm>
                        <a:off x="52388" y="4645025"/>
                        <a:ext cx="4895850" cy="841375"/>
                      </a:xfrm>
                      <a:prstGeom prst="rect">
                        <a:avLst/>
                      </a:prstGeom>
                      <a:noFill/>
                      <a:ln w="38100">
                        <a:noFill/>
                        <a:miter/>
                      </a:ln>
                    </p:spPr>
                  </p:pic>
                </p:oleObj>
              </mc:Fallback>
            </mc:AlternateContent>
          </a:graphicData>
        </a:graphic>
      </p:graphicFrame>
      <p:graphicFrame>
        <p:nvGraphicFramePr>
          <p:cNvPr id="5" name="Object 3"/>
          <p:cNvGraphicFramePr>
            <a:graphicFrameLocks noChangeAspect="1"/>
          </p:cNvGraphicFramePr>
          <p:nvPr/>
        </p:nvGraphicFramePr>
        <p:xfrm>
          <a:off x="5540375" y="4714875"/>
          <a:ext cx="3603625" cy="531813"/>
        </p:xfrm>
        <a:graphic>
          <a:graphicData uri="http://schemas.openxmlformats.org/presentationml/2006/ole">
            <mc:AlternateContent xmlns:mc="http://schemas.openxmlformats.org/markup-compatibility/2006">
              <mc:Choice xmlns:v="urn:schemas-microsoft-com:vml" Requires="v">
                <p:oleObj spid="_x0000_s3285" name="" r:id="rId3" imgW="1549400" imgH="228600" progId="Equation.DSMT4">
                  <p:embed/>
                </p:oleObj>
              </mc:Choice>
              <mc:Fallback>
                <p:oleObj name="" r:id="rId3" imgW="1549400" imgH="228600" progId="Equation.DSMT4">
                  <p:embed/>
                  <p:pic>
                    <p:nvPicPr>
                      <p:cNvPr id="0" name="图片 3284"/>
                      <p:cNvPicPr/>
                      <p:nvPr/>
                    </p:nvPicPr>
                    <p:blipFill>
                      <a:blip r:embed="rId4"/>
                      <a:stretch>
                        <a:fillRect/>
                      </a:stretch>
                    </p:blipFill>
                    <p:spPr>
                      <a:xfrm>
                        <a:off x="5540375" y="4714875"/>
                        <a:ext cx="3603625" cy="531813"/>
                      </a:xfrm>
                      <a:prstGeom prst="rect">
                        <a:avLst/>
                      </a:prstGeom>
                      <a:noFill/>
                      <a:ln w="38100">
                        <a:noFill/>
                        <a:miter/>
                      </a:ln>
                    </p:spPr>
                  </p:pic>
                </p:oleObj>
              </mc:Fallback>
            </mc:AlternateContent>
          </a:graphicData>
        </a:graphic>
      </p:graphicFrame>
      <p:sp>
        <p:nvSpPr>
          <p:cNvPr id="7" name="上弧形箭头 6"/>
          <p:cNvSpPr/>
          <p:nvPr/>
        </p:nvSpPr>
        <p:spPr>
          <a:xfrm>
            <a:off x="2071688" y="1714500"/>
            <a:ext cx="4857750" cy="1000125"/>
          </a:xfrm>
          <a:prstGeom prst="curvedDownArrow">
            <a:avLst>
              <a:gd name="adj1" fmla="val 25004"/>
              <a:gd name="adj2" fmla="val 50009"/>
              <a:gd name="adj3" fmla="val 25000"/>
            </a:avLst>
          </a:prstGeom>
          <a:solidFill>
            <a:schemeClr val="accent1"/>
          </a:solidFill>
          <a:ln w="9525" cap="flat" cmpd="sng">
            <a:solidFill>
              <a:schemeClr val="tx1"/>
            </a:solidFill>
            <a:prstDash val="solid"/>
            <a:round/>
            <a:headEnd type="none" w="med" len="med"/>
            <a:tailEnd type="none" w="med" len="med"/>
          </a:ln>
        </p:spPr>
        <p:txBody>
          <a:bodyPr anchor="t" anchorCtr="0"/>
          <a:p>
            <a:endParaRPr lang="zh-CN" altLang="en-US" dirty="0">
              <a:latin typeface="Times New Roman" panose="02020603050405020304" pitchFamily="18" charset="0"/>
              <a:ea typeface="宋体" panose="02010600030101010101" pitchFamily="2" charset="-122"/>
            </a:endParaRPr>
          </a:p>
        </p:txBody>
      </p:sp>
      <p:sp>
        <p:nvSpPr>
          <p:cNvPr id="68614" name="TextBox 11"/>
          <p:cNvSpPr txBox="1"/>
          <p:nvPr/>
        </p:nvSpPr>
        <p:spPr>
          <a:xfrm>
            <a:off x="428625" y="428625"/>
            <a:ext cx="3214688" cy="523875"/>
          </a:xfrm>
          <a:prstGeom prst="rect">
            <a:avLst/>
          </a:prstGeom>
          <a:noFill/>
          <a:ln w="9525">
            <a:noFill/>
          </a:ln>
        </p:spPr>
        <p:txBody>
          <a:bodyPr anchor="t" anchorCtr="0">
            <a:spAutoFit/>
          </a:bodyPr>
          <a:p>
            <a:r>
              <a:rPr lang="zh-CN" altLang="en-US" b="1" dirty="0">
                <a:latin typeface="黑体" panose="02010609060101010101" pitchFamily="49" charset="-122"/>
                <a:ea typeface="黑体" panose="02010609060101010101" pitchFamily="49" charset="-122"/>
              </a:rPr>
              <a:t>初等变分原理</a:t>
            </a:r>
            <a:endParaRPr lang="zh-CN" altLang="en-US"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2/3*#ppt_w"/>
                                          </p:val>
                                        </p:tav>
                                        <p:tav tm="100000">
                                          <p:val>
                                            <p:strVal val="#ppt_w"/>
                                          </p:val>
                                        </p:tav>
                                      </p:tavLst>
                                    </p:anim>
                                    <p:anim calcmode="lin" valueType="num">
                                      <p:cBhvr>
                                        <p:cTn id="8"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077"/>
                                        </p:tgtEl>
                                        <p:attrNameLst>
                                          <p:attrName>style.visibility</p:attrName>
                                        </p:attrNameLst>
                                      </p:cBhvr>
                                      <p:to>
                                        <p:strVal val="visible"/>
                                      </p:to>
                                    </p:set>
                                    <p:animEffect transition="in" filter="wipe(left)">
                                      <p:cBhvr>
                                        <p:cTn id="13" dur="500"/>
                                        <p:tgtEl>
                                          <p:spTgt spid="307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272"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strVal val="2/3*#ppt_w"/>
                                          </p:val>
                                        </p:tav>
                                        <p:tav tm="100000">
                                          <p:val>
                                            <p:strVal val="#ppt_w"/>
                                          </p:val>
                                        </p:tav>
                                      </p:tavLst>
                                    </p:anim>
                                    <p:anim calcmode="lin" valueType="num">
                                      <p:cBhvr>
                                        <p:cTn id="19" dur="500" fill="hold"/>
                                        <p:tgtEl>
                                          <p:spTgt spid="3"/>
                                        </p:tgtEl>
                                        <p:attrNameLst>
                                          <p:attrName>ppt_h</p:attrName>
                                        </p:attrNameLst>
                                      </p:cBhvr>
                                      <p:tavLst>
                                        <p:tav tm="0">
                                          <p:val>
                                            <p:strVal val="2/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ppt_x</p:attrName>
                                        </p:attrNameLst>
                                      </p:cBhvr>
                                      <p:tavLst>
                                        <p:tav tm="0">
                                          <p:val>
                                            <p:strVal val="0-#ppt_w/2"/>
                                          </p:val>
                                        </p:tav>
                                        <p:tav tm="100000">
                                          <p:val>
                                            <p:strVal val="#ppt_x"/>
                                          </p:val>
                                        </p:tav>
                                      </p:tavLst>
                                    </p:anim>
                                    <p:anim calcmode="lin" valueType="num">
                                      <p:cBhvr>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7"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txBox="1"/>
          <p:nvPr/>
        </p:nvSpPr>
        <p:spPr>
          <a:xfrm>
            <a:off x="5715000" y="2857500"/>
            <a:ext cx="2500313" cy="523875"/>
          </a:xfrm>
          <a:prstGeom prst="rect">
            <a:avLst/>
          </a:prstGeom>
          <a:noFill/>
          <a:ln w="9525" cap="flat" cmpd="sng">
            <a:solidFill>
              <a:schemeClr val="accent2"/>
            </a:solidFill>
            <a:prstDash val="solid"/>
            <a:miter/>
            <a:headEnd type="none" w="med" len="med"/>
            <a:tailEnd type="none" w="med" len="med"/>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方程组的求解</a:t>
            </a:r>
            <a:endParaRPr lang="zh-CN" altLang="en-US" b="1" dirty="0">
              <a:latin typeface="Times New Roman" panose="02020603050405020304" pitchFamily="18" charset="0"/>
              <a:ea typeface="黑体" panose="02010609060101010101" pitchFamily="49" charset="-122"/>
            </a:endParaRPr>
          </a:p>
        </p:txBody>
      </p:sp>
      <p:sp>
        <p:nvSpPr>
          <p:cNvPr id="4" name="Text Box 4"/>
          <p:cNvSpPr txBox="1"/>
          <p:nvPr/>
        </p:nvSpPr>
        <p:spPr>
          <a:xfrm>
            <a:off x="714375" y="2857500"/>
            <a:ext cx="2786063" cy="523875"/>
          </a:xfrm>
          <a:prstGeom prst="rect">
            <a:avLst/>
          </a:prstGeom>
          <a:noFill/>
          <a:ln w="9525" cap="flat" cmpd="sng">
            <a:solidFill>
              <a:schemeClr val="accent2"/>
            </a:solidFill>
            <a:prstDash val="solid"/>
            <a:miter/>
            <a:headEnd type="none" w="med" len="med"/>
            <a:tailEnd type="none" w="med" len="med"/>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优化问题的求解</a:t>
            </a:r>
            <a:endParaRPr lang="zh-CN" altLang="en-US" b="1" dirty="0">
              <a:latin typeface="Times New Roman" panose="02020603050405020304" pitchFamily="18" charset="0"/>
              <a:ea typeface="黑体" panose="02010609060101010101" pitchFamily="49" charset="-122"/>
            </a:endParaRPr>
          </a:p>
        </p:txBody>
      </p:sp>
      <p:graphicFrame>
        <p:nvGraphicFramePr>
          <p:cNvPr id="3077" name="Object 5"/>
          <p:cNvGraphicFramePr>
            <a:graphicFrameLocks noChangeAspect="1"/>
          </p:cNvGraphicFramePr>
          <p:nvPr/>
        </p:nvGraphicFramePr>
        <p:xfrm>
          <a:off x="52388" y="4645025"/>
          <a:ext cx="4895850" cy="841375"/>
        </p:xfrm>
        <a:graphic>
          <a:graphicData uri="http://schemas.openxmlformats.org/presentationml/2006/ole">
            <mc:AlternateContent xmlns:mc="http://schemas.openxmlformats.org/markup-compatibility/2006">
              <mc:Choice xmlns:v="urn:schemas-microsoft-com:vml" Requires="v">
                <p:oleObj spid="_x0000_s3288" name="" r:id="rId1" imgW="2362200" imgH="405765" progId="Equation.DSMT4">
                  <p:embed/>
                </p:oleObj>
              </mc:Choice>
              <mc:Fallback>
                <p:oleObj name="" r:id="rId1" imgW="2362200" imgH="405765" progId="Equation.DSMT4">
                  <p:embed/>
                  <p:pic>
                    <p:nvPicPr>
                      <p:cNvPr id="0" name="图片 3287"/>
                      <p:cNvPicPr/>
                      <p:nvPr/>
                    </p:nvPicPr>
                    <p:blipFill>
                      <a:blip r:embed="rId2"/>
                      <a:stretch>
                        <a:fillRect/>
                      </a:stretch>
                    </p:blipFill>
                    <p:spPr>
                      <a:xfrm>
                        <a:off x="52388" y="4645025"/>
                        <a:ext cx="4895850" cy="841375"/>
                      </a:xfrm>
                      <a:prstGeom prst="rect">
                        <a:avLst/>
                      </a:prstGeom>
                      <a:noFill/>
                      <a:ln w="38100">
                        <a:noFill/>
                        <a:miter/>
                      </a:ln>
                    </p:spPr>
                  </p:pic>
                </p:oleObj>
              </mc:Fallback>
            </mc:AlternateContent>
          </a:graphicData>
        </a:graphic>
      </p:graphicFrame>
      <p:graphicFrame>
        <p:nvGraphicFramePr>
          <p:cNvPr id="5" name="Object 3"/>
          <p:cNvGraphicFramePr>
            <a:graphicFrameLocks noChangeAspect="1"/>
          </p:cNvGraphicFramePr>
          <p:nvPr/>
        </p:nvGraphicFramePr>
        <p:xfrm>
          <a:off x="5540375" y="4714875"/>
          <a:ext cx="3603625" cy="531813"/>
        </p:xfrm>
        <a:graphic>
          <a:graphicData uri="http://schemas.openxmlformats.org/presentationml/2006/ole">
            <mc:AlternateContent xmlns:mc="http://schemas.openxmlformats.org/markup-compatibility/2006">
              <mc:Choice xmlns:v="urn:schemas-microsoft-com:vml" Requires="v">
                <p:oleObj spid="_x0000_s3289" name="" r:id="rId3" imgW="1549400" imgH="228600" progId="Equation.DSMT4">
                  <p:embed/>
                </p:oleObj>
              </mc:Choice>
              <mc:Fallback>
                <p:oleObj name="" r:id="rId3" imgW="1549400" imgH="228600" progId="Equation.DSMT4">
                  <p:embed/>
                  <p:pic>
                    <p:nvPicPr>
                      <p:cNvPr id="0" name="图片 3288"/>
                      <p:cNvPicPr/>
                      <p:nvPr/>
                    </p:nvPicPr>
                    <p:blipFill>
                      <a:blip r:embed="rId4"/>
                      <a:stretch>
                        <a:fillRect/>
                      </a:stretch>
                    </p:blipFill>
                    <p:spPr>
                      <a:xfrm>
                        <a:off x="5540375" y="4714875"/>
                        <a:ext cx="3603625" cy="531813"/>
                      </a:xfrm>
                      <a:prstGeom prst="rect">
                        <a:avLst/>
                      </a:prstGeom>
                      <a:noFill/>
                      <a:ln w="38100">
                        <a:noFill/>
                        <a:miter/>
                      </a:ln>
                    </p:spPr>
                  </p:pic>
                </p:oleObj>
              </mc:Fallback>
            </mc:AlternateContent>
          </a:graphicData>
        </a:graphic>
      </p:graphicFrame>
      <p:sp>
        <p:nvSpPr>
          <p:cNvPr id="7" name="上弧形箭头 6"/>
          <p:cNvSpPr/>
          <p:nvPr/>
        </p:nvSpPr>
        <p:spPr>
          <a:xfrm>
            <a:off x="2071688" y="1714500"/>
            <a:ext cx="4857750" cy="1000125"/>
          </a:xfrm>
          <a:prstGeom prst="curvedDownArrow">
            <a:avLst>
              <a:gd name="adj1" fmla="val 25004"/>
              <a:gd name="adj2" fmla="val 50009"/>
              <a:gd name="adj3" fmla="val 25000"/>
            </a:avLst>
          </a:prstGeom>
          <a:solidFill>
            <a:schemeClr val="accent1"/>
          </a:solidFill>
          <a:ln w="9525" cap="flat" cmpd="sng">
            <a:solidFill>
              <a:schemeClr val="tx1"/>
            </a:solidFill>
            <a:prstDash val="solid"/>
            <a:round/>
            <a:headEnd type="none" w="med" len="med"/>
            <a:tailEnd type="none" w="med" len="med"/>
          </a:ln>
        </p:spPr>
        <p:txBody>
          <a:bodyPr anchor="t" anchorCtr="0"/>
          <a:p>
            <a:endParaRPr lang="zh-CN" altLang="en-US" dirty="0">
              <a:latin typeface="Times New Roman" panose="02020603050405020304" pitchFamily="18" charset="0"/>
              <a:ea typeface="宋体" panose="02010600030101010101" pitchFamily="2" charset="-122"/>
            </a:endParaRPr>
          </a:p>
        </p:txBody>
      </p:sp>
      <p:sp>
        <p:nvSpPr>
          <p:cNvPr id="11" name="上弧形箭头 10"/>
          <p:cNvSpPr/>
          <p:nvPr/>
        </p:nvSpPr>
        <p:spPr>
          <a:xfrm rot="10800000">
            <a:off x="2000250" y="3500438"/>
            <a:ext cx="4857750" cy="1000125"/>
          </a:xfrm>
          <a:prstGeom prst="curvedDownArrow">
            <a:avLst>
              <a:gd name="adj1" fmla="val 25004"/>
              <a:gd name="adj2" fmla="val 50009"/>
              <a:gd name="adj3" fmla="val 25000"/>
            </a:avLst>
          </a:prstGeom>
          <a:solidFill>
            <a:schemeClr val="accent1"/>
          </a:solidFill>
          <a:ln w="9525" cap="flat" cmpd="sng">
            <a:solidFill>
              <a:schemeClr val="tx1"/>
            </a:solidFill>
            <a:prstDash val="solid"/>
            <a:round/>
            <a:headEnd type="none" w="med" len="med"/>
            <a:tailEnd type="none" w="med" len="med"/>
          </a:ln>
        </p:spPr>
        <p:txBody>
          <a:bodyPr anchor="t" anchorCtr="0"/>
          <a:p>
            <a:endParaRPr lang="zh-CN" altLang="en-US" dirty="0">
              <a:latin typeface="Times New Roman" panose="02020603050405020304" pitchFamily="18" charset="0"/>
              <a:ea typeface="宋体" panose="02010600030101010101" pitchFamily="2" charset="-122"/>
            </a:endParaRPr>
          </a:p>
        </p:txBody>
      </p:sp>
      <p:sp>
        <p:nvSpPr>
          <p:cNvPr id="69639" name="TextBox 11"/>
          <p:cNvSpPr txBox="1"/>
          <p:nvPr/>
        </p:nvSpPr>
        <p:spPr>
          <a:xfrm>
            <a:off x="428625" y="428625"/>
            <a:ext cx="3214688" cy="523875"/>
          </a:xfrm>
          <a:prstGeom prst="rect">
            <a:avLst/>
          </a:prstGeom>
          <a:noFill/>
          <a:ln w="9525">
            <a:noFill/>
          </a:ln>
        </p:spPr>
        <p:txBody>
          <a:bodyPr anchor="t" anchorCtr="0">
            <a:spAutoFit/>
          </a:bodyPr>
          <a:p>
            <a:r>
              <a:rPr lang="zh-CN" altLang="en-US" b="1" dirty="0">
                <a:latin typeface="黑体" panose="02010609060101010101" pitchFamily="49" charset="-122"/>
                <a:ea typeface="黑体" panose="02010609060101010101" pitchFamily="49" charset="-122"/>
              </a:rPr>
              <a:t>初等变分原理</a:t>
            </a:r>
            <a:endParaRPr lang="zh-CN" altLang="en-US" b="1" dirty="0">
              <a:latin typeface="黑体" panose="02010609060101010101" pitchFamily="49" charset="-122"/>
              <a:ea typeface="黑体" panose="02010609060101010101" pitchFamily="49" charset="-122"/>
            </a:endParaRPr>
          </a:p>
        </p:txBody>
      </p:sp>
      <p:sp>
        <p:nvSpPr>
          <p:cNvPr id="12" name="TextBox 11"/>
          <p:cNvSpPr txBox="1"/>
          <p:nvPr/>
        </p:nvSpPr>
        <p:spPr>
          <a:xfrm>
            <a:off x="3071813" y="3643313"/>
            <a:ext cx="3143250" cy="523875"/>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A </a:t>
            </a:r>
            <a:r>
              <a:rPr lang="zh-CN" altLang="en-US" b="1" dirty="0">
                <a:latin typeface="Times New Roman" panose="02020603050405020304" pitchFamily="18" charset="0"/>
                <a:ea typeface="黑体" panose="02010609060101010101" pitchFamily="49" charset="-122"/>
              </a:rPr>
              <a:t>实对称正定矩阵</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2/3*#ppt_w"/>
                                          </p:val>
                                        </p:tav>
                                        <p:tav tm="100000">
                                          <p:val>
                                            <p:strVal val="#ppt_w"/>
                                          </p:val>
                                        </p:tav>
                                      </p:tavLst>
                                    </p:anim>
                                    <p:anim calcmode="lin" valueType="num">
                                      <p:cBhvr>
                                        <p:cTn id="8"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077"/>
                                        </p:tgtEl>
                                        <p:attrNameLst>
                                          <p:attrName>style.visibility</p:attrName>
                                        </p:attrNameLst>
                                      </p:cBhvr>
                                      <p:to>
                                        <p:strVal val="visible"/>
                                      </p:to>
                                    </p:set>
                                    <p:animEffect transition="in" filter="wipe(left)">
                                      <p:cBhvr>
                                        <p:cTn id="13" dur="500"/>
                                        <p:tgtEl>
                                          <p:spTgt spid="307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272"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strVal val="2/3*#ppt_w"/>
                                          </p:val>
                                        </p:tav>
                                        <p:tav tm="100000">
                                          <p:val>
                                            <p:strVal val="#ppt_w"/>
                                          </p:val>
                                        </p:tav>
                                      </p:tavLst>
                                    </p:anim>
                                    <p:anim calcmode="lin" valueType="num">
                                      <p:cBhvr>
                                        <p:cTn id="19" dur="500" fill="hold"/>
                                        <p:tgtEl>
                                          <p:spTgt spid="3"/>
                                        </p:tgtEl>
                                        <p:attrNameLst>
                                          <p:attrName>ppt_h</p:attrName>
                                        </p:attrNameLst>
                                      </p:cBhvr>
                                      <p:tavLst>
                                        <p:tav tm="0">
                                          <p:val>
                                            <p:strVal val="2/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ppt_x</p:attrName>
                                        </p:attrNameLst>
                                      </p:cBhvr>
                                      <p:tavLst>
                                        <p:tav tm="0">
                                          <p:val>
                                            <p:strVal val="0-#ppt_w/2"/>
                                          </p:val>
                                        </p:tav>
                                        <p:tav tm="100000">
                                          <p:val>
                                            <p:strVal val="#ppt_x"/>
                                          </p:val>
                                        </p:tav>
                                      </p:tavLst>
                                    </p:anim>
                                    <p:anim calcmode="lin" valueType="num">
                                      <p:cBhvr>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ppt_x</p:attrName>
                                        </p:attrNameLst>
                                      </p:cBhvr>
                                      <p:tavLst>
                                        <p:tav tm="0">
                                          <p:val>
                                            <p:strVal val="0-#ppt_w/2"/>
                                          </p:val>
                                        </p:tav>
                                        <p:tav tm="100000">
                                          <p:val>
                                            <p:strVal val="#ppt_x"/>
                                          </p:val>
                                        </p:tav>
                                      </p:tavLst>
                                    </p:anim>
                                    <p:anim calcmode="lin" valueType="num">
                                      <p:cBhvr>
                                        <p:cTn id="3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ppt_x</p:attrName>
                                        </p:attrNameLst>
                                      </p:cBhvr>
                                      <p:tavLst>
                                        <p:tav tm="0">
                                          <p:val>
                                            <p:strVal val="0-#ppt_w/2"/>
                                          </p:val>
                                        </p:tav>
                                        <p:tav tm="100000">
                                          <p:val>
                                            <p:strVal val="#ppt_x"/>
                                          </p:val>
                                        </p:tav>
                                      </p:tavLst>
                                    </p:anim>
                                    <p:anim calcmode="lin" valueType="num">
                                      <p:cBhvr>
                                        <p:cTn id="42"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7" grpId="0" bldLvl="0" animBg="1"/>
      <p:bldP spid="11" grpId="0" bldLvl="0" animBg="1"/>
      <p:bldP spid="1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Text Box 4"/>
          <p:cNvSpPr txBox="1"/>
          <p:nvPr/>
        </p:nvSpPr>
        <p:spPr>
          <a:xfrm>
            <a:off x="304800" y="228600"/>
            <a:ext cx="8458200" cy="1077913"/>
          </a:xfrm>
          <a:prstGeom prst="rect">
            <a:avLst/>
          </a:prstGeom>
          <a:noFill/>
          <a:ln w="9525">
            <a:noFill/>
          </a:ln>
        </p:spPr>
        <p:txBody>
          <a:bodyPr anchor="t" anchorCtr="0">
            <a:spAutoFit/>
          </a:bodyPr>
          <a:p>
            <a:pPr eaLnBrk="0" hangingPunct="0">
              <a:spcBef>
                <a:spcPct val="50000"/>
              </a:spcBef>
            </a:pPr>
            <a:r>
              <a:rPr lang="zh-CN" altLang="en-US" b="1" dirty="0">
                <a:solidFill>
                  <a:srgbClr val="0070C0"/>
                </a:solidFill>
                <a:latin typeface="Times New Roman" panose="02020603050405020304" pitchFamily="18" charset="0"/>
                <a:ea typeface="黑体" panose="02010609060101010101" pitchFamily="49" charset="-122"/>
              </a:rPr>
              <a:t>定理</a:t>
            </a:r>
            <a:r>
              <a:rPr lang="en-US" altLang="zh-CN" b="1" dirty="0">
                <a:solidFill>
                  <a:srgbClr val="0070C0"/>
                </a:solidFill>
                <a:latin typeface="Times New Roman" panose="02020603050405020304" pitchFamily="18" charset="0"/>
                <a:ea typeface="宋体" panose="02010600030101010101" pitchFamily="2" charset="-122"/>
              </a:rPr>
              <a:t> (</a:t>
            </a:r>
            <a:r>
              <a:rPr lang="zh-CN" altLang="en-US" b="1" dirty="0">
                <a:solidFill>
                  <a:srgbClr val="0070C0"/>
                </a:solidFill>
                <a:latin typeface="Times New Roman" panose="02020603050405020304" pitchFamily="18" charset="0"/>
                <a:ea typeface="宋体" panose="02010600030101010101" pitchFamily="2" charset="-122"/>
              </a:rPr>
              <a:t>初等变分原理</a:t>
            </a:r>
            <a:r>
              <a:rPr lang="en-US" altLang="zh-CN" b="1" dirty="0">
                <a:solidFill>
                  <a:srgbClr val="0070C0"/>
                </a:solidFill>
                <a:latin typeface="Times New Roman" panose="02020603050405020304" pitchFamily="18" charset="0"/>
                <a:ea typeface="宋体" panose="02010600030101010101" pitchFamily="2" charset="-122"/>
              </a:rPr>
              <a:t>)</a:t>
            </a:r>
            <a:r>
              <a:rPr lang="en-US" altLang="zh-CN" sz="3200" b="1" dirty="0">
                <a:solidFill>
                  <a:srgbClr val="0070C0"/>
                </a:solidFill>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设</a:t>
            </a:r>
            <a:r>
              <a:rPr lang="en-US" altLang="zh-CN" sz="3200" b="1" i="1" dirty="0">
                <a:latin typeface="Times New Roman" panose="02020603050405020304" pitchFamily="18" charset="0"/>
                <a:ea typeface="宋体" panose="02010600030101010101" pitchFamily="2" charset="-122"/>
              </a:rPr>
              <a:t>A</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a</a:t>
            </a:r>
            <a:r>
              <a:rPr lang="en-US" altLang="zh-CN" sz="3200" b="1" i="1" baseline="-30000" dirty="0">
                <a:latin typeface="Times New Roman" panose="02020603050405020304" pitchFamily="18" charset="0"/>
                <a:ea typeface="宋体" panose="02010600030101010101" pitchFamily="2" charset="-122"/>
              </a:rPr>
              <a:t>ij</a:t>
            </a:r>
            <a:r>
              <a:rPr lang="en-US" altLang="zh-CN" sz="3200" b="1" dirty="0">
                <a:latin typeface="Times New Roman" panose="02020603050405020304" pitchFamily="18" charset="0"/>
                <a:ea typeface="宋体" panose="02010600030101010101" pitchFamily="2" charset="-122"/>
              </a:rPr>
              <a:t> )</a:t>
            </a:r>
            <a:r>
              <a:rPr lang="en-US" altLang="zh-CN" sz="3200" b="1" i="1" baseline="-30000" dirty="0">
                <a:latin typeface="Times New Roman" panose="02020603050405020304" pitchFamily="18" charset="0"/>
                <a:ea typeface="宋体" panose="02010600030101010101" pitchFamily="2" charset="-122"/>
              </a:rPr>
              <a:t>n</a:t>
            </a:r>
            <a:r>
              <a:rPr lang="en-US" altLang="zh-CN" sz="3200" b="1" baseline="-30000" dirty="0">
                <a:latin typeface="Times New Roman" panose="02020603050405020304" pitchFamily="18" charset="0"/>
                <a:ea typeface="宋体" panose="02010600030101010101" pitchFamily="2" charset="-122"/>
              </a:rPr>
              <a:t>×</a:t>
            </a:r>
            <a:r>
              <a:rPr lang="en-US" altLang="zh-CN" sz="3200" b="1" i="1" baseline="-30000" dirty="0">
                <a:latin typeface="Times New Roman" panose="02020603050405020304" pitchFamily="18" charset="0"/>
                <a:ea typeface="宋体" panose="02010600030101010101" pitchFamily="2" charset="-122"/>
              </a:rPr>
              <a:t>n</a:t>
            </a:r>
            <a:r>
              <a:rPr lang="zh-CN" altLang="en-US" b="1" dirty="0">
                <a:latin typeface="Times New Roman" panose="02020603050405020304" pitchFamily="18" charset="0"/>
                <a:ea typeface="黑体" panose="02010609060101010101" pitchFamily="49" charset="-122"/>
              </a:rPr>
              <a:t>为实对称正定矩阵</a:t>
            </a:r>
            <a:r>
              <a:rPr lang="en-US" altLang="zh-CN" sz="3200"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则</a:t>
            </a:r>
            <a:r>
              <a:rPr lang="zh-CN" altLang="en-US" sz="3200" b="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x</a:t>
            </a:r>
            <a:r>
              <a:rPr lang="zh-CN" altLang="en-US" b="1" dirty="0">
                <a:latin typeface="Times New Roman" panose="02020603050405020304" pitchFamily="18" charset="0"/>
                <a:ea typeface="黑体" panose="02010609060101010101" pitchFamily="49" charset="-122"/>
              </a:rPr>
              <a:t>是二次函数</a:t>
            </a:r>
            <a:r>
              <a:rPr lang="zh-CN" altLang="en-US" sz="3200" b="1" dirty="0">
                <a:latin typeface="Times New Roman" panose="02020603050405020304" pitchFamily="18" charset="0"/>
                <a:ea typeface="宋体" panose="02010600030101010101" pitchFamily="2" charset="-122"/>
              </a:rPr>
              <a:t> </a:t>
            </a:r>
            <a:endParaRPr lang="zh-CN" altLang="en-US" sz="3200" b="1" dirty="0">
              <a:latin typeface="Times New Roman" panose="02020603050405020304" pitchFamily="18" charset="0"/>
              <a:ea typeface="宋体" panose="02010600030101010101" pitchFamily="2" charset="-122"/>
            </a:endParaRPr>
          </a:p>
        </p:txBody>
      </p:sp>
      <p:graphicFrame>
        <p:nvGraphicFramePr>
          <p:cNvPr id="3077" name="Object 5"/>
          <p:cNvGraphicFramePr/>
          <p:nvPr/>
        </p:nvGraphicFramePr>
        <p:xfrm>
          <a:off x="1981200" y="1143000"/>
          <a:ext cx="4343400" cy="1112838"/>
        </p:xfrm>
        <a:graphic>
          <a:graphicData uri="http://schemas.openxmlformats.org/presentationml/2006/ole">
            <mc:AlternateContent xmlns:mc="http://schemas.openxmlformats.org/markup-compatibility/2006">
              <mc:Choice xmlns:v="urn:schemas-microsoft-com:vml" Requires="v">
                <p:oleObj spid="_x0000_s3286" name="" r:id="rId1" imgW="1586230" imgH="405765" progId="Equation.DSMT4">
                  <p:embed/>
                </p:oleObj>
              </mc:Choice>
              <mc:Fallback>
                <p:oleObj name="" r:id="rId1" imgW="1586230" imgH="405765" progId="Equation.DSMT4">
                  <p:embed/>
                  <p:pic>
                    <p:nvPicPr>
                      <p:cNvPr id="0" name="图片 3285"/>
                      <p:cNvPicPr/>
                      <p:nvPr/>
                    </p:nvPicPr>
                    <p:blipFill>
                      <a:blip r:embed="rId2"/>
                      <a:stretch>
                        <a:fillRect/>
                      </a:stretch>
                    </p:blipFill>
                    <p:spPr>
                      <a:xfrm>
                        <a:off x="1981200" y="1143000"/>
                        <a:ext cx="4343400" cy="1112838"/>
                      </a:xfrm>
                      <a:prstGeom prst="rect">
                        <a:avLst/>
                      </a:prstGeom>
                      <a:noFill/>
                      <a:ln w="38100">
                        <a:noFill/>
                        <a:miter/>
                      </a:ln>
                    </p:spPr>
                  </p:pic>
                </p:oleObj>
              </mc:Fallback>
            </mc:AlternateContent>
          </a:graphicData>
        </a:graphic>
      </p:graphicFrame>
      <p:sp>
        <p:nvSpPr>
          <p:cNvPr id="3078" name="Text Box 6"/>
          <p:cNvSpPr txBox="1"/>
          <p:nvPr/>
        </p:nvSpPr>
        <p:spPr>
          <a:xfrm>
            <a:off x="428625" y="2130425"/>
            <a:ext cx="8486775" cy="584200"/>
          </a:xfrm>
          <a:prstGeom prst="rect">
            <a:avLst/>
          </a:prstGeom>
          <a:noFill/>
          <a:ln w="9525">
            <a:noFill/>
          </a:ln>
        </p:spPr>
        <p:txBody>
          <a:bodyPr wrap="square" anchor="t" anchorCtr="0">
            <a:spAutoFit/>
          </a:bodyPr>
          <a:p>
            <a:pPr eaLnBrk="0" hangingPunct="0">
              <a:spcBef>
                <a:spcPct val="50000"/>
              </a:spcBef>
            </a:pPr>
            <a:r>
              <a:rPr lang="zh-CN" altLang="en-US" b="1" dirty="0">
                <a:latin typeface="Times New Roman" panose="02020603050405020304" pitchFamily="18" charset="0"/>
                <a:ea typeface="黑体" panose="02010609060101010101" pitchFamily="49" charset="-122"/>
              </a:rPr>
              <a:t>的全局极小值点</a:t>
            </a:r>
            <a:r>
              <a:rPr lang="zh-CN" altLang="en-US" sz="3200" b="1" dirty="0">
                <a:latin typeface="Times New Roman" panose="02020603050405020304" pitchFamily="18" charset="0"/>
                <a:ea typeface="宋体" panose="02010600030101010101" pitchFamily="2" charset="-122"/>
                <a:sym typeface="Wingdings" panose="05000000000000000000" pitchFamily="2" charset="2"/>
              </a:rPr>
              <a:t> </a:t>
            </a:r>
            <a:r>
              <a:rPr lang="en-US" altLang="zh-CN" sz="3200" b="1" dirty="0">
                <a:latin typeface="Times New Roman" panose="02020603050405020304" pitchFamily="18" charset="0"/>
                <a:ea typeface="宋体" panose="02010600030101010101" pitchFamily="2" charset="-122"/>
              </a:rPr>
              <a:t>x </a:t>
            </a:r>
            <a:r>
              <a:rPr lang="zh-CN" altLang="en-US" b="1" dirty="0">
                <a:latin typeface="Times New Roman" panose="02020603050405020304" pitchFamily="18" charset="0"/>
                <a:ea typeface="黑体" panose="02010609060101010101" pitchFamily="49" charset="-122"/>
              </a:rPr>
              <a:t>是线性方程组 </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Ax = b </a:t>
            </a:r>
            <a:r>
              <a:rPr lang="zh-CN" altLang="en-US" b="1" dirty="0">
                <a:latin typeface="Times New Roman" panose="02020603050405020304" pitchFamily="18" charset="0"/>
                <a:ea typeface="黑体" panose="02010609060101010101" pitchFamily="49" charset="-122"/>
              </a:rPr>
              <a:t>的解</a:t>
            </a:r>
            <a:r>
              <a:rPr lang="zh-CN" altLang="en-US"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 </a:t>
            </a:r>
            <a:endParaRPr lang="zh-CN" altLang="en-US" sz="32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wipe(left)">
                                      <p:cBhvr>
                                        <p:cTn id="7" dur="500"/>
                                        <p:tgtEl>
                                          <p:spTgt spid="30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wipe(left)">
                                      <p:cBhvr>
                                        <p:cTn id="12"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Text Box 2"/>
          <p:cNvSpPr txBox="1"/>
          <p:nvPr/>
        </p:nvSpPr>
        <p:spPr>
          <a:xfrm>
            <a:off x="609600" y="142875"/>
            <a:ext cx="8534400" cy="523875"/>
          </a:xfrm>
          <a:prstGeom prst="rect">
            <a:avLst/>
          </a:prstGeom>
          <a:noFill/>
          <a:ln w="9525">
            <a:noFill/>
          </a:ln>
        </p:spPr>
        <p:txBody>
          <a:bodyPr anchor="t" anchorCtr="0">
            <a:spAutoFit/>
          </a:bodyPr>
          <a:p>
            <a:pPr algn="ctr" eaLnBrk="0" hangingPunct="0">
              <a:spcBef>
                <a:spcPct val="50000"/>
              </a:spcBef>
              <a:buSzTx/>
            </a:pPr>
            <a:r>
              <a:rPr lang="zh-CN" altLang="en-US" b="1" dirty="0">
                <a:solidFill>
                  <a:schemeClr val="accent2"/>
                </a:solidFill>
                <a:latin typeface="Times New Roman" panose="02020603050405020304" pitchFamily="18" charset="0"/>
                <a:ea typeface="黑体" panose="02010609060101010101" pitchFamily="49" charset="-122"/>
              </a:rPr>
              <a:t>最速下降方向  </a:t>
            </a:r>
            <a:r>
              <a:rPr lang="en-US" altLang="zh-CN" dirty="0">
                <a:latin typeface="Times New Roman" panose="02020603050405020304" pitchFamily="18" charset="0"/>
                <a:ea typeface="宋体" panose="02010600030101010101" pitchFamily="2" charset="-122"/>
              </a:rPr>
              <a:t>(</a:t>
            </a:r>
            <a:r>
              <a:rPr lang="en-GB" altLang="zh-CN" dirty="0">
                <a:latin typeface="Times New Roman" panose="02020603050405020304" pitchFamily="18" charset="0"/>
                <a:ea typeface="宋体" panose="02010600030101010101" pitchFamily="2" charset="-122"/>
              </a:rPr>
              <a:t>Gradient descent)</a:t>
            </a:r>
            <a:endParaRPr lang="en-US" altLang="zh-CN" b="1" dirty="0">
              <a:solidFill>
                <a:schemeClr val="accent2"/>
              </a:solidFill>
              <a:latin typeface="Times New Roman" panose="02020603050405020304" pitchFamily="18" charset="0"/>
              <a:ea typeface="黑体" panose="02010609060101010101" pitchFamily="49" charset="-122"/>
            </a:endParaRPr>
          </a:p>
        </p:txBody>
      </p:sp>
      <p:sp>
        <p:nvSpPr>
          <p:cNvPr id="4" name="Text Box 4"/>
          <p:cNvSpPr txBox="1"/>
          <p:nvPr/>
        </p:nvSpPr>
        <p:spPr>
          <a:xfrm>
            <a:off x="1143000" y="1100138"/>
            <a:ext cx="6858000" cy="1322387"/>
          </a:xfrm>
          <a:prstGeom prst="rect">
            <a:avLst/>
          </a:prstGeom>
          <a:noFill/>
          <a:ln w="9525" cap="flat" cmpd="sng">
            <a:solidFill>
              <a:schemeClr val="accent2"/>
            </a:solidFill>
            <a:prstDash val="solid"/>
            <a:miter/>
            <a:headEnd type="none" w="med" len="med"/>
            <a:tailEnd type="none" w="med" len="med"/>
          </a:ln>
        </p:spPr>
        <p:txBody>
          <a:bodyPr anchor="t" anchorCtr="0">
            <a:spAutoFit/>
          </a:bodyPr>
          <a:p>
            <a:pPr eaLnBrk="0" hangingPunct="0">
              <a:spcBef>
                <a:spcPct val="50000"/>
              </a:spcBef>
            </a:pPr>
            <a:r>
              <a:rPr lang="zh-CN" altLang="en-US" b="1" dirty="0">
                <a:latin typeface="Times New Roman" panose="02020603050405020304" pitchFamily="18" charset="0"/>
                <a:ea typeface="黑体" panose="02010609060101010101" pitchFamily="49" charset="-122"/>
              </a:rPr>
              <a:t>在</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x </a:t>
            </a:r>
            <a:r>
              <a:rPr lang="zh-CN" altLang="en-US" b="1" dirty="0">
                <a:latin typeface="Times New Roman" panose="02020603050405020304" pitchFamily="18" charset="0"/>
                <a:ea typeface="黑体" panose="02010609060101010101" pitchFamily="49" charset="-122"/>
              </a:rPr>
              <a:t>处</a:t>
            </a:r>
            <a:r>
              <a:rPr lang="en-US" altLang="zh-CN" sz="3200"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黑体" panose="02010609060101010101" pitchFamily="49" charset="-122"/>
              </a:rPr>
              <a:t>梯度方向是</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增长最快方向</a:t>
            </a:r>
            <a:endParaRPr lang="zh-CN" altLang="en-US" b="1" dirty="0">
              <a:latin typeface="Times New Roman" panose="02020603050405020304" pitchFamily="18" charset="0"/>
              <a:ea typeface="黑体" panose="02010609060101010101" pitchFamily="49" charset="-122"/>
            </a:endParaRPr>
          </a:p>
          <a:p>
            <a:pPr eaLnBrk="0" hangingPunct="0">
              <a:spcBef>
                <a:spcPct val="50000"/>
              </a:spcBef>
            </a:pPr>
            <a:r>
              <a:rPr lang="zh-CN" altLang="en-US" b="1" dirty="0">
                <a:latin typeface="Times New Roman" panose="02020603050405020304" pitchFamily="18" charset="0"/>
                <a:ea typeface="黑体" panose="02010609060101010101" pitchFamily="49" charset="-122"/>
              </a:rPr>
              <a:t>负梯度方向是</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下降最快方向</a:t>
            </a:r>
            <a:endParaRPr lang="zh-CN" altLang="en-US" b="1" dirty="0">
              <a:latin typeface="Times New Roman" panose="02020603050405020304" pitchFamily="18" charset="0"/>
              <a:ea typeface="黑体" panose="02010609060101010101" pitchFamily="49" charset="-122"/>
            </a:endParaRPr>
          </a:p>
        </p:txBody>
      </p:sp>
      <p:graphicFrame>
        <p:nvGraphicFramePr>
          <p:cNvPr id="8205" name="Object 13"/>
          <p:cNvGraphicFramePr/>
          <p:nvPr/>
        </p:nvGraphicFramePr>
        <p:xfrm>
          <a:off x="1595438" y="2836863"/>
          <a:ext cx="6169025" cy="592137"/>
        </p:xfrm>
        <a:graphic>
          <a:graphicData uri="http://schemas.openxmlformats.org/presentationml/2006/ole">
            <mc:AlternateContent xmlns:mc="http://schemas.openxmlformats.org/markup-compatibility/2006">
              <mc:Choice xmlns:v="urn:schemas-microsoft-com:vml" Requires="v">
                <p:oleObj spid="_x0000_s3287" name="" r:id="rId1" imgW="3159760" imgH="304800" progId="Equation.DSMT4">
                  <p:embed/>
                </p:oleObj>
              </mc:Choice>
              <mc:Fallback>
                <p:oleObj name="" r:id="rId1" imgW="3159760" imgH="304800" progId="Equation.DSMT4">
                  <p:embed/>
                  <p:pic>
                    <p:nvPicPr>
                      <p:cNvPr id="0" name="图片 3286"/>
                      <p:cNvPicPr/>
                      <p:nvPr/>
                    </p:nvPicPr>
                    <p:blipFill>
                      <a:blip r:embed="rId2"/>
                      <a:stretch>
                        <a:fillRect/>
                      </a:stretch>
                    </p:blipFill>
                    <p:spPr>
                      <a:xfrm>
                        <a:off x="1595438" y="2836863"/>
                        <a:ext cx="6169025" cy="592137"/>
                      </a:xfrm>
                      <a:prstGeom prst="rect">
                        <a:avLst/>
                      </a:prstGeom>
                      <a:noFill/>
                      <a:ln w="38100">
                        <a:noFill/>
                        <a:miter/>
                      </a:ln>
                    </p:spPr>
                  </p:pic>
                </p:oleObj>
              </mc:Fallback>
            </mc:AlternateContent>
          </a:graphicData>
        </a:graphic>
      </p:graphicFrame>
      <p:sp>
        <p:nvSpPr>
          <p:cNvPr id="11" name="Text Box 3"/>
          <p:cNvSpPr txBox="1"/>
          <p:nvPr/>
        </p:nvSpPr>
        <p:spPr>
          <a:xfrm>
            <a:off x="1571625" y="5145088"/>
            <a:ext cx="6096000" cy="587375"/>
          </a:xfrm>
          <a:prstGeom prst="rect">
            <a:avLst/>
          </a:prstGeom>
          <a:noFill/>
          <a:ln w="9525" cap="flat" cmpd="sng">
            <a:solidFill>
              <a:schemeClr val="accent2"/>
            </a:solidFill>
            <a:prstDash val="solid"/>
            <a:miter/>
            <a:headEnd type="none" w="med" len="med"/>
            <a:tailEnd type="none" w="med" len="med"/>
          </a:ln>
        </p:spPr>
        <p:txBody>
          <a:bodyPr anchor="t" anchorCtr="0">
            <a:spAutoFit/>
          </a:bodyPr>
          <a:p>
            <a:pPr eaLnBrk="0" hangingPunct="0">
              <a:spcBef>
                <a:spcPct val="50000"/>
              </a:spcBef>
            </a:pPr>
            <a:r>
              <a:rPr lang="zh-CN" altLang="en-US" b="1" dirty="0">
                <a:latin typeface="Times New Roman" panose="02020603050405020304" pitchFamily="18" charset="0"/>
                <a:ea typeface="黑体" panose="02010609060101010101" pitchFamily="49" charset="-122"/>
              </a:rPr>
              <a:t>最速下降方向</a:t>
            </a:r>
            <a:r>
              <a:rPr lang="en-US" altLang="zh-CN" sz="3200" b="1" dirty="0">
                <a:latin typeface="Times New Roman" panose="02020603050405020304" pitchFamily="18" charset="0"/>
                <a:ea typeface="宋体" panose="02010600030101010101" pitchFamily="2" charset="-122"/>
              </a:rPr>
              <a:t>: </a:t>
            </a:r>
            <a:r>
              <a:rPr lang="en-US" altLang="zh-CN" sz="3200" b="1" dirty="0">
                <a:solidFill>
                  <a:srgbClr val="FF0000"/>
                </a:solidFill>
                <a:latin typeface="Times New Roman" panose="02020603050405020304" pitchFamily="18" charset="0"/>
                <a:ea typeface="宋体" panose="02010600030101010101" pitchFamily="2" charset="-122"/>
              </a:rPr>
              <a:t>r</a:t>
            </a:r>
            <a:r>
              <a:rPr lang="en-US" altLang="zh-CN" sz="3200" b="1" dirty="0">
                <a:latin typeface="Times New Roman" panose="02020603050405020304" pitchFamily="18" charset="0"/>
                <a:ea typeface="宋体" panose="02010600030101010101" pitchFamily="2" charset="-122"/>
              </a:rPr>
              <a:t> = –</a:t>
            </a:r>
            <a:r>
              <a:rPr lang="en-US" altLang="zh-CN" sz="3200" b="1" dirty="0">
                <a:latin typeface="Times New Roman" panose="02020603050405020304" pitchFamily="18" charset="0"/>
                <a:ea typeface="宋体" panose="02010600030101010101" pitchFamily="2" charset="-122"/>
                <a:sym typeface="Symbol" panose="05050102010706020507" pitchFamily="18" charset="2"/>
              </a:rPr>
              <a:t>grad f =</a:t>
            </a:r>
            <a:r>
              <a:rPr lang="en-US" altLang="zh-CN" sz="3200" b="1" dirty="0">
                <a:latin typeface="Times New Roman" panose="02020603050405020304" pitchFamily="18" charset="0"/>
                <a:ea typeface="宋体" panose="02010600030101010101" pitchFamily="2" charset="-122"/>
              </a:rPr>
              <a:t> b – Ax </a:t>
            </a:r>
            <a:endParaRPr lang="en-US" altLang="zh-CN" sz="3200" b="1" dirty="0">
              <a:latin typeface="Times New Roman" panose="02020603050405020304" pitchFamily="18" charset="0"/>
              <a:ea typeface="宋体" panose="02010600030101010101" pitchFamily="2" charset="-122"/>
            </a:endParaRPr>
          </a:p>
        </p:txBody>
      </p:sp>
      <p:graphicFrame>
        <p:nvGraphicFramePr>
          <p:cNvPr id="2" name="Object 11"/>
          <p:cNvGraphicFramePr/>
          <p:nvPr/>
        </p:nvGraphicFramePr>
        <p:xfrm>
          <a:off x="90488" y="4029075"/>
          <a:ext cx="9053512" cy="479425"/>
        </p:xfrm>
        <a:graphic>
          <a:graphicData uri="http://schemas.openxmlformats.org/presentationml/2006/ole">
            <mc:AlternateContent xmlns:mc="http://schemas.openxmlformats.org/markup-compatibility/2006">
              <mc:Choice xmlns:v="urn:schemas-microsoft-com:vml" Requires="v">
                <p:oleObj spid="_x0000_s3292" name="" r:id="rId3" imgW="5509260" imgH="292100" progId="Equation.DSMT4">
                  <p:embed/>
                </p:oleObj>
              </mc:Choice>
              <mc:Fallback>
                <p:oleObj name="" r:id="rId3" imgW="5509260" imgH="292100" progId="Equation.DSMT4">
                  <p:embed/>
                  <p:pic>
                    <p:nvPicPr>
                      <p:cNvPr id="0" name="图片 3291"/>
                      <p:cNvPicPr/>
                      <p:nvPr/>
                    </p:nvPicPr>
                    <p:blipFill>
                      <a:blip r:embed="rId4"/>
                      <a:stretch>
                        <a:fillRect/>
                      </a:stretch>
                    </p:blipFill>
                    <p:spPr>
                      <a:xfrm>
                        <a:off x="90488" y="4029075"/>
                        <a:ext cx="9053512" cy="4794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2/3*#ppt_w"/>
                                          </p:val>
                                        </p:tav>
                                        <p:tav tm="100000">
                                          <p:val>
                                            <p:strVal val="#ppt_w"/>
                                          </p:val>
                                        </p:tav>
                                      </p:tavLst>
                                    </p:anim>
                                    <p:anim calcmode="lin" valueType="num">
                                      <p:cBhvr>
                                        <p:cTn id="8"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8205"/>
                                        </p:tgtEl>
                                        <p:attrNameLst>
                                          <p:attrName>style.visibility</p:attrName>
                                        </p:attrNameLst>
                                      </p:cBhvr>
                                      <p:to>
                                        <p:strVal val="visible"/>
                                      </p:to>
                                    </p:set>
                                    <p:animEffect transition="in" filter="wipe(left)">
                                      <p:cBhvr>
                                        <p:cTn id="13" dur="500"/>
                                        <p:tgtEl>
                                          <p:spTgt spid="820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up)">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81" name="Text Box 13"/>
          <p:cNvSpPr txBox="1"/>
          <p:nvPr/>
        </p:nvSpPr>
        <p:spPr>
          <a:xfrm>
            <a:off x="609600" y="5216525"/>
            <a:ext cx="7162800" cy="644525"/>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求解得</a:t>
            </a:r>
            <a:r>
              <a:rPr lang="zh-CN" altLang="en-US" sz="3600" b="1" dirty="0">
                <a:latin typeface="Times New Roman" panose="02020603050405020304" pitchFamily="18" charset="0"/>
                <a:ea typeface="宋体" panose="02010600030101010101" pitchFamily="2" charset="-122"/>
              </a:rPr>
              <a:t>  </a:t>
            </a:r>
            <a:r>
              <a:rPr lang="en-US" altLang="zh-CN" sz="3600" b="1" dirty="0">
                <a:latin typeface="Times New Roman" panose="02020603050405020304" pitchFamily="18" charset="0"/>
                <a:ea typeface="宋体" panose="02010600030101010101" pitchFamily="2" charset="-122"/>
              </a:rPr>
              <a:t>α</a:t>
            </a:r>
            <a:r>
              <a:rPr lang="en-US" altLang="zh-CN" sz="3600" b="1" baseline="-25000" dirty="0">
                <a:latin typeface="Times New Roman" panose="02020603050405020304" pitchFamily="18" charset="0"/>
                <a:ea typeface="宋体" panose="02010600030101010101" pitchFamily="2" charset="-122"/>
              </a:rPr>
              <a:t>k</a:t>
            </a:r>
            <a:r>
              <a:rPr lang="en-US" altLang="zh-CN" sz="3600" b="1" dirty="0">
                <a:latin typeface="Times New Roman" panose="02020603050405020304" pitchFamily="18" charset="0"/>
                <a:ea typeface="宋体" panose="02010600030101010101" pitchFamily="2" charset="-122"/>
              </a:rPr>
              <a:t> = (r</a:t>
            </a:r>
            <a:r>
              <a:rPr lang="en-US" altLang="zh-CN" sz="3600" b="1" baseline="30000" dirty="0">
                <a:latin typeface="Times New Roman" panose="02020603050405020304" pitchFamily="18" charset="0"/>
                <a:ea typeface="宋体" panose="02010600030101010101" pitchFamily="2" charset="-122"/>
              </a:rPr>
              <a:t>(k)</a:t>
            </a:r>
            <a:r>
              <a:rPr lang="en-US" altLang="zh-CN" sz="3600" b="1" dirty="0">
                <a:latin typeface="Times New Roman" panose="02020603050405020304" pitchFamily="18" charset="0"/>
                <a:ea typeface="宋体" panose="02010600030101010101" pitchFamily="2" charset="-122"/>
              </a:rPr>
              <a:t>, r</a:t>
            </a:r>
            <a:r>
              <a:rPr lang="en-US" altLang="zh-CN" sz="3600" b="1" baseline="30000" dirty="0">
                <a:latin typeface="Times New Roman" panose="02020603050405020304" pitchFamily="18" charset="0"/>
                <a:ea typeface="宋体" panose="02010600030101010101" pitchFamily="2" charset="-122"/>
              </a:rPr>
              <a:t>(k)</a:t>
            </a:r>
            <a:r>
              <a:rPr lang="en-US" altLang="zh-CN" sz="3600" b="1" dirty="0">
                <a:latin typeface="Times New Roman" panose="02020603050405020304" pitchFamily="18" charset="0"/>
                <a:ea typeface="宋体" panose="02010600030101010101" pitchFamily="2" charset="-122"/>
              </a:rPr>
              <a:t>) / (Ar</a:t>
            </a:r>
            <a:r>
              <a:rPr lang="en-US" altLang="zh-CN" sz="3600" b="1" baseline="30000" dirty="0">
                <a:latin typeface="Times New Roman" panose="02020603050405020304" pitchFamily="18" charset="0"/>
                <a:ea typeface="宋体" panose="02010600030101010101" pitchFamily="2" charset="-122"/>
              </a:rPr>
              <a:t>(k)</a:t>
            </a:r>
            <a:r>
              <a:rPr lang="en-US" altLang="zh-CN" sz="3600" b="1" dirty="0">
                <a:latin typeface="Times New Roman" panose="02020603050405020304" pitchFamily="18" charset="0"/>
                <a:ea typeface="宋体" panose="02010600030101010101" pitchFamily="2" charset="-122"/>
              </a:rPr>
              <a:t>, r</a:t>
            </a:r>
            <a:r>
              <a:rPr lang="en-US" altLang="zh-CN" sz="3600" b="1" baseline="30000" dirty="0">
                <a:latin typeface="Times New Roman" panose="02020603050405020304" pitchFamily="18" charset="0"/>
                <a:ea typeface="宋体" panose="02010600030101010101" pitchFamily="2" charset="-122"/>
              </a:rPr>
              <a:t>(k)</a:t>
            </a:r>
            <a:r>
              <a:rPr lang="en-US" altLang="zh-CN" sz="3600" b="1" dirty="0">
                <a:latin typeface="Times New Roman" panose="02020603050405020304" pitchFamily="18" charset="0"/>
                <a:ea typeface="宋体" panose="02010600030101010101" pitchFamily="2" charset="-122"/>
              </a:rPr>
              <a:t>)</a:t>
            </a:r>
            <a:endParaRPr lang="en-US" altLang="zh-CN" sz="3600" b="1" dirty="0">
              <a:latin typeface="Times New Roman" panose="02020603050405020304" pitchFamily="18" charset="0"/>
              <a:ea typeface="宋体" panose="02010600030101010101" pitchFamily="2" charset="-122"/>
            </a:endParaRPr>
          </a:p>
        </p:txBody>
      </p:sp>
      <p:graphicFrame>
        <p:nvGraphicFramePr>
          <p:cNvPr id="7180" name="Object 12"/>
          <p:cNvGraphicFramePr/>
          <p:nvPr/>
        </p:nvGraphicFramePr>
        <p:xfrm>
          <a:off x="725488" y="4406900"/>
          <a:ext cx="7331075" cy="647700"/>
        </p:xfrm>
        <a:graphic>
          <a:graphicData uri="http://schemas.openxmlformats.org/presentationml/2006/ole">
            <mc:AlternateContent xmlns:mc="http://schemas.openxmlformats.org/markup-compatibility/2006">
              <mc:Choice xmlns:v="urn:schemas-microsoft-com:vml" Requires="v">
                <p:oleObj spid="_x0000_s3291" name="" r:id="rId1" imgW="2578100" imgH="228600" progId="Equation.3">
                  <p:embed/>
                </p:oleObj>
              </mc:Choice>
              <mc:Fallback>
                <p:oleObj name="" r:id="rId1" imgW="2578100" imgH="228600" progId="Equation.3">
                  <p:embed/>
                  <p:pic>
                    <p:nvPicPr>
                      <p:cNvPr id="0" name="图片 3290"/>
                      <p:cNvPicPr/>
                      <p:nvPr/>
                    </p:nvPicPr>
                    <p:blipFill>
                      <a:blip r:embed="rId2"/>
                      <a:stretch>
                        <a:fillRect/>
                      </a:stretch>
                    </p:blipFill>
                    <p:spPr>
                      <a:xfrm>
                        <a:off x="725488" y="4406900"/>
                        <a:ext cx="7331075" cy="647700"/>
                      </a:xfrm>
                      <a:prstGeom prst="rect">
                        <a:avLst/>
                      </a:prstGeom>
                      <a:noFill/>
                      <a:ln w="38100">
                        <a:noFill/>
                        <a:miter/>
                      </a:ln>
                    </p:spPr>
                  </p:pic>
                </p:oleObj>
              </mc:Fallback>
            </mc:AlternateContent>
          </a:graphicData>
        </a:graphic>
      </p:graphicFrame>
      <p:sp>
        <p:nvSpPr>
          <p:cNvPr id="7182" name="Text Box 14"/>
          <p:cNvSpPr txBox="1"/>
          <p:nvPr/>
        </p:nvSpPr>
        <p:spPr>
          <a:xfrm>
            <a:off x="457200" y="3694113"/>
            <a:ext cx="5029200" cy="584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为选取最佳步长</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α</a:t>
            </a:r>
            <a:r>
              <a:rPr lang="en-US" altLang="zh-CN" sz="3200" b="1" baseline="-25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黑体" panose="02010609060101010101" pitchFamily="49" charset="-122"/>
              </a:rPr>
              <a:t>令</a:t>
            </a:r>
            <a:endParaRPr lang="zh-CN" altLang="en-US" b="1" dirty="0">
              <a:latin typeface="Times New Roman" panose="02020603050405020304" pitchFamily="18" charset="0"/>
              <a:ea typeface="黑体" panose="02010609060101010101" pitchFamily="49" charset="-122"/>
            </a:endParaRPr>
          </a:p>
        </p:txBody>
      </p:sp>
      <p:sp>
        <p:nvSpPr>
          <p:cNvPr id="72708" name="Text Box 15"/>
          <p:cNvSpPr txBox="1"/>
          <p:nvPr/>
        </p:nvSpPr>
        <p:spPr>
          <a:xfrm>
            <a:off x="457200" y="777875"/>
            <a:ext cx="7543800" cy="584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在第</a:t>
            </a:r>
            <a:r>
              <a:rPr lang="en-US" altLang="zh-CN" sz="3200" b="1" dirty="0">
                <a:latin typeface="Times New Roman" panose="02020603050405020304" pitchFamily="18" charset="0"/>
                <a:ea typeface="宋体" panose="02010600030101010101" pitchFamily="2" charset="-122"/>
              </a:rPr>
              <a:t>k</a:t>
            </a:r>
            <a:r>
              <a:rPr lang="zh-CN" altLang="en-US" b="1" dirty="0">
                <a:latin typeface="Times New Roman" panose="02020603050405020304" pitchFamily="18" charset="0"/>
                <a:ea typeface="黑体" panose="02010609060101010101" pitchFamily="49" charset="-122"/>
              </a:rPr>
              <a:t>步</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取负梯度方向</a:t>
            </a:r>
            <a:r>
              <a:rPr lang="zh-CN" altLang="en-US" sz="3200" b="1"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r</a:t>
            </a:r>
            <a:r>
              <a:rPr lang="en-US" altLang="zh-CN" sz="3200" b="1" baseline="30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 = b – A x</a:t>
            </a:r>
            <a:r>
              <a:rPr lang="en-US" altLang="zh-CN" sz="3200" b="1" baseline="30000" dirty="0">
                <a:latin typeface="Times New Roman" panose="02020603050405020304" pitchFamily="18" charset="0"/>
                <a:ea typeface="宋体" panose="02010600030101010101" pitchFamily="2" charset="-122"/>
              </a:rPr>
              <a:t>(k)</a:t>
            </a:r>
            <a:endParaRPr lang="en-US" altLang="zh-CN" sz="3200" b="1" dirty="0">
              <a:latin typeface="Times New Roman" panose="02020603050405020304" pitchFamily="18" charset="0"/>
              <a:ea typeface="宋体" panose="02010600030101010101" pitchFamily="2" charset="-122"/>
            </a:endParaRPr>
          </a:p>
        </p:txBody>
      </p:sp>
      <p:graphicFrame>
        <p:nvGraphicFramePr>
          <p:cNvPr id="7185" name="Object 17"/>
          <p:cNvGraphicFramePr/>
          <p:nvPr/>
        </p:nvGraphicFramePr>
        <p:xfrm>
          <a:off x="1873250" y="2011363"/>
          <a:ext cx="5518150" cy="955675"/>
        </p:xfrm>
        <a:graphic>
          <a:graphicData uri="http://schemas.openxmlformats.org/presentationml/2006/ole">
            <mc:AlternateContent xmlns:mc="http://schemas.openxmlformats.org/markup-compatibility/2006">
              <mc:Choice xmlns:v="urn:schemas-microsoft-com:vml" Requires="v">
                <p:oleObj spid="_x0000_s3293" name="" r:id="rId3" imgW="1828800" imgH="316865" progId="Equation.DSMT4">
                  <p:embed/>
                </p:oleObj>
              </mc:Choice>
              <mc:Fallback>
                <p:oleObj name="" r:id="rId3" imgW="1828800" imgH="316865" progId="Equation.DSMT4">
                  <p:embed/>
                  <p:pic>
                    <p:nvPicPr>
                      <p:cNvPr id="0" name="图片 3292"/>
                      <p:cNvPicPr/>
                      <p:nvPr/>
                    </p:nvPicPr>
                    <p:blipFill>
                      <a:blip r:embed="rId4"/>
                      <a:stretch>
                        <a:fillRect/>
                      </a:stretch>
                    </p:blipFill>
                    <p:spPr>
                      <a:xfrm>
                        <a:off x="1873250" y="2011363"/>
                        <a:ext cx="5518150" cy="955675"/>
                      </a:xfrm>
                      <a:prstGeom prst="rect">
                        <a:avLst/>
                      </a:prstGeom>
                      <a:noFill/>
                      <a:ln w="38100">
                        <a:noFill/>
                        <a:miter/>
                      </a:ln>
                    </p:spPr>
                  </p:pic>
                </p:oleObj>
              </mc:Fallback>
            </mc:AlternateContent>
          </a:graphicData>
        </a:graphic>
      </p:graphicFrame>
      <p:sp>
        <p:nvSpPr>
          <p:cNvPr id="7189" name="Rectangle 21"/>
          <p:cNvSpPr/>
          <p:nvPr/>
        </p:nvSpPr>
        <p:spPr>
          <a:xfrm>
            <a:off x="673100" y="1420813"/>
            <a:ext cx="5499100" cy="584200"/>
          </a:xfrm>
          <a:prstGeom prst="rect">
            <a:avLst/>
          </a:prstGeom>
          <a:noFill/>
          <a:ln w="9525">
            <a:noFill/>
          </a:ln>
        </p:spPr>
        <p:txBody>
          <a:bodyPr anchor="t" anchorCtr="0">
            <a:spAutoFit/>
          </a:bodyPr>
          <a:p>
            <a:r>
              <a:rPr lang="zh-CN" altLang="en-US" b="1" dirty="0">
                <a:latin typeface="Times New Roman" panose="02020603050405020304" pitchFamily="18" charset="0"/>
                <a:ea typeface="黑体" panose="02010609060101010101" pitchFamily="49" charset="-122"/>
              </a:rPr>
              <a:t>求点</a:t>
            </a:r>
            <a:r>
              <a:rPr lang="en-US" altLang="zh-CN" b="1" dirty="0">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  x</a:t>
            </a:r>
            <a:r>
              <a:rPr lang="en-US" altLang="zh-CN" sz="3200" b="1" baseline="30000" dirty="0">
                <a:latin typeface="Times New Roman" panose="02020603050405020304" pitchFamily="18" charset="0"/>
                <a:ea typeface="宋体" panose="02010600030101010101" pitchFamily="2" charset="-122"/>
              </a:rPr>
              <a:t>(k+1)</a:t>
            </a:r>
            <a:r>
              <a:rPr lang="en-US" altLang="zh-CN" sz="3200" b="1" dirty="0">
                <a:latin typeface="Times New Roman" panose="02020603050405020304" pitchFamily="18" charset="0"/>
                <a:ea typeface="宋体" panose="02010600030101010101" pitchFamily="2" charset="-122"/>
              </a:rPr>
              <a:t> = x</a:t>
            </a:r>
            <a:r>
              <a:rPr lang="en-US" altLang="zh-CN" sz="3200" b="1" baseline="30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 + α</a:t>
            </a:r>
            <a:r>
              <a:rPr lang="en-US" altLang="zh-CN" sz="3200" b="1" baseline="-25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r</a:t>
            </a:r>
            <a:r>
              <a:rPr lang="en-US" altLang="zh-CN" sz="3200" b="1" baseline="-25000" dirty="0">
                <a:latin typeface="Times New Roman" panose="02020603050405020304" pitchFamily="18" charset="0"/>
                <a:ea typeface="宋体" panose="02010600030101010101" pitchFamily="2" charset="-122"/>
              </a:rPr>
              <a:t>k   </a:t>
            </a:r>
            <a:r>
              <a:rPr lang="zh-CN" altLang="en-US" b="1" dirty="0">
                <a:latin typeface="Times New Roman" panose="02020603050405020304" pitchFamily="18" charset="0"/>
                <a:ea typeface="黑体" panose="02010609060101010101" pitchFamily="49" charset="-122"/>
              </a:rPr>
              <a:t>使得</a:t>
            </a:r>
            <a:endParaRPr lang="zh-CN" altLang="en-US" b="1" dirty="0">
              <a:latin typeface="Times New Roman" panose="02020603050405020304" pitchFamily="18" charset="0"/>
              <a:ea typeface="黑体" panose="02010609060101010101" pitchFamily="49" charset="-122"/>
            </a:endParaRPr>
          </a:p>
        </p:txBody>
      </p:sp>
      <p:grpSp>
        <p:nvGrpSpPr>
          <p:cNvPr id="2" name="Group 23"/>
          <p:cNvGrpSpPr/>
          <p:nvPr/>
        </p:nvGrpSpPr>
        <p:grpSpPr>
          <a:xfrm>
            <a:off x="280988" y="2898775"/>
            <a:ext cx="8820150" cy="595313"/>
            <a:chOff x="177" y="1594"/>
            <a:chExt cx="5556" cy="375"/>
          </a:xfrm>
        </p:grpSpPr>
        <p:graphicFrame>
          <p:nvGraphicFramePr>
            <p:cNvPr id="72712" name="Object 18"/>
            <p:cNvGraphicFramePr/>
            <p:nvPr/>
          </p:nvGraphicFramePr>
          <p:xfrm>
            <a:off x="427" y="1594"/>
            <a:ext cx="5306" cy="375"/>
          </p:xfrm>
          <a:graphic>
            <a:graphicData uri="http://schemas.openxmlformats.org/presentationml/2006/ole">
              <mc:AlternateContent xmlns:mc="http://schemas.openxmlformats.org/markup-compatibility/2006">
                <mc:Choice xmlns:v="urn:schemas-microsoft-com:vml" Requires="v">
                  <p:oleObj spid="_x0000_s3290" name="" r:id="rId5" imgW="3225800" imgH="228600" progId="Equation.DSMT4">
                    <p:embed/>
                  </p:oleObj>
                </mc:Choice>
                <mc:Fallback>
                  <p:oleObj name="" r:id="rId5" imgW="3225800" imgH="228600" progId="Equation.DSMT4">
                    <p:embed/>
                    <p:pic>
                      <p:nvPicPr>
                        <p:cNvPr id="0" name="图片 3289"/>
                        <p:cNvPicPr/>
                        <p:nvPr/>
                      </p:nvPicPr>
                      <p:blipFill>
                        <a:blip r:embed="rId6"/>
                        <a:stretch>
                          <a:fillRect/>
                        </a:stretch>
                      </p:blipFill>
                      <p:spPr>
                        <a:xfrm>
                          <a:off x="427" y="1594"/>
                          <a:ext cx="5306" cy="375"/>
                        </a:xfrm>
                        <a:prstGeom prst="rect">
                          <a:avLst/>
                        </a:prstGeom>
                        <a:noFill/>
                        <a:ln w="38100">
                          <a:noFill/>
                          <a:miter/>
                        </a:ln>
                      </p:spPr>
                    </p:pic>
                  </p:oleObj>
                </mc:Fallback>
              </mc:AlternateContent>
            </a:graphicData>
          </a:graphic>
        </p:graphicFrame>
        <p:sp>
          <p:nvSpPr>
            <p:cNvPr id="72713" name="Text Box 22"/>
            <p:cNvSpPr txBox="1"/>
            <p:nvPr/>
          </p:nvSpPr>
          <p:spPr>
            <a:xfrm>
              <a:off x="177" y="1636"/>
              <a:ext cx="432" cy="327"/>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黑体" panose="02010609060101010101" pitchFamily="49" charset="-122"/>
                </a:rPr>
                <a:t>记</a:t>
              </a:r>
              <a:endParaRPr lang="zh-CN" altLang="en-US" b="1" dirty="0">
                <a:latin typeface="Times New Roman" panose="02020603050405020304" pitchFamily="18" charset="0"/>
                <a:ea typeface="黑体" panose="02010609060101010101" pitchFamily="49" charset="-122"/>
              </a:endParaRPr>
            </a:p>
          </p:txBody>
        </p:sp>
      </p:grpSp>
      <p:sp>
        <p:nvSpPr>
          <p:cNvPr id="72714" name="Text Box 2"/>
          <p:cNvSpPr txBox="1"/>
          <p:nvPr/>
        </p:nvSpPr>
        <p:spPr>
          <a:xfrm>
            <a:off x="609600" y="142875"/>
            <a:ext cx="7696200" cy="522288"/>
          </a:xfrm>
          <a:prstGeom prst="rect">
            <a:avLst/>
          </a:prstGeom>
          <a:noFill/>
          <a:ln w="9525">
            <a:noFill/>
          </a:ln>
        </p:spPr>
        <p:txBody>
          <a:bodyPr anchor="t" anchorCtr="0">
            <a:spAutoFit/>
          </a:bodyPr>
          <a:p>
            <a:pPr algn="ctr">
              <a:spcBef>
                <a:spcPct val="50000"/>
              </a:spcBef>
            </a:pPr>
            <a:r>
              <a:rPr lang="zh-CN" altLang="en-US" b="1" dirty="0">
                <a:solidFill>
                  <a:schemeClr val="accent2"/>
                </a:solidFill>
                <a:latin typeface="Times New Roman" panose="02020603050405020304" pitchFamily="18" charset="0"/>
                <a:ea typeface="黑体" panose="02010609060101010101" pitchFamily="49" charset="-122"/>
              </a:rPr>
              <a:t>最佳步长</a:t>
            </a:r>
            <a:r>
              <a:rPr lang="en-US" altLang="zh-CN" b="1" dirty="0">
                <a:solidFill>
                  <a:schemeClr val="accent2"/>
                </a:solidFill>
                <a:latin typeface="Times New Roman" panose="02020603050405020304" pitchFamily="18" charset="0"/>
                <a:ea typeface="黑体" panose="02010609060101010101" pitchFamily="49" charset="-122"/>
              </a:rPr>
              <a:t>(</a:t>
            </a:r>
            <a:r>
              <a:rPr lang="zh-CN" altLang="en-US" b="1" dirty="0">
                <a:solidFill>
                  <a:schemeClr val="accent2"/>
                </a:solidFill>
                <a:latin typeface="Times New Roman" panose="02020603050405020304" pitchFamily="18" charset="0"/>
                <a:ea typeface="黑体" panose="02010609060101010101" pitchFamily="49" charset="-122"/>
              </a:rPr>
              <a:t>仅二次优化</a:t>
            </a:r>
            <a:r>
              <a:rPr lang="en-US" altLang="zh-CN" b="1" dirty="0">
                <a:solidFill>
                  <a:schemeClr val="accent2"/>
                </a:solidFill>
                <a:latin typeface="Times New Roman" panose="02020603050405020304" pitchFamily="18" charset="0"/>
                <a:ea typeface="黑体" panose="02010609060101010101" pitchFamily="49" charset="-122"/>
              </a:rPr>
              <a:t>)</a:t>
            </a:r>
            <a:endParaRPr lang="en-US" altLang="zh-CN" b="1" dirty="0">
              <a:solidFill>
                <a:schemeClr val="accent2"/>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89"/>
                                        </p:tgtEl>
                                        <p:attrNameLst>
                                          <p:attrName>style.visibility</p:attrName>
                                        </p:attrNameLst>
                                      </p:cBhvr>
                                      <p:to>
                                        <p:strVal val="visible"/>
                                      </p:to>
                                    </p:set>
                                    <p:animEffect transition="in" filter="wipe(left)">
                                      <p:cBhvr>
                                        <p:cTn id="7" dur="500"/>
                                        <p:tgtEl>
                                          <p:spTgt spid="71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85"/>
                                        </p:tgtEl>
                                        <p:attrNameLst>
                                          <p:attrName>style.visibility</p:attrName>
                                        </p:attrNameLst>
                                      </p:cBhvr>
                                      <p:to>
                                        <p:strVal val="visible"/>
                                      </p:to>
                                    </p:set>
                                    <p:animEffect transition="in" filter="wipe(left)">
                                      <p:cBhvr>
                                        <p:cTn id="12" dur="500"/>
                                        <p:tgtEl>
                                          <p:spTgt spid="71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82"/>
                                        </p:tgtEl>
                                        <p:attrNameLst>
                                          <p:attrName>style.visibility</p:attrName>
                                        </p:attrNameLst>
                                      </p:cBhvr>
                                      <p:to>
                                        <p:strVal val="visible"/>
                                      </p:to>
                                    </p:set>
                                    <p:animEffect transition="in" filter="wipe(left)">
                                      <p:cBhvr>
                                        <p:cTn id="22" dur="500"/>
                                        <p:tgtEl>
                                          <p:spTgt spid="71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180"/>
                                        </p:tgtEl>
                                        <p:attrNameLst>
                                          <p:attrName>style.visibility</p:attrName>
                                        </p:attrNameLst>
                                      </p:cBhvr>
                                      <p:to>
                                        <p:strVal val="visible"/>
                                      </p:to>
                                    </p:set>
                                    <p:animEffect transition="in" filter="wipe(left)">
                                      <p:cBhvr>
                                        <p:cTn id="27" dur="500"/>
                                        <p:tgtEl>
                                          <p:spTgt spid="71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181"/>
                                        </p:tgtEl>
                                        <p:attrNameLst>
                                          <p:attrName>style.visibility</p:attrName>
                                        </p:attrNameLst>
                                      </p:cBhvr>
                                      <p:to>
                                        <p:strVal val="visible"/>
                                      </p:to>
                                    </p:set>
                                    <p:animEffect transition="in" filter="wipe(left)">
                                      <p:cBhvr>
                                        <p:cTn id="32"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1" grpId="0"/>
      <p:bldP spid="7182" grpId="0"/>
      <p:bldP spid="718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10"/>
          <p:cNvSpPr txBox="1"/>
          <p:nvPr/>
        </p:nvSpPr>
        <p:spPr>
          <a:xfrm>
            <a:off x="6629400" y="290513"/>
            <a:ext cx="2387600" cy="522287"/>
          </a:xfrm>
          <a:prstGeom prst="rect">
            <a:avLst/>
          </a:prstGeom>
          <a:noFill/>
          <a:ln w="9525">
            <a:noFill/>
          </a:ln>
        </p:spPr>
        <p:txBody>
          <a:bodyPr wrap="square" anchor="t" anchorCtr="0">
            <a:spAutoFit/>
          </a:bodyPr>
          <a:p>
            <a:r>
              <a:rPr lang="zh-CN" altLang="en-US" b="1" dirty="0">
                <a:solidFill>
                  <a:srgbClr val="FF0000"/>
                </a:solidFill>
                <a:latin typeface="黑体" panose="02010609060101010101" pitchFamily="49" charset="-122"/>
                <a:ea typeface="黑体" panose="02010609060101010101" pitchFamily="49" charset="-122"/>
              </a:rPr>
              <a:t>真解</a:t>
            </a:r>
            <a:r>
              <a:rPr lang="en-US" altLang="zh-CN" b="1" dirty="0">
                <a:solidFill>
                  <a:srgbClr val="FF0000"/>
                </a:solidFill>
                <a:latin typeface="Times New Roman" panose="02020603050405020304" pitchFamily="18" charset="0"/>
                <a:ea typeface="宋体" panose="02010600030101010101" pitchFamily="2" charset="-122"/>
              </a:rPr>
              <a:t>(4,-1)</a:t>
            </a:r>
            <a:r>
              <a:rPr lang="en-US" altLang="zh-CN" b="1" baseline="30000" dirty="0">
                <a:solidFill>
                  <a:srgbClr val="FF0000"/>
                </a:solidFill>
                <a:latin typeface="Times New Roman" panose="02020603050405020304" pitchFamily="18" charset="0"/>
                <a:ea typeface="宋体" panose="02010600030101010101" pitchFamily="2" charset="-122"/>
              </a:rPr>
              <a:t>T</a:t>
            </a:r>
            <a:endParaRPr lang="zh-CN" altLang="en-US" b="1" baseline="30000" dirty="0">
              <a:solidFill>
                <a:srgbClr val="FF0000"/>
              </a:solidFill>
              <a:latin typeface="Times New Roman" panose="02020603050405020304" pitchFamily="18" charset="0"/>
              <a:ea typeface="宋体" panose="02010600030101010101" pitchFamily="2" charset="-122"/>
            </a:endParaRPr>
          </a:p>
        </p:txBody>
      </p:sp>
      <p:pic>
        <p:nvPicPr>
          <p:cNvPr id="73730" name="图片 2"/>
          <p:cNvPicPr>
            <a:picLocks noChangeAspect="1"/>
          </p:cNvPicPr>
          <p:nvPr/>
        </p:nvPicPr>
        <p:blipFill>
          <a:blip r:embed="rId1"/>
          <a:stretch>
            <a:fillRect/>
          </a:stretch>
        </p:blipFill>
        <p:spPr>
          <a:xfrm>
            <a:off x="1849438" y="290513"/>
            <a:ext cx="4267200" cy="1111250"/>
          </a:xfrm>
          <a:prstGeom prst="rect">
            <a:avLst/>
          </a:prstGeom>
          <a:noFill/>
          <a:ln w="9525">
            <a:noFill/>
          </a:ln>
        </p:spPr>
      </p:pic>
      <p:pic>
        <p:nvPicPr>
          <p:cNvPr id="73731" name="图片 4"/>
          <p:cNvPicPr>
            <a:picLocks noChangeAspect="1"/>
          </p:cNvPicPr>
          <p:nvPr/>
        </p:nvPicPr>
        <p:blipFill>
          <a:blip r:embed="rId2"/>
          <a:stretch>
            <a:fillRect/>
          </a:stretch>
        </p:blipFill>
        <p:spPr>
          <a:xfrm>
            <a:off x="649288" y="1619250"/>
            <a:ext cx="7766050" cy="1409700"/>
          </a:xfrm>
          <a:prstGeom prst="rect">
            <a:avLst/>
          </a:prstGeom>
          <a:noFill/>
          <a:ln w="9525">
            <a:noFill/>
          </a:ln>
        </p:spPr>
      </p:pic>
      <p:sp>
        <p:nvSpPr>
          <p:cNvPr id="4" name="Text Box 3"/>
          <p:cNvSpPr txBox="1"/>
          <p:nvPr/>
        </p:nvSpPr>
        <p:spPr>
          <a:xfrm>
            <a:off x="808038" y="214313"/>
            <a:ext cx="9001125" cy="522287"/>
          </a:xfrm>
          <a:prstGeom prst="rect">
            <a:avLst/>
          </a:prstGeom>
          <a:noFill/>
          <a:ln w="9525">
            <a:noFill/>
          </a:ln>
        </p:spPr>
        <p:txBody>
          <a:bodyPr anchor="t" anchorCtr="0">
            <a:spAutoFit/>
          </a:bodyPr>
          <a:p>
            <a:pPr>
              <a:spcBef>
                <a:spcPct val="50000"/>
              </a:spcBef>
              <a:buClr>
                <a:srgbClr val="FF0000"/>
              </a:buClr>
              <a:buSzTx/>
              <a:buFont typeface="Wingdings" panose="05000000000000000000" pitchFamily="2" charset="2"/>
            </a:pPr>
            <a:r>
              <a:rPr lang="zh-CN" altLang="en-US" b="1" dirty="0">
                <a:solidFill>
                  <a:srgbClr val="0070C0"/>
                </a:solidFill>
                <a:latin typeface="Times New Roman" panose="02020603050405020304" pitchFamily="18" charset="0"/>
                <a:ea typeface="黑体" panose="02010609060101010101" pitchFamily="49" charset="-122"/>
                <a:sym typeface="宋体" panose="02010600030101010101" pitchFamily="2" charset="-122"/>
              </a:rPr>
              <a:t>例</a:t>
            </a:r>
            <a:r>
              <a:rPr lang="en-US" altLang="zh-CN" dirty="0">
                <a:latin typeface="Times New Roman" panose="02020603050405020304" pitchFamily="18" charset="0"/>
                <a:ea typeface="黑体" panose="02010609060101010101" pitchFamily="49" charset="-122"/>
              </a:rPr>
              <a:t> </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ppt_x</p:attrName>
                                        </p:attrNameLst>
                                      </p:cBhvr>
                                      <p:tavLst>
                                        <p:tav tm="0">
                                          <p:val>
                                            <p:strVal val="0-#ppt_w/2"/>
                                          </p:val>
                                        </p:tav>
                                        <p:tav tm="100000">
                                          <p:val>
                                            <p:strVal val="#ppt_x"/>
                                          </p:val>
                                        </p:tav>
                                      </p:tavLst>
                                    </p:anim>
                                    <p:anim calcmode="lin" valueType="num">
                                      <p:cBhvr>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0-#ppt_w/2"/>
                                          </p:val>
                                        </p:tav>
                                        <p:tav tm="100000">
                                          <p:val>
                                            <p:strVal val="#ppt_x"/>
                                          </p:val>
                                        </p:tav>
                                      </p:tavLst>
                                    </p:anim>
                                    <p:anim calcmode="lin" valueType="num">
                                      <p:cBhvr>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7" name="图片 2"/>
          <p:cNvPicPr>
            <a:picLocks noChangeAspect="1"/>
          </p:cNvPicPr>
          <p:nvPr/>
        </p:nvPicPr>
        <p:blipFill>
          <a:blip r:embed="rId1"/>
          <a:stretch>
            <a:fillRect/>
          </a:stretch>
        </p:blipFill>
        <p:spPr>
          <a:xfrm>
            <a:off x="1736725" y="476250"/>
            <a:ext cx="5670550" cy="5905500"/>
          </a:xfrm>
          <a:prstGeom prst="rect">
            <a:avLst/>
          </a:prstGeom>
          <a:noFill/>
          <a:ln w="9525">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1" name="图片 2"/>
          <p:cNvPicPr>
            <a:picLocks noChangeAspect="1"/>
          </p:cNvPicPr>
          <p:nvPr/>
        </p:nvPicPr>
        <p:blipFill>
          <a:blip r:embed="rId1"/>
          <a:stretch>
            <a:fillRect/>
          </a:stretch>
        </p:blipFill>
        <p:spPr>
          <a:xfrm>
            <a:off x="1270000" y="788988"/>
            <a:ext cx="5543550" cy="3841750"/>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42875" y="2928938"/>
            <a:ext cx="9001125" cy="584200"/>
          </a:xfrm>
          <a:prstGeom prst="rect">
            <a:avLst/>
          </a:prstGeom>
          <a:noFill/>
          <a:ln w="9525">
            <a:noFill/>
          </a:ln>
        </p:spPr>
        <p:txBody>
          <a:bodyPr anchor="t" anchorCtr="0">
            <a:spAutoFit/>
          </a:bodyPr>
          <a:p>
            <a:pPr>
              <a:spcBef>
                <a:spcPct val="50000"/>
              </a:spcBef>
              <a:buClr>
                <a:srgbClr val="FF0000"/>
              </a:buClr>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      </a:t>
            </a:r>
            <a:r>
              <a:rPr lang="zh-CN" altLang="en-US" dirty="0">
                <a:latin typeface="黑体" panose="02010609060101010101" pitchFamily="49" charset="-122"/>
                <a:ea typeface="黑体" panose="02010609060101010101" pitchFamily="49" charset="-122"/>
              </a:rPr>
              <a:t>是否每个矩阵都有主特征值呢？</a:t>
            </a:r>
            <a:endParaRPr lang="zh-CN" altLang="en-US" dirty="0">
              <a:latin typeface="黑体" panose="02010609060101010101" pitchFamily="49" charset="-122"/>
              <a:ea typeface="黑体" panose="02010609060101010101" pitchFamily="49" charset="-122"/>
            </a:endParaRPr>
          </a:p>
        </p:txBody>
      </p:sp>
      <p:sp>
        <p:nvSpPr>
          <p:cNvPr id="9" name="Text Box 3"/>
          <p:cNvSpPr txBox="1"/>
          <p:nvPr/>
        </p:nvSpPr>
        <p:spPr>
          <a:xfrm>
            <a:off x="142875" y="1143000"/>
            <a:ext cx="9001125" cy="1570038"/>
          </a:xfrm>
          <a:prstGeom prst="rect">
            <a:avLst/>
          </a:prstGeom>
          <a:noFill/>
          <a:ln w="9525">
            <a:noFill/>
          </a:ln>
        </p:spPr>
        <p:txBody>
          <a:bodyPr anchor="t" anchorCtr="0">
            <a:spAutoFit/>
          </a:bodyPr>
          <a:p>
            <a:pPr>
              <a:spcBef>
                <a:spcPct val="50000"/>
              </a:spcBef>
              <a:buSzTx/>
              <a:buFont typeface="Wingdings" panose="05000000000000000000" pitchFamily="2" charset="2"/>
            </a:pPr>
            <a:r>
              <a:rPr lang="zh-CN" altLang="en-US" dirty="0">
                <a:latin typeface="黑体" panose="02010609060101010101" pitchFamily="49" charset="-122"/>
                <a:ea typeface="黑体" panose="02010609060101010101" pitchFamily="49" charset="-122"/>
              </a:rPr>
              <a:t>   如果矩阵</a:t>
            </a:r>
            <a:r>
              <a:rPr lang="en-US" altLang="zh-CN" i="1" dirty="0">
                <a:latin typeface="Times New Roman" panose="02020603050405020304" pitchFamily="18" charset="0"/>
                <a:ea typeface="黑体" panose="02010609060101010101" pitchFamily="49" charset="-122"/>
              </a:rPr>
              <a:t>A</a:t>
            </a:r>
            <a:r>
              <a:rPr lang="zh-CN" altLang="en-US" dirty="0">
                <a:latin typeface="黑体" panose="02010609060101010101" pitchFamily="49" charset="-122"/>
                <a:ea typeface="黑体" panose="02010609060101010101" pitchFamily="49" charset="-122"/>
              </a:rPr>
              <a:t>的某个特征值的模大于其它所有的特征值</a:t>
            </a:r>
            <a:r>
              <a:rPr lang="en-US" altLang="zh-CN" dirty="0">
                <a:latin typeface="Times New Roman" panose="02020603050405020304" pitchFamily="18" charset="0"/>
                <a:ea typeface="黑体" panose="02010609060101010101" pitchFamily="49" charset="-122"/>
              </a:rPr>
              <a:t>, </a:t>
            </a:r>
            <a:r>
              <a:rPr lang="zh-CN" altLang="en-US" dirty="0">
                <a:latin typeface="黑体" panose="02010609060101010101" pitchFamily="49" charset="-122"/>
                <a:ea typeface="黑体" panose="02010609060101010101" pitchFamily="49" charset="-122"/>
              </a:rPr>
              <a:t>则称此特征值是主特征值</a:t>
            </a:r>
            <a:r>
              <a:rPr lang="en-US" altLang="zh-CN" dirty="0">
                <a:latin typeface="Times New Roman" panose="02020603050405020304" pitchFamily="18" charset="0"/>
                <a:ea typeface="黑体" panose="02010609060101010101" pitchFamily="49" charset="-122"/>
              </a:rPr>
              <a:t>, </a:t>
            </a:r>
            <a:r>
              <a:rPr lang="zh-CN" altLang="en-US" dirty="0">
                <a:latin typeface="黑体" panose="02010609060101010101" pitchFamily="49" charset="-122"/>
                <a:ea typeface="黑体" panose="02010609060101010101" pitchFamily="49" charset="-122"/>
              </a:rPr>
              <a:t> 对应的特征向量是主特征向量。</a:t>
            </a:r>
            <a:endParaRPr lang="zh-CN" altLang="en-US" dirty="0">
              <a:latin typeface="黑体" panose="02010609060101010101" pitchFamily="49" charset="-122"/>
              <a:ea typeface="黑体" panose="02010609060101010101" pitchFamily="49" charset="-122"/>
            </a:endParaRPr>
          </a:p>
        </p:txBody>
      </p:sp>
      <p:sp>
        <p:nvSpPr>
          <p:cNvPr id="11" name="TextBox 2"/>
          <p:cNvSpPr txBox="1"/>
          <p:nvPr/>
        </p:nvSpPr>
        <p:spPr>
          <a:xfrm>
            <a:off x="285750" y="357188"/>
            <a:ext cx="8572500" cy="584200"/>
          </a:xfrm>
          <a:prstGeom prst="rect">
            <a:avLst/>
          </a:prstGeom>
          <a:noFill/>
          <a:ln w="9525">
            <a:noFill/>
          </a:ln>
        </p:spPr>
        <p:txBody>
          <a:bodyPr anchor="t" anchorCtr="0">
            <a:spAutoFit/>
          </a:bodyPr>
          <a:p>
            <a:pPr>
              <a:spcBef>
                <a:spcPct val="50000"/>
              </a:spcBef>
              <a:buFont typeface="Wingdings" panose="05000000000000000000" pitchFamily="2" charset="2"/>
            </a:pPr>
            <a:r>
              <a:rPr lang="zh-CN" altLang="en-US" dirty="0">
                <a:latin typeface="黑体" panose="02010609060101010101" pitchFamily="49" charset="-122"/>
                <a:ea typeface="黑体" panose="02010609060101010101" pitchFamily="49" charset="-122"/>
              </a:rPr>
              <a:t>主特征值</a:t>
            </a:r>
            <a:endParaRPr lang="zh-CN" altLang="en-US" dirty="0">
              <a:latin typeface="黑体" panose="02010609060101010101" pitchFamily="49" charset="-122"/>
              <a:ea typeface="黑体" panose="02010609060101010101" pitchFamily="49" charset="-122"/>
            </a:endParaRPr>
          </a:p>
        </p:txBody>
      </p:sp>
      <p:graphicFrame>
        <p:nvGraphicFramePr>
          <p:cNvPr id="3" name="Object 10"/>
          <p:cNvGraphicFramePr>
            <a:graphicFrameLocks noChangeAspect="1"/>
          </p:cNvGraphicFramePr>
          <p:nvPr/>
        </p:nvGraphicFramePr>
        <p:xfrm>
          <a:off x="1000125" y="4000500"/>
          <a:ext cx="2393950" cy="1366838"/>
        </p:xfrm>
        <a:graphic>
          <a:graphicData uri="http://schemas.openxmlformats.org/presentationml/2006/ole">
            <mc:AlternateContent xmlns:mc="http://schemas.openxmlformats.org/markup-compatibility/2006">
              <mc:Choice xmlns:v="urn:schemas-microsoft-com:vml" Requires="v">
                <p:oleObj spid="_x0000_s3297" name="" r:id="rId1" imgW="1092200" imgH="596900" progId="Equation.DSMT4">
                  <p:embed/>
                </p:oleObj>
              </mc:Choice>
              <mc:Fallback>
                <p:oleObj name="" r:id="rId1" imgW="1092200" imgH="596900" progId="Equation.DSMT4">
                  <p:embed/>
                  <p:pic>
                    <p:nvPicPr>
                      <p:cNvPr id="0" name="图片 3296"/>
                      <p:cNvPicPr/>
                      <p:nvPr/>
                    </p:nvPicPr>
                    <p:blipFill>
                      <a:blip r:embed="rId2"/>
                      <a:stretch>
                        <a:fillRect/>
                      </a:stretch>
                    </p:blipFill>
                    <p:spPr>
                      <a:xfrm>
                        <a:off x="1000125" y="4000500"/>
                        <a:ext cx="2393950" cy="1366838"/>
                      </a:xfrm>
                      <a:prstGeom prst="rect">
                        <a:avLst/>
                      </a:prstGeom>
                      <a:noFill/>
                      <a:ln w="38100">
                        <a:noFill/>
                        <a:miter/>
                      </a:ln>
                    </p:spPr>
                  </p:pic>
                </p:oleObj>
              </mc:Fallback>
            </mc:AlternateContent>
          </a:graphicData>
        </a:graphic>
      </p:graphicFrame>
      <p:graphicFrame>
        <p:nvGraphicFramePr>
          <p:cNvPr id="2" name="Object 10"/>
          <p:cNvGraphicFramePr>
            <a:graphicFrameLocks noChangeAspect="1"/>
          </p:cNvGraphicFramePr>
          <p:nvPr/>
        </p:nvGraphicFramePr>
        <p:xfrm>
          <a:off x="4071938" y="3643313"/>
          <a:ext cx="2784475" cy="2093912"/>
        </p:xfrm>
        <a:graphic>
          <a:graphicData uri="http://schemas.openxmlformats.org/presentationml/2006/ole">
            <mc:AlternateContent xmlns:mc="http://schemas.openxmlformats.org/markup-compatibility/2006">
              <mc:Choice xmlns:v="urn:schemas-microsoft-com:vml" Requires="v">
                <p:oleObj spid="_x0000_s3296" name="" r:id="rId3" imgW="1270000" imgH="914400" progId="Equation.DSMT4">
                  <p:embed/>
                </p:oleObj>
              </mc:Choice>
              <mc:Fallback>
                <p:oleObj name="" r:id="rId3" imgW="1270000" imgH="914400" progId="Equation.DSMT4">
                  <p:embed/>
                  <p:pic>
                    <p:nvPicPr>
                      <p:cNvPr id="0" name="图片 3295"/>
                      <p:cNvPicPr/>
                      <p:nvPr/>
                    </p:nvPicPr>
                    <p:blipFill>
                      <a:blip r:embed="rId4"/>
                      <a:stretch>
                        <a:fillRect/>
                      </a:stretch>
                    </p:blipFill>
                    <p:spPr>
                      <a:xfrm>
                        <a:off x="4071938" y="3643313"/>
                        <a:ext cx="2784475" cy="20939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ppt_x</p:attrName>
                                        </p:attrNameLst>
                                      </p:cBhvr>
                                      <p:tavLst>
                                        <p:tav tm="0">
                                          <p:val>
                                            <p:strVal val="0-#ppt_w/2"/>
                                          </p:val>
                                        </p:tav>
                                        <p:tav tm="100000">
                                          <p:val>
                                            <p:strVal val="#ppt_x"/>
                                          </p:val>
                                        </p:tav>
                                      </p:tavLst>
                                    </p:anim>
                                    <p:anim calcmode="lin" valueType="num">
                                      <p:cBhvr>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ppt_x</p:attrName>
                                        </p:attrNameLst>
                                      </p:cBhvr>
                                      <p:tavLst>
                                        <p:tav tm="0">
                                          <p:val>
                                            <p:strVal val="0-#ppt_w/2"/>
                                          </p:val>
                                        </p:tav>
                                        <p:tav tm="100000">
                                          <p:val>
                                            <p:strVal val="#ppt_x"/>
                                          </p:val>
                                        </p:tav>
                                      </p:tavLst>
                                    </p:anim>
                                    <p:anim calcmode="lin" valueType="num">
                                      <p:cBhvr>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0-#ppt_w/2"/>
                                          </p:val>
                                        </p:tav>
                                        <p:tav tm="100000">
                                          <p:val>
                                            <p:strVal val="#ppt_x"/>
                                          </p:val>
                                        </p:tav>
                                      </p:tavLst>
                                    </p:anim>
                                    <p:anim calcmode="lin" valueType="num">
                                      <p:cBhvr>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85750" y="214313"/>
            <a:ext cx="9001125" cy="522287"/>
          </a:xfrm>
          <a:prstGeom prst="rect">
            <a:avLst/>
          </a:prstGeom>
          <a:noFill/>
          <a:ln w="9525">
            <a:noFill/>
          </a:ln>
        </p:spPr>
        <p:txBody>
          <a:bodyPr anchor="t" anchorCtr="0">
            <a:spAutoFit/>
          </a:bodyPr>
          <a:p>
            <a:pPr>
              <a:spcBef>
                <a:spcPct val="50000"/>
              </a:spcBef>
              <a:buClr>
                <a:srgbClr val="FF0000"/>
              </a:buClr>
              <a:buSzTx/>
              <a:buFont typeface="Wingdings" panose="05000000000000000000" pitchFamily="2" charset="2"/>
            </a:pPr>
            <a:r>
              <a:rPr lang="zh-CN" altLang="en-US" b="1" dirty="0">
                <a:solidFill>
                  <a:srgbClr val="0070C0"/>
                </a:solidFill>
                <a:latin typeface="Times New Roman" panose="02020603050405020304" pitchFamily="18" charset="0"/>
                <a:ea typeface="黑体" panose="02010609060101010101" pitchFamily="49" charset="-122"/>
              </a:rPr>
              <a:t>例</a:t>
            </a:r>
            <a:r>
              <a:rPr lang="en-US" altLang="zh-CN" dirty="0">
                <a:latin typeface="Times New Roman" panose="02020603050405020304" pitchFamily="18" charset="0"/>
                <a:ea typeface="黑体" panose="02010609060101010101" pitchFamily="49" charset="-122"/>
              </a:rPr>
              <a:t> </a:t>
            </a:r>
            <a:r>
              <a:rPr lang="zh-CN" altLang="en-US" dirty="0">
                <a:latin typeface="黑体" panose="02010609060101010101" pitchFamily="49" charset="-122"/>
                <a:ea typeface="黑体" panose="02010609060101010101" pitchFamily="49" charset="-122"/>
              </a:rPr>
              <a:t>求如下矩阵的特征值和特征向量</a:t>
            </a:r>
            <a:endParaRPr lang="zh-CN" altLang="en-US" dirty="0">
              <a:latin typeface="黑体" panose="02010609060101010101" pitchFamily="49" charset="-122"/>
              <a:ea typeface="黑体" panose="02010609060101010101" pitchFamily="49" charset="-122"/>
            </a:endParaRPr>
          </a:p>
        </p:txBody>
      </p:sp>
      <p:sp>
        <p:nvSpPr>
          <p:cNvPr id="9" name="Text Box 3"/>
          <p:cNvSpPr txBox="1"/>
          <p:nvPr/>
        </p:nvSpPr>
        <p:spPr>
          <a:xfrm>
            <a:off x="357188" y="4500563"/>
            <a:ext cx="9358312" cy="584200"/>
          </a:xfrm>
          <a:prstGeom prst="rect">
            <a:avLst/>
          </a:prstGeom>
          <a:noFill/>
          <a:ln w="9525">
            <a:noFill/>
          </a:ln>
        </p:spPr>
        <p:txBody>
          <a:bodyPr anchor="t" anchorCtr="0">
            <a:spAutoFit/>
          </a:bodyPr>
          <a:p>
            <a:pPr>
              <a:spcBef>
                <a:spcPct val="50000"/>
              </a:spcBef>
              <a:buSzTx/>
            </a:pPr>
            <a:r>
              <a:rPr lang="zh-CN" altLang="en-US" dirty="0">
                <a:latin typeface="黑体" panose="02010609060101010101" pitchFamily="49" charset="-122"/>
                <a:ea typeface="黑体" panose="02010609060101010101" pitchFamily="49" charset="-122"/>
              </a:rPr>
              <a:t>特征值</a:t>
            </a:r>
            <a:r>
              <a:rPr lang="en-US" altLang="zh-CN" dirty="0">
                <a:latin typeface="Times New Roman" panose="02020603050405020304" pitchFamily="18" charset="0"/>
                <a:ea typeface="黑体" panose="02010609060101010101" pitchFamily="49" charset="-122"/>
              </a:rPr>
              <a:t>4</a:t>
            </a:r>
            <a:r>
              <a:rPr lang="zh-CN" altLang="en-US" dirty="0">
                <a:latin typeface="黑体" panose="02010609060101010101" pitchFamily="49" charset="-122"/>
                <a:ea typeface="黑体" panose="02010609060101010101" pitchFamily="49" charset="-122"/>
              </a:rPr>
              <a:t>和</a:t>
            </a:r>
            <a:r>
              <a:rPr lang="en-US" altLang="zh-CN" dirty="0">
                <a:latin typeface="Times New Roman" panose="02020603050405020304" pitchFamily="18" charset="0"/>
                <a:ea typeface="黑体" panose="02010609060101010101" pitchFamily="49" charset="-122"/>
              </a:rPr>
              <a:t>-1</a:t>
            </a:r>
            <a:r>
              <a:rPr lang="zh-CN" altLang="en-US" dirty="0">
                <a:latin typeface="黑体" panose="02010609060101010101" pitchFamily="49" charset="-122"/>
                <a:ea typeface="黑体" panose="02010609060101010101" pitchFamily="49" charset="-122"/>
              </a:rPr>
              <a:t>对应的特征向量分别</a:t>
            </a:r>
            <a:r>
              <a:rPr lang="en-US" altLang="zh-CN" dirty="0">
                <a:latin typeface="Times New Roman" panose="02020603050405020304" pitchFamily="18" charset="0"/>
                <a:ea typeface="黑体" panose="02010609060101010101" pitchFamily="49" charset="-122"/>
              </a:rPr>
              <a:t>[2;2]</a:t>
            </a:r>
            <a:r>
              <a:rPr lang="zh-CN" altLang="en-US" dirty="0">
                <a:latin typeface="黑体" panose="02010609060101010101" pitchFamily="49" charset="-122"/>
                <a:ea typeface="黑体" panose="02010609060101010101" pitchFamily="49" charset="-122"/>
              </a:rPr>
              <a:t>和</a:t>
            </a:r>
            <a:r>
              <a:rPr lang="en-US" altLang="zh-CN" dirty="0">
                <a:latin typeface="Times New Roman" panose="02020603050405020304" pitchFamily="18" charset="0"/>
                <a:ea typeface="黑体" panose="02010609060101010101" pitchFamily="49" charset="-122"/>
              </a:rPr>
              <a:t>[-3;2]</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aphicFrame>
        <p:nvGraphicFramePr>
          <p:cNvPr id="3" name="Object 10"/>
          <p:cNvGraphicFramePr>
            <a:graphicFrameLocks noChangeAspect="1"/>
          </p:cNvGraphicFramePr>
          <p:nvPr/>
        </p:nvGraphicFramePr>
        <p:xfrm>
          <a:off x="2643188" y="785813"/>
          <a:ext cx="2171700" cy="1366837"/>
        </p:xfrm>
        <a:graphic>
          <a:graphicData uri="http://schemas.openxmlformats.org/presentationml/2006/ole">
            <mc:AlternateContent xmlns:mc="http://schemas.openxmlformats.org/markup-compatibility/2006">
              <mc:Choice xmlns:v="urn:schemas-microsoft-com:vml" Requires="v">
                <p:oleObj spid="_x0000_s3294" name="" r:id="rId1" imgW="990600" imgH="596900" progId="Equation.DSMT4">
                  <p:embed/>
                </p:oleObj>
              </mc:Choice>
              <mc:Fallback>
                <p:oleObj name="" r:id="rId1" imgW="990600" imgH="596900" progId="Equation.DSMT4">
                  <p:embed/>
                  <p:pic>
                    <p:nvPicPr>
                      <p:cNvPr id="0" name="图片 3293"/>
                      <p:cNvPicPr/>
                      <p:nvPr/>
                    </p:nvPicPr>
                    <p:blipFill>
                      <a:blip r:embed="rId2"/>
                      <a:stretch>
                        <a:fillRect/>
                      </a:stretch>
                    </p:blipFill>
                    <p:spPr>
                      <a:xfrm>
                        <a:off x="2643188" y="785813"/>
                        <a:ext cx="2171700" cy="1366837"/>
                      </a:xfrm>
                      <a:prstGeom prst="rect">
                        <a:avLst/>
                      </a:prstGeom>
                      <a:noFill/>
                      <a:ln w="38100">
                        <a:noFill/>
                        <a:miter/>
                      </a:ln>
                    </p:spPr>
                  </p:pic>
                </p:oleObj>
              </mc:Fallback>
            </mc:AlternateContent>
          </a:graphicData>
        </a:graphic>
      </p:graphicFrame>
      <p:graphicFrame>
        <p:nvGraphicFramePr>
          <p:cNvPr id="101379" name="Object 9"/>
          <p:cNvGraphicFramePr>
            <a:graphicFrameLocks noChangeAspect="1"/>
          </p:cNvGraphicFramePr>
          <p:nvPr/>
        </p:nvGraphicFramePr>
        <p:xfrm>
          <a:off x="571500" y="2928938"/>
          <a:ext cx="9112250" cy="1250950"/>
        </p:xfrm>
        <a:graphic>
          <a:graphicData uri="http://schemas.openxmlformats.org/presentationml/2006/ole">
            <mc:AlternateContent xmlns:mc="http://schemas.openxmlformats.org/markup-compatibility/2006">
              <mc:Choice xmlns:v="urn:schemas-microsoft-com:vml" Requires="v">
                <p:oleObj spid="_x0000_s3295" name="" r:id="rId3" imgW="4330700" imgH="596900" progId="Equation.DSMT4">
                  <p:embed/>
                </p:oleObj>
              </mc:Choice>
              <mc:Fallback>
                <p:oleObj name="" r:id="rId3" imgW="4330700" imgH="596900" progId="Equation.DSMT4">
                  <p:embed/>
                  <p:pic>
                    <p:nvPicPr>
                      <p:cNvPr id="0" name="图片 3294"/>
                      <p:cNvPicPr/>
                      <p:nvPr/>
                    </p:nvPicPr>
                    <p:blipFill>
                      <a:blip r:embed="rId4"/>
                      <a:stretch>
                        <a:fillRect/>
                      </a:stretch>
                    </p:blipFill>
                    <p:spPr>
                      <a:xfrm>
                        <a:off x="571500" y="2928938"/>
                        <a:ext cx="9112250" cy="1250950"/>
                      </a:xfrm>
                      <a:prstGeom prst="rect">
                        <a:avLst/>
                      </a:prstGeom>
                      <a:noFill/>
                      <a:ln w="38100">
                        <a:noFill/>
                        <a:miter/>
                      </a:ln>
                    </p:spPr>
                  </p:pic>
                </p:oleObj>
              </mc:Fallback>
            </mc:AlternateContent>
          </a:graphicData>
        </a:graphic>
      </p:graphicFrame>
      <p:sp>
        <p:nvSpPr>
          <p:cNvPr id="8" name="Text Box 3"/>
          <p:cNvSpPr txBox="1"/>
          <p:nvPr/>
        </p:nvSpPr>
        <p:spPr>
          <a:xfrm>
            <a:off x="285750" y="2130425"/>
            <a:ext cx="9001125" cy="584200"/>
          </a:xfrm>
          <a:prstGeom prst="rect">
            <a:avLst/>
          </a:prstGeom>
          <a:noFill/>
          <a:ln w="9525">
            <a:noFill/>
          </a:ln>
        </p:spPr>
        <p:txBody>
          <a:bodyPr anchor="t" anchorCtr="0">
            <a:spAutoFit/>
          </a:bodyPr>
          <a:p>
            <a:pPr>
              <a:spcBef>
                <a:spcPct val="50000"/>
              </a:spcBef>
              <a:buClr>
                <a:srgbClr val="FF0000"/>
              </a:buClr>
              <a:buFont typeface="Wingdings" panose="05000000000000000000" pitchFamily="2" charset="2"/>
            </a:pPr>
            <a:r>
              <a:rPr lang="zh-CN" altLang="en-US" dirty="0">
                <a:latin typeface="黑体" panose="02010609060101010101" pitchFamily="49" charset="-122"/>
                <a:ea typeface="黑体" panose="02010609060101010101" pitchFamily="49" charset="-122"/>
              </a:rPr>
              <a:t>解</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矩阵的特征多项式为</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0-#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ppt_x</p:attrName>
                                        </p:attrNameLst>
                                      </p:cBhvr>
                                      <p:tavLst>
                                        <p:tav tm="0">
                                          <p:val>
                                            <p:strVal val="0-#ppt_w/2"/>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01379"/>
                                        </p:tgtEl>
                                        <p:attrNameLst>
                                          <p:attrName>style.visibility</p:attrName>
                                        </p:attrNameLst>
                                      </p:cBhvr>
                                      <p:to>
                                        <p:strVal val="visible"/>
                                      </p:to>
                                    </p:set>
                                    <p:anim calcmode="lin" valueType="num">
                                      <p:cBhvr>
                                        <p:cTn id="24" dur="500" fill="hold"/>
                                        <p:tgtEl>
                                          <p:spTgt spid="101379"/>
                                        </p:tgtEl>
                                        <p:attrNameLst>
                                          <p:attrName>ppt_x</p:attrName>
                                        </p:attrNameLst>
                                      </p:cBhvr>
                                      <p:tavLst>
                                        <p:tav tm="0">
                                          <p:val>
                                            <p:strVal val="0-#ppt_w/2"/>
                                          </p:val>
                                        </p:tav>
                                        <p:tav tm="100000">
                                          <p:val>
                                            <p:strVal val="#ppt_x"/>
                                          </p:val>
                                        </p:tav>
                                      </p:tavLst>
                                    </p:anim>
                                    <p:anim calcmode="lin" valueType="num">
                                      <p:cBhvr>
                                        <p:cTn id="25" dur="500" fill="hold"/>
                                        <p:tgtEl>
                                          <p:spTgt spid="10137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ppt_x</p:attrName>
                                        </p:attrNameLst>
                                      </p:cBhvr>
                                      <p:tavLst>
                                        <p:tav tm="0">
                                          <p:val>
                                            <p:strVal val="0-#ppt_w/2"/>
                                          </p:val>
                                        </p:tav>
                                        <p:tav tm="100000">
                                          <p:val>
                                            <p:strVal val="#ppt_x"/>
                                          </p:val>
                                        </p:tav>
                                      </p:tavLst>
                                    </p:anim>
                                    <p:anim calcmode="lin" valueType="num">
                                      <p:cBhvr>
                                        <p:cTn id="31"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214313"/>
            <a:ext cx="9144000" cy="584200"/>
          </a:xfrm>
          <a:prstGeom prst="rect">
            <a:avLst/>
          </a:prstGeom>
          <a:noFill/>
          <a:ln w="9525">
            <a:noFill/>
          </a:ln>
        </p:spPr>
        <p:txBody>
          <a:bodyPr anchor="t" anchorCtr="0">
            <a:spAutoFit/>
          </a:bodyPr>
          <a:p>
            <a:pPr>
              <a:spcBef>
                <a:spcPct val="50000"/>
              </a:spcBef>
              <a:buSzTx/>
              <a:buFont typeface="Wingdings" panose="05000000000000000000" pitchFamily="2" charset="2"/>
            </a:pPr>
            <a:r>
              <a:rPr lang="zh-CN" altLang="en-US" dirty="0">
                <a:latin typeface="黑体" panose="02010609060101010101" pitchFamily="49" charset="-122"/>
                <a:ea typeface="黑体" panose="02010609060101010101" pitchFamily="49" charset="-122"/>
              </a:rPr>
              <a:t>魔术</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随机给定初始向量</a:t>
            </a:r>
            <a:r>
              <a:rPr lang="en-US" altLang="zh-CN"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重复计算矩阵向量乘法。</a:t>
            </a:r>
            <a:endParaRPr lang="zh-CN" altLang="en-US" dirty="0">
              <a:latin typeface="黑体" panose="02010609060101010101" pitchFamily="49" charset="-122"/>
              <a:ea typeface="黑体" panose="02010609060101010101" pitchFamily="49" charset="-122"/>
            </a:endParaRPr>
          </a:p>
        </p:txBody>
      </p:sp>
      <p:sp>
        <p:nvSpPr>
          <p:cNvPr id="6" name="Text Box 3"/>
          <p:cNvSpPr txBox="1"/>
          <p:nvPr/>
        </p:nvSpPr>
        <p:spPr>
          <a:xfrm>
            <a:off x="214313" y="5214938"/>
            <a:ext cx="8786812" cy="1200150"/>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     </a:t>
            </a:r>
            <a:r>
              <a:rPr lang="zh-CN" altLang="en-US" sz="2400" dirty="0">
                <a:solidFill>
                  <a:srgbClr val="7030A0"/>
                </a:solidFill>
                <a:latin typeface="Times New Roman" panose="02020603050405020304" pitchFamily="18" charset="0"/>
                <a:ea typeface="宋体" panose="02010600030101010101" pitchFamily="2" charset="-122"/>
              </a:rPr>
              <a:t>魔术的提示</a:t>
            </a:r>
            <a:r>
              <a:rPr lang="en-US" altLang="zh-CN" sz="2400" dirty="0">
                <a:solidFill>
                  <a:srgbClr val="7030A0"/>
                </a:solidFill>
                <a:latin typeface="Times New Roman" panose="02020603050405020304" pitchFamily="18" charset="0"/>
                <a:ea typeface="宋体" panose="02010600030101010101" pitchFamily="2" charset="-122"/>
              </a:rPr>
              <a:t>:  </a:t>
            </a:r>
            <a:r>
              <a:rPr lang="zh-CN" altLang="en-US" sz="2400" dirty="0">
                <a:solidFill>
                  <a:srgbClr val="7030A0"/>
                </a:solidFill>
                <a:latin typeface="Times New Roman" panose="02020603050405020304" pitchFamily="18" charset="0"/>
                <a:ea typeface="宋体" panose="02010600030101010101" pitchFamily="2" charset="-122"/>
              </a:rPr>
              <a:t>矩阵有</a:t>
            </a:r>
            <a:r>
              <a:rPr lang="en-US" altLang="zh-CN" sz="2400" i="1" dirty="0">
                <a:solidFill>
                  <a:srgbClr val="7030A0"/>
                </a:solidFill>
                <a:latin typeface="Times New Roman" panose="02020603050405020304" pitchFamily="18" charset="0"/>
                <a:ea typeface="宋体" panose="02010600030101010101" pitchFamily="2" charset="-122"/>
              </a:rPr>
              <a:t>n</a:t>
            </a:r>
            <a:r>
              <a:rPr lang="zh-CN" altLang="en-US" sz="2400" dirty="0">
                <a:solidFill>
                  <a:srgbClr val="7030A0"/>
                </a:solidFill>
                <a:latin typeface="Times New Roman" panose="02020603050405020304" pitchFamily="18" charset="0"/>
                <a:ea typeface="宋体" panose="02010600030101010101" pitchFamily="2" charset="-122"/>
              </a:rPr>
              <a:t>个不同的特征值</a:t>
            </a:r>
            <a:r>
              <a:rPr lang="en-US" altLang="zh-CN" sz="2400" dirty="0">
                <a:solidFill>
                  <a:srgbClr val="7030A0"/>
                </a:solidFill>
                <a:latin typeface="Times New Roman" panose="02020603050405020304" pitchFamily="18" charset="0"/>
                <a:ea typeface="宋体" panose="02010600030101010101" pitchFamily="2" charset="-122"/>
              </a:rPr>
              <a:t>, </a:t>
            </a:r>
            <a:r>
              <a:rPr lang="zh-CN" altLang="en-US" sz="2400" dirty="0">
                <a:solidFill>
                  <a:srgbClr val="7030A0"/>
                </a:solidFill>
                <a:latin typeface="Times New Roman" panose="02020603050405020304" pitchFamily="18" charset="0"/>
                <a:ea typeface="宋体" panose="02010600030101010101" pitchFamily="2" charset="-122"/>
              </a:rPr>
              <a:t>则不同的特征向量线性无关。则特征向量张成整个空间</a:t>
            </a:r>
            <a:r>
              <a:rPr lang="en-US" altLang="zh-CN" sz="2400" dirty="0">
                <a:solidFill>
                  <a:srgbClr val="7030A0"/>
                </a:solidFill>
                <a:latin typeface="Times New Roman" panose="02020603050405020304" pitchFamily="18" charset="0"/>
                <a:ea typeface="宋体" panose="02010600030101010101" pitchFamily="2" charset="-122"/>
              </a:rPr>
              <a:t>, </a:t>
            </a:r>
            <a:r>
              <a:rPr lang="zh-CN" altLang="en-US" sz="2400" dirty="0">
                <a:solidFill>
                  <a:srgbClr val="7030A0"/>
                </a:solidFill>
                <a:latin typeface="Times New Roman" panose="02020603050405020304" pitchFamily="18" charset="0"/>
                <a:ea typeface="宋体" panose="02010600030101010101" pitchFamily="2" charset="-122"/>
              </a:rPr>
              <a:t>则任意随机的初始向量均可被特征向量线性表示。</a:t>
            </a:r>
            <a:endParaRPr lang="zh-CN" altLang="en-US" sz="2400" dirty="0">
              <a:solidFill>
                <a:srgbClr val="7030A0"/>
              </a:solidFill>
              <a:latin typeface="Times New Roman" panose="02020603050405020304" pitchFamily="18" charset="0"/>
              <a:ea typeface="宋体" panose="02010600030101010101" pitchFamily="2" charset="-122"/>
            </a:endParaRPr>
          </a:p>
        </p:txBody>
      </p:sp>
      <p:graphicFrame>
        <p:nvGraphicFramePr>
          <p:cNvPr id="3" name="Object 10"/>
          <p:cNvGraphicFramePr>
            <a:graphicFrameLocks noChangeAspect="1"/>
          </p:cNvGraphicFramePr>
          <p:nvPr/>
        </p:nvGraphicFramePr>
        <p:xfrm>
          <a:off x="1143000" y="2286000"/>
          <a:ext cx="1717675" cy="1081088"/>
        </p:xfrm>
        <a:graphic>
          <a:graphicData uri="http://schemas.openxmlformats.org/presentationml/2006/ole">
            <mc:AlternateContent xmlns:mc="http://schemas.openxmlformats.org/markup-compatibility/2006">
              <mc:Choice xmlns:v="urn:schemas-microsoft-com:vml" Requires="v">
                <p:oleObj spid="_x0000_s3299" name="" r:id="rId1" imgW="990600" imgH="596900" progId="Equation.DSMT4">
                  <p:embed/>
                </p:oleObj>
              </mc:Choice>
              <mc:Fallback>
                <p:oleObj name="" r:id="rId1" imgW="990600" imgH="596900" progId="Equation.DSMT4">
                  <p:embed/>
                  <p:pic>
                    <p:nvPicPr>
                      <p:cNvPr id="0" name="图片 3298"/>
                      <p:cNvPicPr/>
                      <p:nvPr/>
                    </p:nvPicPr>
                    <p:blipFill>
                      <a:blip r:embed="rId2"/>
                      <a:stretch>
                        <a:fillRect/>
                      </a:stretch>
                    </p:blipFill>
                    <p:spPr>
                      <a:xfrm>
                        <a:off x="1143000" y="2286000"/>
                        <a:ext cx="1717675" cy="1081088"/>
                      </a:xfrm>
                      <a:prstGeom prst="rect">
                        <a:avLst/>
                      </a:prstGeom>
                      <a:noFill/>
                      <a:ln w="38100">
                        <a:noFill/>
                        <a:miter/>
                      </a:ln>
                    </p:spPr>
                  </p:pic>
                </p:oleObj>
              </mc:Fallback>
            </mc:AlternateContent>
          </a:graphicData>
        </a:graphic>
      </p:graphicFrame>
      <p:graphicFrame>
        <p:nvGraphicFramePr>
          <p:cNvPr id="2" name="Object 10"/>
          <p:cNvGraphicFramePr>
            <a:graphicFrameLocks noChangeAspect="1"/>
          </p:cNvGraphicFramePr>
          <p:nvPr/>
        </p:nvGraphicFramePr>
        <p:xfrm>
          <a:off x="3143250" y="857250"/>
          <a:ext cx="5786438" cy="4176713"/>
        </p:xfrm>
        <a:graphic>
          <a:graphicData uri="http://schemas.openxmlformats.org/presentationml/2006/ole">
            <mc:AlternateContent xmlns:mc="http://schemas.openxmlformats.org/markup-compatibility/2006">
              <mc:Choice xmlns:v="urn:schemas-microsoft-com:vml" Requires="v">
                <p:oleObj spid="_x0000_s3298" name="" r:id="rId3" imgW="3657600" imgH="2527300" progId="Equation.DSMT4">
                  <p:embed/>
                </p:oleObj>
              </mc:Choice>
              <mc:Fallback>
                <p:oleObj name="" r:id="rId3" imgW="3657600" imgH="2527300" progId="Equation.DSMT4">
                  <p:embed/>
                  <p:pic>
                    <p:nvPicPr>
                      <p:cNvPr id="0" name="图片 3297"/>
                      <p:cNvPicPr/>
                      <p:nvPr/>
                    </p:nvPicPr>
                    <p:blipFill>
                      <a:blip r:embed="rId4"/>
                      <a:stretch>
                        <a:fillRect/>
                      </a:stretch>
                    </p:blipFill>
                    <p:spPr>
                      <a:xfrm>
                        <a:off x="3143250" y="857250"/>
                        <a:ext cx="5786438" cy="41767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0-#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ppt_x</p:attrName>
                                        </p:attrNameLst>
                                      </p:cBhvr>
                                      <p:tavLst>
                                        <p:tav tm="0">
                                          <p:val>
                                            <p:strVal val="0-#ppt_w/2"/>
                                          </p:val>
                                        </p:tav>
                                        <p:tav tm="100000">
                                          <p:val>
                                            <p:strVal val="#ppt_x"/>
                                          </p:val>
                                        </p:tav>
                                      </p:tavLst>
                                    </p:anim>
                                    <p:anim calcmode="lin" valueType="num">
                                      <p:cBhvr>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71500" y="1428750"/>
            <a:ext cx="9001125" cy="584200"/>
          </a:xfrm>
          <a:prstGeom prst="rect">
            <a:avLst/>
          </a:prstGeom>
          <a:noFill/>
          <a:ln w="9525">
            <a:noFill/>
          </a:ln>
        </p:spPr>
        <p:txBody>
          <a:bodyPr anchor="t" anchorCtr="0">
            <a:spAutoFit/>
          </a:bodyPr>
          <a:p>
            <a:pPr>
              <a:spcBef>
                <a:spcPct val="50000"/>
              </a:spcBef>
              <a:buFont typeface="Wingdings" panose="05000000000000000000" pitchFamily="2" charset="2"/>
            </a:pPr>
            <a:r>
              <a:rPr lang="zh-CN" altLang="en-US" dirty="0">
                <a:latin typeface="黑体" panose="02010609060101010101" pitchFamily="49" charset="-122"/>
                <a:ea typeface="黑体" panose="02010609060101010101" pitchFamily="49" charset="-122"/>
              </a:rPr>
              <a:t>迭代过程可以写成如下等价形式</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aphicFrame>
        <p:nvGraphicFramePr>
          <p:cNvPr id="3" name="Object 10"/>
          <p:cNvGraphicFramePr>
            <a:graphicFrameLocks noChangeAspect="1"/>
          </p:cNvGraphicFramePr>
          <p:nvPr/>
        </p:nvGraphicFramePr>
        <p:xfrm>
          <a:off x="2214563" y="2071688"/>
          <a:ext cx="4079875" cy="4176712"/>
        </p:xfrm>
        <a:graphic>
          <a:graphicData uri="http://schemas.openxmlformats.org/presentationml/2006/ole">
            <mc:AlternateContent xmlns:mc="http://schemas.openxmlformats.org/markup-compatibility/2006">
              <mc:Choice xmlns:v="urn:schemas-microsoft-com:vml" Requires="v">
                <p:oleObj spid="_x0000_s3300" name="" r:id="rId1" imgW="2578100" imgH="2527300" progId="Equation.DSMT4">
                  <p:embed/>
                </p:oleObj>
              </mc:Choice>
              <mc:Fallback>
                <p:oleObj name="" r:id="rId1" imgW="2578100" imgH="2527300" progId="Equation.DSMT4">
                  <p:embed/>
                  <p:pic>
                    <p:nvPicPr>
                      <p:cNvPr id="0" name="图片 3299"/>
                      <p:cNvPicPr/>
                      <p:nvPr/>
                    </p:nvPicPr>
                    <p:blipFill>
                      <a:blip r:embed="rId2"/>
                      <a:stretch>
                        <a:fillRect/>
                      </a:stretch>
                    </p:blipFill>
                    <p:spPr>
                      <a:xfrm>
                        <a:off x="2214563" y="2071688"/>
                        <a:ext cx="4079875" cy="4176712"/>
                      </a:xfrm>
                      <a:prstGeom prst="rect">
                        <a:avLst/>
                      </a:prstGeom>
                      <a:noFill/>
                      <a:ln w="38100">
                        <a:noFill/>
                        <a:miter/>
                      </a:ln>
                    </p:spPr>
                  </p:pic>
                </p:oleObj>
              </mc:Fallback>
            </mc:AlternateContent>
          </a:graphicData>
        </a:graphic>
      </p:graphicFrame>
      <p:graphicFrame>
        <p:nvGraphicFramePr>
          <p:cNvPr id="2" name="Object 10"/>
          <p:cNvGraphicFramePr>
            <a:graphicFrameLocks noChangeAspect="1"/>
          </p:cNvGraphicFramePr>
          <p:nvPr/>
        </p:nvGraphicFramePr>
        <p:xfrm>
          <a:off x="2286000" y="357188"/>
          <a:ext cx="3476625" cy="987425"/>
        </p:xfrm>
        <a:graphic>
          <a:graphicData uri="http://schemas.openxmlformats.org/presentationml/2006/ole">
            <mc:AlternateContent xmlns:mc="http://schemas.openxmlformats.org/markup-compatibility/2006">
              <mc:Choice xmlns:v="urn:schemas-microsoft-com:vml" Requires="v">
                <p:oleObj spid="_x0000_s3301" name="" r:id="rId3" imgW="2197100" imgH="596900" progId="Equation.DSMT4">
                  <p:embed/>
                </p:oleObj>
              </mc:Choice>
              <mc:Fallback>
                <p:oleObj name="" r:id="rId3" imgW="2197100" imgH="596900" progId="Equation.DSMT4">
                  <p:embed/>
                  <p:pic>
                    <p:nvPicPr>
                      <p:cNvPr id="0" name="图片 3300"/>
                      <p:cNvPicPr/>
                      <p:nvPr/>
                    </p:nvPicPr>
                    <p:blipFill>
                      <a:blip r:embed="rId4"/>
                      <a:stretch>
                        <a:fillRect/>
                      </a:stretch>
                    </p:blipFill>
                    <p:spPr>
                      <a:xfrm>
                        <a:off x="2286000" y="357188"/>
                        <a:ext cx="3476625" cy="987425"/>
                      </a:xfrm>
                      <a:prstGeom prst="rect">
                        <a:avLst/>
                      </a:prstGeom>
                      <a:noFill/>
                      <a:ln w="38100">
                        <a:noFill/>
                        <a:miter/>
                      </a:ln>
                    </p:spPr>
                  </p:pic>
                </p:oleObj>
              </mc:Fallback>
            </mc:AlternateContent>
          </a:graphicData>
        </a:graphic>
      </p:graphicFrame>
      <p:sp>
        <p:nvSpPr>
          <p:cNvPr id="7" name="Text Box 3"/>
          <p:cNvSpPr txBox="1"/>
          <p:nvPr/>
        </p:nvSpPr>
        <p:spPr>
          <a:xfrm>
            <a:off x="428625" y="6248400"/>
            <a:ext cx="9001125" cy="584200"/>
          </a:xfrm>
          <a:prstGeom prst="rect">
            <a:avLst/>
          </a:prstGeom>
          <a:noFill/>
          <a:ln w="9525">
            <a:noFill/>
          </a:ln>
        </p:spPr>
        <p:txBody>
          <a:bodyPr anchor="t" anchorCtr="0">
            <a:spAutoFit/>
          </a:bodyPr>
          <a:p>
            <a:pPr>
              <a:spcBef>
                <a:spcPct val="50000"/>
              </a:spcBef>
              <a:buSzTx/>
              <a:buFont typeface="Wingdings" panose="05000000000000000000" pitchFamily="2" charset="2"/>
            </a:pPr>
            <a:r>
              <a:rPr lang="zh-CN" altLang="en-US" dirty="0">
                <a:latin typeface="黑体" panose="02010609060101010101" pitchFamily="49" charset="-122"/>
                <a:ea typeface="黑体" panose="02010609060101010101" pitchFamily="49" charset="-122"/>
              </a:rPr>
              <a:t>随着迭代的进行</a:t>
            </a:r>
            <a:r>
              <a:rPr lang="en-US" altLang="zh-CN"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主特征向量很快就占统治地位。</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ppt_x</p:attrName>
                                        </p:attrNameLst>
                                      </p:cBhvr>
                                      <p:tavLst>
                                        <p:tav tm="0">
                                          <p:val>
                                            <p:strVal val="0-#ppt_w/2"/>
                                          </p:val>
                                        </p:tav>
                                        <p:tav tm="100000">
                                          <p:val>
                                            <p:strVal val="#ppt_x"/>
                                          </p:val>
                                        </p:tav>
                                      </p:tavLst>
                                    </p:anim>
                                    <p:anim calcmode="lin" valueType="num">
                                      <p:cBhvr>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ppt_x</p:attrName>
                                        </p:attrNameLst>
                                      </p:cBhvr>
                                      <p:tavLst>
                                        <p:tav tm="0">
                                          <p:val>
                                            <p:strVal val="0-#ppt_w/2"/>
                                          </p:val>
                                        </p:tav>
                                        <p:tav tm="100000">
                                          <p:val>
                                            <p:strVal val="#ppt_x"/>
                                          </p:val>
                                        </p:tav>
                                      </p:tavLst>
                                    </p:anim>
                                    <p:anim calcmode="lin" valueType="num">
                                      <p:cBhvr>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5123"/>
          <p:cNvSpPr>
            <a:spLocks noChangeArrowheads="1"/>
          </p:cNvSpPr>
          <p:nvPr/>
        </p:nvSpPr>
        <p:spPr bwMode="auto">
          <a:xfrm>
            <a:off x="412512" y="450653"/>
            <a:ext cx="7453313" cy="87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7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例</a:t>
            </a:r>
            <a:r>
              <a:rPr kumimoji="0" lang="en-US" altLang="zh-CN" sz="27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a:t>
            </a:r>
            <a:r>
              <a:rPr kumimoji="0" lang="zh-CN" altLang="en-US" sz="27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 </a:t>
            </a:r>
            <a:r>
              <a:rPr kumimoji="0"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用幂法求矩阵</a:t>
            </a:r>
            <a:r>
              <a:rPr kumimoji="0" lang="en-US" altLang="zh-CN" sz="2400" b="1" i="1"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400" b="1"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按模最大特征值和相应的特征向量</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初始</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[1 1 1])</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 name="对象 -2147482126"/>
          <p:cNvGraphicFramePr>
            <a:graphicFrameLocks noChangeAspect="1"/>
          </p:cNvGraphicFramePr>
          <p:nvPr/>
        </p:nvGraphicFramePr>
        <p:xfrm>
          <a:off x="1763316" y="1440498"/>
          <a:ext cx="2024063" cy="1148954"/>
        </p:xfrm>
        <a:graphic>
          <a:graphicData uri="http://schemas.openxmlformats.org/presentationml/2006/ole">
            <mc:AlternateContent xmlns:mc="http://schemas.openxmlformats.org/markup-compatibility/2006">
              <mc:Choice xmlns:v="urn:schemas-microsoft-com:vml" Requires="v">
                <p:oleObj spid="_x0000_s15367" name="" r:id="rId1" imgW="1231265" imgH="698500" progId="Equation.DSMT4">
                  <p:embed/>
                </p:oleObj>
              </mc:Choice>
              <mc:Fallback>
                <p:oleObj name="" r:id="rId1" imgW="1231265" imgH="698500" progId="Equation.DSMT4">
                  <p:embed/>
                  <p:pic>
                    <p:nvPicPr>
                      <p:cNvPr id="0" name="图片 3126"/>
                      <p:cNvPicPr/>
                      <p:nvPr/>
                    </p:nvPicPr>
                    <p:blipFill>
                      <a:blip r:embed="rId2"/>
                      <a:stretch>
                        <a:fillRect/>
                      </a:stretch>
                    </p:blipFill>
                    <p:spPr>
                      <a:xfrm>
                        <a:off x="1763316" y="1440498"/>
                        <a:ext cx="2024063" cy="1148954"/>
                      </a:xfrm>
                      <a:prstGeom prst="rect">
                        <a:avLst/>
                      </a:prstGeom>
                      <a:noFill/>
                      <a:ln w="38100">
                        <a:noFill/>
                        <a:miter/>
                      </a:ln>
                    </p:spPr>
                  </p:pic>
                </p:oleObj>
              </mc:Fallback>
            </mc:AlternateContent>
          </a:graphicData>
        </a:graphic>
      </p:graphicFrame>
      <p:graphicFrame>
        <p:nvGraphicFramePr>
          <p:cNvPr id="17411" name="对象 698"/>
          <p:cNvGraphicFramePr>
            <a:graphicFrameLocks noChangeAspect="1"/>
          </p:cNvGraphicFramePr>
          <p:nvPr/>
        </p:nvGraphicFramePr>
        <p:xfrm>
          <a:off x="5003562" y="1283335"/>
          <a:ext cx="2556272" cy="1352550"/>
        </p:xfrm>
        <a:graphic>
          <a:graphicData uri="http://schemas.openxmlformats.org/presentationml/2006/ole">
            <mc:AlternateContent xmlns:mc="http://schemas.openxmlformats.org/markup-compatibility/2006">
              <mc:Choice xmlns:v="urn:schemas-microsoft-com:vml" Requires="v">
                <p:oleObj spid="_x0000_s15368" name="" r:id="rId3" imgW="1727200" imgH="914400" progId="Equation.DSMT4">
                  <p:embed/>
                </p:oleObj>
              </mc:Choice>
              <mc:Fallback>
                <p:oleObj name="" r:id="rId3" imgW="1727200" imgH="914400" progId="Equation.DSMT4">
                  <p:embed/>
                  <p:pic>
                    <p:nvPicPr>
                      <p:cNvPr id="0" name="图片 3123"/>
                      <p:cNvPicPr/>
                      <p:nvPr/>
                    </p:nvPicPr>
                    <p:blipFill>
                      <a:blip r:embed="rId4"/>
                      <a:stretch>
                        <a:fillRect/>
                      </a:stretch>
                    </p:blipFill>
                    <p:spPr>
                      <a:xfrm>
                        <a:off x="5003562" y="1283335"/>
                        <a:ext cx="2556272" cy="1352550"/>
                      </a:xfrm>
                      <a:prstGeom prst="rect">
                        <a:avLst/>
                      </a:prstGeom>
                      <a:noFill/>
                      <a:ln w="38100">
                        <a:noFill/>
                        <a:miter/>
                      </a:ln>
                    </p:spPr>
                  </p:pic>
                </p:oleObj>
              </mc:Fallback>
            </mc:AlternateContent>
          </a:graphicData>
        </a:graphic>
      </p:graphicFrame>
      <p:sp>
        <p:nvSpPr>
          <p:cNvPr id="7" name="矩形 6"/>
          <p:cNvSpPr/>
          <p:nvPr/>
        </p:nvSpPr>
        <p:spPr>
          <a:xfrm>
            <a:off x="611505" y="5629910"/>
            <a:ext cx="7960995" cy="460375"/>
          </a:xfrm>
          <a:prstGeom prst="rect">
            <a:avLst/>
          </a:prstGeom>
          <a:noFill/>
          <a:ln w="9525">
            <a:noFill/>
          </a:ln>
        </p:spPr>
        <p:txBody>
          <a:bodyPr wrap="square" anchor="ctr" anchorCtr="0">
            <a:spAutoFit/>
          </a:bodyPr>
          <a:lstStyle/>
          <a:p>
            <a:pPr eaLnBrk="1" hangingPunct="1"/>
            <a:r>
              <a:rPr lang="zh-CN" altLang="en-US" sz="2400" b="1" dirty="0">
                <a:latin typeface="Tahoma" panose="020B0604030504040204" pitchFamily="34" charset="0"/>
              </a:rPr>
              <a:t>矩阵的最大特征值为              其对应的特征向量</a:t>
            </a:r>
            <a:endParaRPr lang="zh-CN" altLang="en-US" sz="2400" b="1" dirty="0">
              <a:latin typeface="Tahoma" panose="020B0604030504040204" pitchFamily="34" charset="0"/>
            </a:endParaRPr>
          </a:p>
        </p:txBody>
      </p:sp>
      <p:graphicFrame>
        <p:nvGraphicFramePr>
          <p:cNvPr id="17414" name="对象 175"/>
          <p:cNvGraphicFramePr>
            <a:graphicFrameLocks noChangeAspect="1"/>
          </p:cNvGraphicFramePr>
          <p:nvPr/>
        </p:nvGraphicFramePr>
        <p:xfrm>
          <a:off x="3611404" y="5732304"/>
          <a:ext cx="1056085" cy="358379"/>
        </p:xfrm>
        <a:graphic>
          <a:graphicData uri="http://schemas.openxmlformats.org/presentationml/2006/ole">
            <mc:AlternateContent xmlns:mc="http://schemas.openxmlformats.org/markup-compatibility/2006">
              <mc:Choice xmlns:v="urn:schemas-microsoft-com:vml" Requires="v">
                <p:oleObj spid="_x0000_s15369" name="" r:id="rId5" imgW="748665" imgH="254000" progId="Equation.DSMT4">
                  <p:embed/>
                </p:oleObj>
              </mc:Choice>
              <mc:Fallback>
                <p:oleObj name="" r:id="rId5" imgW="748665" imgH="254000" progId="Equation.DSMT4">
                  <p:embed/>
                  <p:pic>
                    <p:nvPicPr>
                      <p:cNvPr id="0" name="图片 3128"/>
                      <p:cNvPicPr/>
                      <p:nvPr/>
                    </p:nvPicPr>
                    <p:blipFill>
                      <a:blip r:embed="rId6"/>
                      <a:stretch>
                        <a:fillRect/>
                      </a:stretch>
                    </p:blipFill>
                    <p:spPr>
                      <a:xfrm>
                        <a:off x="3611404" y="5732304"/>
                        <a:ext cx="1056085" cy="358379"/>
                      </a:xfrm>
                      <a:prstGeom prst="rect">
                        <a:avLst/>
                      </a:prstGeom>
                      <a:noFill/>
                      <a:ln w="38100">
                        <a:noFill/>
                        <a:miter/>
                      </a:ln>
                    </p:spPr>
                  </p:pic>
                </p:oleObj>
              </mc:Fallback>
            </mc:AlternateContent>
          </a:graphicData>
        </a:graphic>
      </p:graphicFrame>
      <p:graphicFrame>
        <p:nvGraphicFramePr>
          <p:cNvPr id="17415" name="对象 176"/>
          <p:cNvGraphicFramePr>
            <a:graphicFrameLocks noChangeAspect="1"/>
          </p:cNvGraphicFramePr>
          <p:nvPr/>
        </p:nvGraphicFramePr>
        <p:xfrm>
          <a:off x="7164150" y="5594747"/>
          <a:ext cx="1368028" cy="481013"/>
        </p:xfrm>
        <a:graphic>
          <a:graphicData uri="http://schemas.openxmlformats.org/presentationml/2006/ole">
            <mc:AlternateContent xmlns:mc="http://schemas.openxmlformats.org/markup-compatibility/2006">
              <mc:Choice xmlns:v="urn:schemas-microsoft-com:vml" Requires="v">
                <p:oleObj spid="_x0000_s15370" name="" r:id="rId7" imgW="1231265" imgH="431800" progId="Equation.DSMT4">
                  <p:embed/>
                </p:oleObj>
              </mc:Choice>
              <mc:Fallback>
                <p:oleObj name="" r:id="rId7" imgW="1231265" imgH="431800" progId="Equation.DSMT4">
                  <p:embed/>
                  <p:pic>
                    <p:nvPicPr>
                      <p:cNvPr id="0" name="图片 3118"/>
                      <p:cNvPicPr/>
                      <p:nvPr/>
                    </p:nvPicPr>
                    <p:blipFill>
                      <a:blip r:embed="rId8"/>
                      <a:stretch>
                        <a:fillRect/>
                      </a:stretch>
                    </p:blipFill>
                    <p:spPr>
                      <a:xfrm>
                        <a:off x="7164150" y="5594747"/>
                        <a:ext cx="1368028" cy="481013"/>
                      </a:xfrm>
                      <a:prstGeom prst="rect">
                        <a:avLst/>
                      </a:prstGeom>
                      <a:noFill/>
                      <a:ln w="38100">
                        <a:noFill/>
                        <a:miter/>
                      </a:ln>
                    </p:spPr>
                  </p:pic>
                </p:oleObj>
              </mc:Fallback>
            </mc:AlternateContent>
          </a:graphicData>
        </a:graphic>
      </p:graphicFrame>
      <p:pic>
        <p:nvPicPr>
          <p:cNvPr id="4" name="图片 3"/>
          <p:cNvPicPr>
            <a:picLocks noChangeAspect="1"/>
          </p:cNvPicPr>
          <p:nvPr/>
        </p:nvPicPr>
        <p:blipFill>
          <a:blip r:embed="rId9"/>
          <a:stretch>
            <a:fillRect/>
          </a:stretch>
        </p:blipFill>
        <p:spPr>
          <a:xfrm>
            <a:off x="827405" y="2853055"/>
            <a:ext cx="7821295" cy="2524760"/>
          </a:xfrm>
          <a:prstGeom prst="rect">
            <a:avLst/>
          </a:prstGeom>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1"/>
                                        </p:tgtEl>
                                        <p:attrNameLst>
                                          <p:attrName>style.visibility</p:attrName>
                                        </p:attrNameLst>
                                      </p:cBhvr>
                                      <p:to>
                                        <p:strVal val="visible"/>
                                      </p:to>
                                    </p:set>
                                    <p:animEffect transition="in" filter="wipe(left)">
                                      <p:cBhvr>
                                        <p:cTn id="12" dur="500"/>
                                        <p:tgtEl>
                                          <p:spTgt spid="174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nodeType="withEffect">
                                  <p:stCondLst>
                                    <p:cond delay="0"/>
                                  </p:stCondLst>
                                  <p:childTnLst>
                                    <p:set>
                                      <p:cBhvr>
                                        <p:cTn id="19" dur="1" fill="hold">
                                          <p:stCondLst>
                                            <p:cond delay="0"/>
                                          </p:stCondLst>
                                        </p:cTn>
                                        <p:tgtEl>
                                          <p:spTgt spid="17414"/>
                                        </p:tgtEl>
                                        <p:attrNameLst>
                                          <p:attrName>style.visibility</p:attrName>
                                        </p:attrNameLst>
                                      </p:cBhvr>
                                      <p:to>
                                        <p:strVal val="visible"/>
                                      </p:to>
                                    </p:set>
                                    <p:animEffect transition="in" filter="wipe(left)">
                                      <p:cBhvr>
                                        <p:cTn id="20" dur="500"/>
                                        <p:tgtEl>
                                          <p:spTgt spid="17414"/>
                                        </p:tgtEl>
                                      </p:cBhvr>
                                    </p:animEffect>
                                  </p:childTnLst>
                                </p:cTn>
                              </p:par>
                              <p:par>
                                <p:cTn id="21" presetID="22" presetClass="entr" presetSubtype="8" fill="hold" nodeType="withEffect">
                                  <p:stCondLst>
                                    <p:cond delay="0"/>
                                  </p:stCondLst>
                                  <p:childTnLst>
                                    <p:set>
                                      <p:cBhvr>
                                        <p:cTn id="22" dur="1" fill="hold">
                                          <p:stCondLst>
                                            <p:cond delay="0"/>
                                          </p:stCondLst>
                                        </p:cTn>
                                        <p:tgtEl>
                                          <p:spTgt spid="17415"/>
                                        </p:tgtEl>
                                        <p:attrNameLst>
                                          <p:attrName>style.visibility</p:attrName>
                                        </p:attrNameLst>
                                      </p:cBhvr>
                                      <p:to>
                                        <p:strVal val="visible"/>
                                      </p:to>
                                    </p:set>
                                    <p:animEffect transition="in" filter="wipe(left)">
                                      <p:cBhvr>
                                        <p:cTn id="23" dur="500"/>
                                        <p:tgtEl>
                                          <p:spTgt spid="17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3"/>
          <p:cNvSpPr txBox="1"/>
          <p:nvPr/>
        </p:nvSpPr>
        <p:spPr>
          <a:xfrm>
            <a:off x="142875" y="857250"/>
            <a:ext cx="9001125" cy="1077913"/>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   </a:t>
            </a:r>
            <a:r>
              <a:rPr lang="zh-CN" altLang="en-US" dirty="0">
                <a:latin typeface="黑体" panose="02010609060101010101" pitchFamily="49" charset="-122"/>
                <a:ea typeface="黑体" panose="02010609060101010101" pitchFamily="49" charset="-122"/>
              </a:rPr>
              <a:t>幂法应用于计算模最大的特征值和相应的特征向量。如何计算模最小的特征值和相应的特征向量？</a:t>
            </a:r>
            <a:endParaRPr lang="zh-CN" altLang="en-US" dirty="0">
              <a:latin typeface="黑体" panose="02010609060101010101" pitchFamily="49" charset="-122"/>
              <a:ea typeface="黑体" panose="02010609060101010101" pitchFamily="49" charset="-122"/>
            </a:endParaRPr>
          </a:p>
        </p:txBody>
      </p:sp>
      <p:sp>
        <p:nvSpPr>
          <p:cNvPr id="6" name="Text Box 3"/>
          <p:cNvSpPr txBox="1">
            <a:spLocks noChangeArrowheads="1"/>
          </p:cNvSpPr>
          <p:nvPr/>
        </p:nvSpPr>
        <p:spPr bwMode="auto">
          <a:xfrm>
            <a:off x="142875" y="2286000"/>
            <a:ext cx="9001125" cy="2800350"/>
          </a:xfrm>
          <a:prstGeom prst="rect">
            <a:avLst/>
          </a:prstGeom>
          <a:noFill/>
          <a:ln w="9525">
            <a:noFill/>
            <a:miter lim="800000"/>
          </a:ln>
        </p:spPr>
        <p:txBody>
          <a:bodyPr>
            <a:spAutoFit/>
          </a:bodyPr>
          <a:lstStyle/>
          <a:p>
            <a:pPr marR="0" defTabSz="914400">
              <a:spcBef>
                <a:spcPct val="50000"/>
              </a:spcBef>
              <a:buClrTx/>
              <a:buSzTx/>
              <a:buFont typeface="Wingdings" panose="05000000000000000000" pitchFamily="2" charset="2"/>
              <a:defRPr/>
            </a:pPr>
            <a:r>
              <a:rPr kumimoji="1" lang="zh-CN" altLang="en-US" kern="1200" cap="none" spc="0" normalizeH="0" baseline="0" noProof="0" dirty="0">
                <a:solidFill>
                  <a:srgbClr val="7030A0"/>
                </a:solidFill>
                <a:latin typeface="黑体" panose="02010609060101010101" pitchFamily="49" charset="-122"/>
                <a:ea typeface="黑体" panose="02010609060101010101" pitchFamily="49" charset="-122"/>
                <a:cs typeface="+mn-cs"/>
              </a:rPr>
              <a:t>引理 </a:t>
            </a:r>
            <a:r>
              <a:rPr kumimoji="1" lang="zh-CN" altLang="en-US" kern="1200" cap="none" spc="0" normalizeH="0" baseline="0" noProof="0" dirty="0">
                <a:latin typeface="黑体" panose="02010609060101010101" pitchFamily="49" charset="-122"/>
                <a:ea typeface="黑体" panose="02010609060101010101" pitchFamily="49" charset="-122"/>
                <a:cs typeface="+mn-cs"/>
              </a:rPr>
              <a:t>记矩阵</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A </a:t>
            </a:r>
            <a:r>
              <a:rPr kumimoji="1" lang="zh-CN" altLang="en-US" kern="1200" cap="none" spc="0" normalizeH="0" baseline="0" noProof="0" dirty="0">
                <a:latin typeface="黑体" panose="02010609060101010101" pitchFamily="49" charset="-122"/>
                <a:ea typeface="黑体" panose="02010609060101010101" pitchFamily="49" charset="-122"/>
                <a:cs typeface="+mn-cs"/>
              </a:rPr>
              <a:t>的特征值为</a:t>
            </a:r>
            <a:r>
              <a:rPr kumimoji="1" lang="el-GR" altLang="zh-CN" i="1" kern="1200" cap="none" spc="0" normalizeH="0" baseline="0" noProof="0" dirty="0">
                <a:latin typeface="Times New Roman" panose="02020603050405020304" pitchFamily="18" charset="0"/>
                <a:ea typeface="宋体" panose="02010600030101010101" pitchFamily="2" charset="-122"/>
                <a:cs typeface="+mn-cs"/>
              </a:rPr>
              <a:t>λ</a:t>
            </a:r>
            <a:r>
              <a:rPr kumimoji="1" lang="el-GR" altLang="zh-CN" kern="1200" cap="none" spc="0" normalizeH="0" baseline="-25000" noProof="0" dirty="0">
                <a:latin typeface="Times New Roman" panose="02020603050405020304" pitchFamily="18" charset="0"/>
                <a:ea typeface="宋体" panose="02010600030101010101" pitchFamily="2" charset="-122"/>
                <a:cs typeface="+mn-cs"/>
              </a:rPr>
              <a:t>1</a:t>
            </a:r>
            <a:r>
              <a:rPr kumimoji="1" lang="el-GR" altLang="zh-CN"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 </a:t>
            </a:r>
            <a:r>
              <a:rPr kumimoji="1" lang="el-GR" altLang="zh-CN" i="1" kern="1200" cap="none" spc="0" normalizeH="0" baseline="0" noProof="0" dirty="0">
                <a:latin typeface="Times New Roman" panose="02020603050405020304" pitchFamily="18" charset="0"/>
                <a:ea typeface="宋体" panose="02010600030101010101" pitchFamily="2" charset="-122"/>
                <a:cs typeface="+mn-cs"/>
              </a:rPr>
              <a:t>λ</a:t>
            </a:r>
            <a:r>
              <a:rPr kumimoji="1" lang="el-GR" altLang="zh-CN" kern="1200" cap="none" spc="0" normalizeH="0" baseline="-25000" noProof="0" dirty="0">
                <a:latin typeface="Times New Roman" panose="02020603050405020304" pitchFamily="18" charset="0"/>
                <a:ea typeface="宋体" panose="02010600030101010101" pitchFamily="2" charset="-122"/>
                <a:cs typeface="+mn-cs"/>
              </a:rPr>
              <a:t>2</a:t>
            </a:r>
            <a:r>
              <a:rPr kumimoji="1" lang="el-GR" altLang="zh-CN"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 </a:t>
            </a:r>
            <a:r>
              <a:rPr kumimoji="1" lang="el-GR" altLang="zh-CN"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latin typeface="Times New Roman" panose="02020603050405020304" pitchFamily="18" charset="0"/>
                <a:ea typeface="宋体" panose="02010600030101010101" pitchFamily="2" charset="-122"/>
                <a:cs typeface="+mn-cs"/>
              </a:rPr>
              <a:t> </a:t>
            </a:r>
            <a:r>
              <a:rPr kumimoji="1" lang="el-GR" altLang="zh-CN" i="1" kern="1200" cap="none" spc="0" normalizeH="0" baseline="0" noProof="0" dirty="0">
                <a:latin typeface="Times New Roman" panose="02020603050405020304" pitchFamily="18" charset="0"/>
                <a:ea typeface="宋体" panose="02010600030101010101" pitchFamily="2" charset="-122"/>
                <a:cs typeface="+mn-cs"/>
              </a:rPr>
              <a:t>λ</a:t>
            </a:r>
            <a:r>
              <a:rPr kumimoji="1" lang="en-US" altLang="zh-CN" i="1" kern="1200" cap="none" spc="0" normalizeH="0" baseline="-25000" noProof="0" dirty="0">
                <a:latin typeface="Times New Roman" panose="02020603050405020304" pitchFamily="18" charset="0"/>
                <a:ea typeface="宋体" panose="02010600030101010101" pitchFamily="2" charset="-122"/>
                <a:cs typeface="+mn-cs"/>
              </a:rPr>
              <a:t>n</a:t>
            </a:r>
            <a:r>
              <a:rPr kumimoji="1" lang="el-GR" altLang="zh-CN"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kern="1200" cap="none" spc="0" normalizeH="0" baseline="0" noProof="0" dirty="0">
                <a:latin typeface="黑体" panose="02010609060101010101" pitchFamily="49" charset="-122"/>
                <a:ea typeface="黑体" panose="02010609060101010101" pitchFamily="49" charset="-122"/>
                <a:cs typeface="+mn-cs"/>
              </a:rPr>
              <a:t>则</a:t>
            </a:r>
            <a:endParaRPr kumimoji="1" lang="en-US" altLang="zh-CN" kern="1200" cap="none" spc="0" normalizeH="0" baseline="0" noProof="0" dirty="0">
              <a:latin typeface="黑体" panose="02010609060101010101" pitchFamily="49" charset="-122"/>
              <a:ea typeface="黑体" panose="02010609060101010101" pitchFamily="49" charset="-122"/>
              <a:cs typeface="+mn-cs"/>
            </a:endParaRPr>
          </a:p>
          <a:p>
            <a:pPr marL="457200" marR="0" indent="-457200" defTabSz="914400">
              <a:spcBef>
                <a:spcPct val="50000"/>
              </a:spcBef>
              <a:buClrTx/>
              <a:buSzTx/>
              <a:buFontTx/>
              <a:defRPr/>
            </a:pPr>
            <a:r>
              <a:rPr kumimoji="1" lang="zh-CN" altLang="en-US" kern="1200" cap="none" spc="0" normalizeH="0" baseline="0" noProof="0" dirty="0">
                <a:latin typeface="黑体" panose="02010609060101010101" pitchFamily="49" charset="-122"/>
                <a:ea typeface="黑体" panose="02010609060101010101" pitchFamily="49" charset="-122"/>
                <a:cs typeface="+mn-cs"/>
              </a:rPr>
              <a:t>逆矩阵</a:t>
            </a:r>
            <a:r>
              <a:rPr kumimoji="1" lang="en-US" altLang="zh-CN" i="1" kern="1200" cap="none" spc="0" normalizeH="0" baseline="0" noProof="0" dirty="0">
                <a:latin typeface="Times New Roman" panose="02020603050405020304" pitchFamily="18" charset="0"/>
                <a:ea typeface="宋体" panose="02010600030101010101" pitchFamily="2" charset="-122"/>
                <a:cs typeface="+mn-cs"/>
              </a:rPr>
              <a:t>A</a:t>
            </a:r>
            <a:r>
              <a:rPr kumimoji="1" lang="en-US" altLang="zh-CN" kern="1200" cap="none" spc="0" normalizeH="0" baseline="30000" noProof="0" dirty="0">
                <a:latin typeface="Times New Roman" panose="02020603050405020304" pitchFamily="18" charset="0"/>
                <a:ea typeface="宋体" panose="02010600030101010101" pitchFamily="2" charset="-122"/>
                <a:cs typeface="+mn-cs"/>
              </a:rPr>
              <a:t>−1 </a:t>
            </a:r>
            <a:r>
              <a:rPr kumimoji="1" lang="zh-CN" altLang="en-US" kern="1200" cap="none" spc="0" normalizeH="0" baseline="0" noProof="0" dirty="0">
                <a:latin typeface="黑体" panose="02010609060101010101" pitchFamily="49" charset="-122"/>
                <a:ea typeface="黑体" panose="02010609060101010101" pitchFamily="49" charset="-122"/>
                <a:cs typeface="+mn-cs"/>
              </a:rPr>
              <a:t>的特征值</a:t>
            </a:r>
            <a:endParaRPr kumimoji="1" lang="en-US" altLang="zh-CN" kern="1200" cap="none" spc="0" normalizeH="0" baseline="0" noProof="0" dirty="0">
              <a:latin typeface="黑体" panose="02010609060101010101" pitchFamily="49" charset="-122"/>
              <a:ea typeface="黑体" panose="02010609060101010101" pitchFamily="49" charset="-122"/>
              <a:cs typeface="+mn-cs"/>
            </a:endParaRPr>
          </a:p>
          <a:p>
            <a:pPr marL="457200" marR="0" indent="-457200" defTabSz="914400">
              <a:spcBef>
                <a:spcPct val="50000"/>
              </a:spcBef>
              <a:buClrTx/>
              <a:buSzTx/>
              <a:buFont typeface="Wingdings" panose="05000000000000000000" pitchFamily="2" charset="2"/>
              <a:defRPr/>
            </a:pPr>
            <a:r>
              <a:rPr kumimoji="1" lang="en-US" altLang="zh-CN" sz="2400" kern="1200" cap="none" spc="0" normalizeH="0" baseline="0" noProof="0" dirty="0">
                <a:solidFill>
                  <a:srgbClr val="7030A0"/>
                </a:solidFill>
                <a:latin typeface="Times New Roman" panose="02020603050405020304" pitchFamily="18" charset="0"/>
                <a:ea typeface="宋体" panose="02010600030101010101" pitchFamily="2" charset="-122"/>
                <a:cs typeface="+mn-cs"/>
              </a:rPr>
              <a:t>                               </a:t>
            </a:r>
            <a:r>
              <a:rPr kumimoji="1" lang="en-US"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rPr>
              <a:t>1/</a:t>
            </a:r>
            <a:r>
              <a:rPr kumimoji="1" lang="el-GR" altLang="zh-CN" i="1" kern="1200" cap="none" spc="0" normalizeH="0" baseline="0" noProof="0" dirty="0">
                <a:solidFill>
                  <a:srgbClr val="7030A0"/>
                </a:solidFill>
                <a:latin typeface="Times New Roman" panose="02020603050405020304" pitchFamily="18" charset="0"/>
                <a:ea typeface="宋体" panose="02010600030101010101" pitchFamily="2" charset="-122"/>
                <a:cs typeface="+mn-cs"/>
              </a:rPr>
              <a:t>λ</a:t>
            </a:r>
            <a:r>
              <a:rPr kumimoji="1" lang="el-GR" altLang="zh-CN" kern="1200" cap="none" spc="0" normalizeH="0" baseline="-25000" noProof="0" dirty="0">
                <a:solidFill>
                  <a:srgbClr val="7030A0"/>
                </a:solidFill>
                <a:latin typeface="Times New Roman" panose="02020603050405020304" pitchFamily="18" charset="0"/>
                <a:ea typeface="宋体" panose="02010600030101010101" pitchFamily="2" charset="-122"/>
                <a:cs typeface="+mn-cs"/>
              </a:rPr>
              <a:t>1</a:t>
            </a:r>
            <a:r>
              <a:rPr kumimoji="1" lang="el-GR"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rPr>
              <a:t> 1/</a:t>
            </a:r>
            <a:r>
              <a:rPr kumimoji="1" lang="el-GR" altLang="zh-CN" i="1" kern="1200" cap="none" spc="0" normalizeH="0" baseline="0" noProof="0" dirty="0">
                <a:solidFill>
                  <a:srgbClr val="7030A0"/>
                </a:solidFill>
                <a:latin typeface="Times New Roman" panose="02020603050405020304" pitchFamily="18" charset="0"/>
                <a:ea typeface="宋体" panose="02010600030101010101" pitchFamily="2" charset="-122"/>
                <a:cs typeface="+mn-cs"/>
              </a:rPr>
              <a:t>λ</a:t>
            </a:r>
            <a:r>
              <a:rPr kumimoji="1" lang="el-GR" altLang="zh-CN" kern="1200" cap="none" spc="0" normalizeH="0" baseline="-25000" noProof="0" dirty="0">
                <a:solidFill>
                  <a:srgbClr val="7030A0"/>
                </a:solidFill>
                <a:latin typeface="Times New Roman" panose="02020603050405020304" pitchFamily="18" charset="0"/>
                <a:ea typeface="宋体" panose="02010600030101010101" pitchFamily="2" charset="-122"/>
                <a:cs typeface="+mn-cs"/>
              </a:rPr>
              <a:t>2</a:t>
            </a:r>
            <a:r>
              <a:rPr kumimoji="1" lang="el-GR"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rPr>
              <a:t> </a:t>
            </a:r>
            <a:r>
              <a:rPr kumimoji="1" lang="el-GR"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rPr>
              <a:t>...,</a:t>
            </a:r>
            <a:r>
              <a:rPr kumimoji="1" lang="en-US"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rPr>
              <a:t> 1/</a:t>
            </a:r>
            <a:r>
              <a:rPr kumimoji="1" lang="el-GR" altLang="zh-CN" i="1" kern="1200" cap="none" spc="0" normalizeH="0" baseline="0" noProof="0" dirty="0">
                <a:solidFill>
                  <a:srgbClr val="7030A0"/>
                </a:solidFill>
                <a:latin typeface="Times New Roman" panose="02020603050405020304" pitchFamily="18" charset="0"/>
                <a:ea typeface="宋体" panose="02010600030101010101" pitchFamily="2" charset="-122"/>
                <a:cs typeface="+mn-cs"/>
              </a:rPr>
              <a:t>λ</a:t>
            </a:r>
            <a:r>
              <a:rPr kumimoji="1" lang="en-US" altLang="zh-CN" i="1" kern="1200" cap="none" spc="0" normalizeH="0" baseline="-25000" noProof="0" dirty="0">
                <a:solidFill>
                  <a:srgbClr val="7030A0"/>
                </a:solidFill>
                <a:latin typeface="Times New Roman" panose="02020603050405020304" pitchFamily="18" charset="0"/>
                <a:ea typeface="宋体" panose="02010600030101010101" pitchFamily="2" charset="-122"/>
                <a:cs typeface="+mn-cs"/>
              </a:rPr>
              <a:t>n</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defTabSz="914400">
              <a:spcBef>
                <a:spcPct val="50000"/>
              </a:spcBef>
              <a:buClrTx/>
              <a:buSzTx/>
              <a:buFont typeface="Wingdings" panose="05000000000000000000" pitchFamily="2" charset="2"/>
              <a:defRPr/>
            </a:pPr>
            <a:endParaRPr kumimoji="1" lang="en-US" altLang="zh-CN" kern="1200" cap="none" spc="0" normalizeH="0" baseline="0" noProof="0" dirty="0">
              <a:solidFill>
                <a:srgbClr val="7030A0"/>
              </a:solidFill>
              <a:latin typeface="Times New Roman" panose="02020603050405020304" pitchFamily="18" charset="0"/>
              <a:ea typeface="宋体" panose="02010600030101010101" pitchFamily="2" charset="-122"/>
              <a:cs typeface="+mn-cs"/>
            </a:endParaRPr>
          </a:p>
        </p:txBody>
      </p:sp>
      <p:sp>
        <p:nvSpPr>
          <p:cNvPr id="7" name="Text Box 3"/>
          <p:cNvSpPr txBox="1"/>
          <p:nvPr/>
        </p:nvSpPr>
        <p:spPr>
          <a:xfrm>
            <a:off x="-285750" y="142875"/>
            <a:ext cx="9001125" cy="584200"/>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反幂法</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对象 20484"/>
          <p:cNvGraphicFramePr>
            <a:graphicFrameLocks noChangeAspect="1"/>
          </p:cNvGraphicFramePr>
          <p:nvPr/>
        </p:nvGraphicFramePr>
        <p:xfrm>
          <a:off x="544116" y="890588"/>
          <a:ext cx="7699772" cy="1788319"/>
        </p:xfrm>
        <a:graphic>
          <a:graphicData uri="http://schemas.openxmlformats.org/presentationml/2006/ole">
            <mc:AlternateContent xmlns:mc="http://schemas.openxmlformats.org/markup-compatibility/2006">
              <mc:Choice xmlns:v="urn:schemas-microsoft-com:vml" Requires="v">
                <p:oleObj spid="_x0000_s27656" name="" r:id="rId1" imgW="3695700" imgH="939800" progId="Equation.DSMT4">
                  <p:embed/>
                </p:oleObj>
              </mc:Choice>
              <mc:Fallback>
                <p:oleObj name="" r:id="rId1" imgW="3695700" imgH="939800" progId="Equation.DSMT4">
                  <p:embed/>
                  <p:pic>
                    <p:nvPicPr>
                      <p:cNvPr id="0" name="图片 3141"/>
                      <p:cNvPicPr/>
                      <p:nvPr/>
                    </p:nvPicPr>
                    <p:blipFill>
                      <a:blip r:embed="rId2"/>
                      <a:stretch>
                        <a:fillRect/>
                      </a:stretch>
                    </p:blipFill>
                    <p:spPr>
                      <a:xfrm>
                        <a:off x="544116" y="890588"/>
                        <a:ext cx="7699772" cy="1788319"/>
                      </a:xfrm>
                      <a:prstGeom prst="rect">
                        <a:avLst/>
                      </a:prstGeom>
                      <a:noFill/>
                      <a:ln w="38100">
                        <a:noFill/>
                        <a:miter/>
                      </a:ln>
                    </p:spPr>
                  </p:pic>
                </p:oleObj>
              </mc:Fallback>
            </mc:AlternateContent>
          </a:graphicData>
        </a:graphic>
      </p:graphicFrame>
      <p:graphicFrame>
        <p:nvGraphicFramePr>
          <p:cNvPr id="20487" name="对象 20486"/>
          <p:cNvGraphicFramePr>
            <a:graphicFrameLocks noChangeAspect="1"/>
          </p:cNvGraphicFramePr>
          <p:nvPr/>
        </p:nvGraphicFramePr>
        <p:xfrm>
          <a:off x="608410" y="2986088"/>
          <a:ext cx="5422106" cy="392906"/>
        </p:xfrm>
        <a:graphic>
          <a:graphicData uri="http://schemas.openxmlformats.org/presentationml/2006/ole">
            <mc:AlternateContent xmlns:mc="http://schemas.openxmlformats.org/markup-compatibility/2006">
              <mc:Choice xmlns:v="urn:schemas-microsoft-com:vml" Requires="v">
                <p:oleObj spid="_x0000_s27657" name="" r:id="rId3" imgW="2705100" imgH="203200" progId="Equation.DSMT4">
                  <p:embed/>
                </p:oleObj>
              </mc:Choice>
              <mc:Fallback>
                <p:oleObj name="" r:id="rId3" imgW="2705100" imgH="203200" progId="Equation.DSMT4">
                  <p:embed/>
                  <p:pic>
                    <p:nvPicPr>
                      <p:cNvPr id="0" name="图片 3148"/>
                      <p:cNvPicPr/>
                      <p:nvPr/>
                    </p:nvPicPr>
                    <p:blipFill>
                      <a:blip r:embed="rId4"/>
                      <a:stretch>
                        <a:fillRect/>
                      </a:stretch>
                    </p:blipFill>
                    <p:spPr>
                      <a:xfrm>
                        <a:off x="608410" y="2986088"/>
                        <a:ext cx="5422106" cy="392906"/>
                      </a:xfrm>
                      <a:prstGeom prst="rect">
                        <a:avLst/>
                      </a:prstGeom>
                      <a:noFill/>
                      <a:ln w="38100">
                        <a:noFill/>
                        <a:miter/>
                      </a:ln>
                    </p:spPr>
                  </p:pic>
                </p:oleObj>
              </mc:Fallback>
            </mc:AlternateContent>
          </a:graphicData>
        </a:graphic>
      </p:graphicFrame>
      <p:graphicFrame>
        <p:nvGraphicFramePr>
          <p:cNvPr id="20488" name="对象 20487"/>
          <p:cNvGraphicFramePr>
            <a:graphicFrameLocks noChangeAspect="1"/>
          </p:cNvGraphicFramePr>
          <p:nvPr/>
        </p:nvGraphicFramePr>
        <p:xfrm>
          <a:off x="1115616" y="3987404"/>
          <a:ext cx="2237184" cy="413147"/>
        </p:xfrm>
        <a:graphic>
          <a:graphicData uri="http://schemas.openxmlformats.org/presentationml/2006/ole">
            <mc:AlternateContent xmlns:mc="http://schemas.openxmlformats.org/markup-compatibility/2006">
              <mc:Choice xmlns:v="urn:schemas-microsoft-com:vml" Requires="v">
                <p:oleObj spid="_x0000_s27658" name="" r:id="rId5" imgW="1167765" imgH="215900" progId="Equation.DSMT4">
                  <p:embed/>
                </p:oleObj>
              </mc:Choice>
              <mc:Fallback>
                <p:oleObj name="" r:id="rId5" imgW="1167765" imgH="215900" progId="Equation.DSMT4">
                  <p:embed/>
                  <p:pic>
                    <p:nvPicPr>
                      <p:cNvPr id="0" name="图片 3151"/>
                      <p:cNvPicPr/>
                      <p:nvPr/>
                    </p:nvPicPr>
                    <p:blipFill>
                      <a:blip r:embed="rId6"/>
                      <a:stretch>
                        <a:fillRect/>
                      </a:stretch>
                    </p:blipFill>
                    <p:spPr>
                      <a:xfrm>
                        <a:off x="1115616" y="3987404"/>
                        <a:ext cx="2237184" cy="413147"/>
                      </a:xfrm>
                      <a:prstGeom prst="rect">
                        <a:avLst/>
                      </a:prstGeom>
                      <a:noFill/>
                      <a:ln w="38100">
                        <a:noFill/>
                        <a:miter/>
                      </a:ln>
                    </p:spPr>
                  </p:pic>
                </p:oleObj>
              </mc:Fallback>
            </mc:AlternateContent>
          </a:graphicData>
        </a:graphic>
      </p:graphicFrame>
      <p:graphicFrame>
        <p:nvGraphicFramePr>
          <p:cNvPr id="20489" name="对象 20488"/>
          <p:cNvGraphicFramePr>
            <a:graphicFrameLocks noChangeAspect="1"/>
          </p:cNvGraphicFramePr>
          <p:nvPr/>
        </p:nvGraphicFramePr>
        <p:xfrm>
          <a:off x="2897981" y="4138613"/>
          <a:ext cx="4536281" cy="1828800"/>
        </p:xfrm>
        <a:graphic>
          <a:graphicData uri="http://schemas.openxmlformats.org/presentationml/2006/ole">
            <mc:AlternateContent xmlns:mc="http://schemas.openxmlformats.org/markup-compatibility/2006">
              <mc:Choice xmlns:v="urn:schemas-microsoft-com:vml" Requires="v">
                <p:oleObj spid="_x0000_s27659" name="" r:id="rId7" imgW="2324100" imgH="1054100" progId="Equation.DSMT4">
                  <p:embed/>
                </p:oleObj>
              </mc:Choice>
              <mc:Fallback>
                <p:oleObj name="" r:id="rId7" imgW="2324100" imgH="1054100" progId="Equation.DSMT4">
                  <p:embed/>
                  <p:pic>
                    <p:nvPicPr>
                      <p:cNvPr id="0" name="图片 3136"/>
                      <p:cNvPicPr/>
                      <p:nvPr/>
                    </p:nvPicPr>
                    <p:blipFill>
                      <a:blip r:embed="rId8"/>
                      <a:stretch>
                        <a:fillRect/>
                      </a:stretch>
                    </p:blipFill>
                    <p:spPr>
                      <a:xfrm>
                        <a:off x="2897981" y="4138613"/>
                        <a:ext cx="4536281" cy="1828800"/>
                      </a:xfrm>
                      <a:prstGeom prst="rect">
                        <a:avLst/>
                      </a:prstGeom>
                      <a:noFill/>
                      <a:ln w="38100">
                        <a:noFill/>
                        <a:miter/>
                      </a:ln>
                    </p:spPr>
                  </p:pic>
                </p:oleObj>
              </mc:Fallback>
            </mc:AlternateContent>
          </a:graphicData>
        </a:graphic>
      </p:graphicFrame>
      <p:graphicFrame>
        <p:nvGraphicFramePr>
          <p:cNvPr id="20490" name="对象 20489"/>
          <p:cNvGraphicFramePr>
            <a:graphicFrameLocks noChangeAspect="1"/>
          </p:cNvGraphicFramePr>
          <p:nvPr/>
        </p:nvGraphicFramePr>
        <p:xfrm>
          <a:off x="2488406" y="3486150"/>
          <a:ext cx="1704975" cy="375047"/>
        </p:xfrm>
        <a:graphic>
          <a:graphicData uri="http://schemas.openxmlformats.org/presentationml/2006/ole">
            <mc:AlternateContent xmlns:mc="http://schemas.openxmlformats.org/markup-compatibility/2006">
              <mc:Choice xmlns:v="urn:schemas-microsoft-com:vml" Requires="v">
                <p:oleObj spid="_x0000_s27660" name="" r:id="rId9" imgW="977900" imgH="228600" progId="Equation.DSMT4">
                  <p:embed/>
                </p:oleObj>
              </mc:Choice>
              <mc:Fallback>
                <p:oleObj name="" r:id="rId9" imgW="977900" imgH="228600" progId="Equation.DSMT4">
                  <p:embed/>
                  <p:pic>
                    <p:nvPicPr>
                      <p:cNvPr id="0" name="图片 3143"/>
                      <p:cNvPicPr/>
                      <p:nvPr/>
                    </p:nvPicPr>
                    <p:blipFill>
                      <a:blip r:embed="rId10"/>
                      <a:stretch>
                        <a:fillRect/>
                      </a:stretch>
                    </p:blipFill>
                    <p:spPr>
                      <a:xfrm>
                        <a:off x="2488406" y="3486150"/>
                        <a:ext cx="1704975" cy="375047"/>
                      </a:xfrm>
                      <a:prstGeom prst="rect">
                        <a:avLst/>
                      </a:prstGeom>
                      <a:noFill/>
                      <a:ln w="38100">
                        <a:noFill/>
                        <a:miter/>
                      </a:ln>
                    </p:spPr>
                  </p:pic>
                </p:oleObj>
              </mc:Fallback>
            </mc:AlternateContent>
          </a:graphicData>
        </a:graphic>
      </p:graphicFrame>
      <p:graphicFrame>
        <p:nvGraphicFramePr>
          <p:cNvPr id="20491" name="对象 20490"/>
          <p:cNvGraphicFramePr>
            <a:graphicFrameLocks noChangeAspect="1"/>
          </p:cNvGraphicFramePr>
          <p:nvPr/>
        </p:nvGraphicFramePr>
        <p:xfrm>
          <a:off x="7056835" y="3018235"/>
          <a:ext cx="1152525" cy="357188"/>
        </p:xfrm>
        <a:graphic>
          <a:graphicData uri="http://schemas.openxmlformats.org/presentationml/2006/ole">
            <mc:AlternateContent xmlns:mc="http://schemas.openxmlformats.org/markup-compatibility/2006">
              <mc:Choice xmlns:v="urn:schemas-microsoft-com:vml" Requires="v">
                <p:oleObj spid="_x0000_s27661" name="" r:id="rId11" imgW="662940" imgH="216535" progId="Equation.3">
                  <p:embed/>
                </p:oleObj>
              </mc:Choice>
              <mc:Fallback>
                <p:oleObj name="" r:id="rId11" imgW="662940" imgH="216535" progId="Equation.3">
                  <p:embed/>
                  <p:pic>
                    <p:nvPicPr>
                      <p:cNvPr id="0" name="图片 3144"/>
                      <p:cNvPicPr/>
                      <p:nvPr/>
                    </p:nvPicPr>
                    <p:blipFill>
                      <a:blip r:embed="rId12"/>
                      <a:stretch>
                        <a:fillRect/>
                      </a:stretch>
                    </p:blipFill>
                    <p:spPr>
                      <a:xfrm>
                        <a:off x="7056835" y="3018235"/>
                        <a:ext cx="1152525" cy="357188"/>
                      </a:xfrm>
                      <a:prstGeom prst="rect">
                        <a:avLst/>
                      </a:prstGeom>
                      <a:solidFill>
                        <a:srgbClr val="00FF00"/>
                      </a:solidFill>
                      <a:ln w="38100" cap="flat" cmpd="sng">
                        <a:solidFill>
                          <a:srgbClr val="0000FF"/>
                        </a:solidFill>
                        <a:prstDash val="solid"/>
                        <a:miter/>
                        <a:headEnd type="none" w="med" len="med"/>
                        <a:tailEnd type="none" w="med" len="med"/>
                      </a:ln>
                    </p:spPr>
                  </p:pic>
                </p:oleObj>
              </mc:Fallback>
            </mc:AlternateContent>
          </a:graphicData>
        </a:graphic>
      </p:graphicFrame>
      <p:graphicFrame>
        <p:nvGraphicFramePr>
          <p:cNvPr id="20492" name="对象 20491"/>
          <p:cNvGraphicFramePr>
            <a:graphicFrameLocks noChangeAspect="1"/>
          </p:cNvGraphicFramePr>
          <p:nvPr/>
        </p:nvGraphicFramePr>
        <p:xfrm>
          <a:off x="4356497" y="3477816"/>
          <a:ext cx="2020490" cy="394097"/>
        </p:xfrm>
        <a:graphic>
          <a:graphicData uri="http://schemas.openxmlformats.org/presentationml/2006/ole">
            <mc:AlternateContent xmlns:mc="http://schemas.openxmlformats.org/markup-compatibility/2006">
              <mc:Choice xmlns:v="urn:schemas-microsoft-com:vml" Requires="v">
                <p:oleObj spid="_x0000_s27662" name="" r:id="rId13" imgW="1104900" imgH="228600" progId="Equation.DSMT4">
                  <p:embed/>
                </p:oleObj>
              </mc:Choice>
              <mc:Fallback>
                <p:oleObj name="" r:id="rId13" imgW="1104900" imgH="228600" progId="Equation.DSMT4">
                  <p:embed/>
                  <p:pic>
                    <p:nvPicPr>
                      <p:cNvPr id="0" name="图片 3145"/>
                      <p:cNvPicPr/>
                      <p:nvPr/>
                    </p:nvPicPr>
                    <p:blipFill>
                      <a:blip r:embed="rId14"/>
                      <a:stretch>
                        <a:fillRect/>
                      </a:stretch>
                    </p:blipFill>
                    <p:spPr>
                      <a:xfrm>
                        <a:off x="4356497" y="3477816"/>
                        <a:ext cx="2020490" cy="394097"/>
                      </a:xfrm>
                      <a:prstGeom prst="rect">
                        <a:avLst/>
                      </a:prstGeom>
                      <a:noFill/>
                      <a:ln w="38100">
                        <a:noFill/>
                        <a:miter/>
                      </a:ln>
                    </p:spPr>
                  </p:pic>
                </p:oleObj>
              </mc:Fallback>
            </mc:AlternateContent>
          </a:graphicData>
        </a:graphic>
      </p:graphicFrame>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487"/>
                                        </p:tgtEl>
                                        <p:attrNameLst>
                                          <p:attrName>style.visibility</p:attrName>
                                        </p:attrNameLst>
                                      </p:cBhvr>
                                      <p:to>
                                        <p:strVal val="visible"/>
                                      </p:to>
                                    </p:set>
                                    <p:animEffect transition="in" filter="wipe(left)">
                                      <p:cBhvr>
                                        <p:cTn id="7" dur="500"/>
                                        <p:tgtEl>
                                          <p:spTgt spid="204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491"/>
                                        </p:tgtEl>
                                        <p:attrNameLst>
                                          <p:attrName>style.visibility</p:attrName>
                                        </p:attrNameLst>
                                      </p:cBhvr>
                                      <p:to>
                                        <p:strVal val="visible"/>
                                      </p:to>
                                    </p:set>
                                    <p:animEffect transition="in" filter="wipe(left)">
                                      <p:cBhvr>
                                        <p:cTn id="12" dur="500"/>
                                        <p:tgtEl>
                                          <p:spTgt spid="204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490"/>
                                        </p:tgtEl>
                                        <p:attrNameLst>
                                          <p:attrName>style.visibility</p:attrName>
                                        </p:attrNameLst>
                                      </p:cBhvr>
                                      <p:to>
                                        <p:strVal val="visible"/>
                                      </p:to>
                                    </p:set>
                                    <p:animEffect transition="in" filter="wipe(left)">
                                      <p:cBhvr>
                                        <p:cTn id="17" dur="500"/>
                                        <p:tgtEl>
                                          <p:spTgt spid="2049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492"/>
                                        </p:tgtEl>
                                        <p:attrNameLst>
                                          <p:attrName>style.visibility</p:attrName>
                                        </p:attrNameLst>
                                      </p:cBhvr>
                                      <p:to>
                                        <p:strVal val="visible"/>
                                      </p:to>
                                    </p:set>
                                    <p:animEffect transition="in" filter="wipe(left)">
                                      <p:cBhvr>
                                        <p:cTn id="22" dur="500"/>
                                        <p:tgtEl>
                                          <p:spTgt spid="204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wipe(left)">
                                      <p:cBhvr>
                                        <p:cTn id="27" dur="500"/>
                                        <p:tgtEl>
                                          <p:spTgt spid="204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489"/>
                                        </p:tgtEl>
                                        <p:attrNameLst>
                                          <p:attrName>style.visibility</p:attrName>
                                        </p:attrNameLst>
                                      </p:cBhvr>
                                      <p:to>
                                        <p:strVal val="visible"/>
                                      </p:to>
                                    </p:set>
                                    <p:animEffect transition="in" filter="wipe(left)">
                                      <p:cBhvr>
                                        <p:cTn id="32" dur="500"/>
                                        <p:tgtEl>
                                          <p:spTgt spid="20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对象 21505"/>
          <p:cNvGraphicFramePr>
            <a:graphicFrameLocks noChangeAspect="1"/>
          </p:cNvGraphicFramePr>
          <p:nvPr/>
        </p:nvGraphicFramePr>
        <p:xfrm>
          <a:off x="5112068" y="1202055"/>
          <a:ext cx="3780235" cy="1608535"/>
        </p:xfrm>
        <a:graphic>
          <a:graphicData uri="http://schemas.openxmlformats.org/presentationml/2006/ole">
            <mc:AlternateContent xmlns:mc="http://schemas.openxmlformats.org/markup-compatibility/2006">
              <mc:Choice xmlns:v="urn:schemas-microsoft-com:vml" Requires="v">
                <p:oleObj spid="_x0000_s28690" name="" r:id="rId1" imgW="2349500" imgH="1054100" progId="Equation.DSMT4">
                  <p:embed/>
                </p:oleObj>
              </mc:Choice>
              <mc:Fallback>
                <p:oleObj name="" r:id="rId1" imgW="2349500" imgH="1054100" progId="Equation.DSMT4">
                  <p:embed/>
                  <p:pic>
                    <p:nvPicPr>
                      <p:cNvPr id="0" name="图片 3146"/>
                      <p:cNvPicPr/>
                      <p:nvPr/>
                    </p:nvPicPr>
                    <p:blipFill>
                      <a:blip r:embed="rId2"/>
                      <a:stretch>
                        <a:fillRect/>
                      </a:stretch>
                    </p:blipFill>
                    <p:spPr>
                      <a:xfrm>
                        <a:off x="5112068" y="1202055"/>
                        <a:ext cx="3780235" cy="1608535"/>
                      </a:xfrm>
                      <a:prstGeom prst="rect">
                        <a:avLst/>
                      </a:prstGeom>
                      <a:noFill/>
                      <a:ln w="38100">
                        <a:noFill/>
                        <a:miter/>
                      </a:ln>
                    </p:spPr>
                  </p:pic>
                </p:oleObj>
              </mc:Fallback>
            </mc:AlternateContent>
          </a:graphicData>
        </a:graphic>
      </p:graphicFrame>
      <p:graphicFrame>
        <p:nvGraphicFramePr>
          <p:cNvPr id="21507" name="对象 21506"/>
          <p:cNvGraphicFramePr>
            <a:graphicFrameLocks noChangeAspect="1"/>
          </p:cNvGraphicFramePr>
          <p:nvPr/>
        </p:nvGraphicFramePr>
        <p:xfrm>
          <a:off x="305515" y="1271111"/>
          <a:ext cx="2793206" cy="425054"/>
        </p:xfrm>
        <a:graphic>
          <a:graphicData uri="http://schemas.openxmlformats.org/presentationml/2006/ole">
            <mc:AlternateContent xmlns:mc="http://schemas.openxmlformats.org/markup-compatibility/2006">
              <mc:Choice xmlns:v="urn:schemas-microsoft-com:vml" Requires="v">
                <p:oleObj spid="_x0000_s28691" name="" r:id="rId3" imgW="1308100" imgH="228600" progId="Equation.DSMT4">
                  <p:embed/>
                </p:oleObj>
              </mc:Choice>
              <mc:Fallback>
                <p:oleObj name="" r:id="rId3" imgW="1308100" imgH="228600" progId="Equation.DSMT4">
                  <p:embed/>
                  <p:pic>
                    <p:nvPicPr>
                      <p:cNvPr id="0" name="图片 3165"/>
                      <p:cNvPicPr/>
                      <p:nvPr/>
                    </p:nvPicPr>
                    <p:blipFill>
                      <a:blip r:embed="rId4"/>
                      <a:stretch>
                        <a:fillRect/>
                      </a:stretch>
                    </p:blipFill>
                    <p:spPr>
                      <a:xfrm>
                        <a:off x="305515" y="1271111"/>
                        <a:ext cx="2793206" cy="425054"/>
                      </a:xfrm>
                      <a:prstGeom prst="rect">
                        <a:avLst/>
                      </a:prstGeom>
                      <a:noFill/>
                      <a:ln w="38100">
                        <a:noFill/>
                        <a:miter/>
                      </a:ln>
                    </p:spPr>
                  </p:pic>
                </p:oleObj>
              </mc:Fallback>
            </mc:AlternateContent>
          </a:graphicData>
        </a:graphic>
      </p:graphicFrame>
      <p:graphicFrame>
        <p:nvGraphicFramePr>
          <p:cNvPr id="21508" name="对象 21507"/>
          <p:cNvGraphicFramePr>
            <a:graphicFrameLocks noChangeAspect="1"/>
          </p:cNvGraphicFramePr>
          <p:nvPr/>
        </p:nvGraphicFramePr>
        <p:xfrm>
          <a:off x="305515" y="1898571"/>
          <a:ext cx="3683794" cy="419100"/>
        </p:xfrm>
        <a:graphic>
          <a:graphicData uri="http://schemas.openxmlformats.org/presentationml/2006/ole">
            <mc:AlternateContent xmlns:mc="http://schemas.openxmlformats.org/markup-compatibility/2006">
              <mc:Choice xmlns:v="urn:schemas-microsoft-com:vml" Requires="v">
                <p:oleObj spid="_x0000_s28692" name="" r:id="rId5" imgW="1892300" imgH="228600" progId="Equation.DSMT4">
                  <p:embed/>
                </p:oleObj>
              </mc:Choice>
              <mc:Fallback>
                <p:oleObj name="" r:id="rId5" imgW="1892300" imgH="228600" progId="Equation.DSMT4">
                  <p:embed/>
                  <p:pic>
                    <p:nvPicPr>
                      <p:cNvPr id="0" name="图片 3152"/>
                      <p:cNvPicPr/>
                      <p:nvPr/>
                    </p:nvPicPr>
                    <p:blipFill>
                      <a:blip r:embed="rId6"/>
                      <a:stretch>
                        <a:fillRect/>
                      </a:stretch>
                    </p:blipFill>
                    <p:spPr>
                      <a:xfrm>
                        <a:off x="305515" y="1898571"/>
                        <a:ext cx="3683794" cy="419100"/>
                      </a:xfrm>
                      <a:prstGeom prst="rect">
                        <a:avLst/>
                      </a:prstGeom>
                      <a:noFill/>
                      <a:ln w="38100">
                        <a:noFill/>
                        <a:miter/>
                      </a:ln>
                    </p:spPr>
                  </p:pic>
                </p:oleObj>
              </mc:Fallback>
            </mc:AlternateContent>
          </a:graphicData>
        </a:graphic>
      </p:graphicFrame>
      <p:graphicFrame>
        <p:nvGraphicFramePr>
          <p:cNvPr id="21509" name="对象 21508"/>
          <p:cNvGraphicFramePr>
            <a:graphicFrameLocks noChangeAspect="1"/>
          </p:cNvGraphicFramePr>
          <p:nvPr/>
        </p:nvGraphicFramePr>
        <p:xfrm>
          <a:off x="305515" y="2511743"/>
          <a:ext cx="1189434" cy="407194"/>
        </p:xfrm>
        <a:graphic>
          <a:graphicData uri="http://schemas.openxmlformats.org/presentationml/2006/ole">
            <mc:AlternateContent xmlns:mc="http://schemas.openxmlformats.org/markup-compatibility/2006">
              <mc:Choice xmlns:v="urn:schemas-microsoft-com:vml" Requires="v">
                <p:oleObj spid="_x0000_s28693" name="" r:id="rId7" imgW="584200" imgH="228600" progId="Equation.DSMT4">
                  <p:embed/>
                </p:oleObj>
              </mc:Choice>
              <mc:Fallback>
                <p:oleObj name="" r:id="rId7" imgW="584200" imgH="228600" progId="Equation.DSMT4">
                  <p:embed/>
                  <p:pic>
                    <p:nvPicPr>
                      <p:cNvPr id="0" name="图片 3101"/>
                      <p:cNvPicPr/>
                      <p:nvPr/>
                    </p:nvPicPr>
                    <p:blipFill>
                      <a:blip r:embed="rId8"/>
                      <a:stretch>
                        <a:fillRect/>
                      </a:stretch>
                    </p:blipFill>
                    <p:spPr>
                      <a:xfrm>
                        <a:off x="305515" y="2511743"/>
                        <a:ext cx="1189434" cy="407194"/>
                      </a:xfrm>
                      <a:prstGeom prst="rect">
                        <a:avLst/>
                      </a:prstGeom>
                      <a:noFill/>
                      <a:ln w="38100">
                        <a:noFill/>
                        <a:miter/>
                      </a:ln>
                    </p:spPr>
                  </p:pic>
                </p:oleObj>
              </mc:Fallback>
            </mc:AlternateContent>
          </a:graphicData>
        </a:graphic>
      </p:graphicFrame>
      <p:graphicFrame>
        <p:nvGraphicFramePr>
          <p:cNvPr id="21510" name="对象 21509"/>
          <p:cNvGraphicFramePr>
            <a:graphicFrameLocks noChangeAspect="1"/>
          </p:cNvGraphicFramePr>
          <p:nvPr/>
        </p:nvGraphicFramePr>
        <p:xfrm>
          <a:off x="1625918" y="2514124"/>
          <a:ext cx="1920479" cy="401241"/>
        </p:xfrm>
        <a:graphic>
          <a:graphicData uri="http://schemas.openxmlformats.org/presentationml/2006/ole">
            <mc:AlternateContent xmlns:mc="http://schemas.openxmlformats.org/markup-compatibility/2006">
              <mc:Choice xmlns:v="urn:schemas-microsoft-com:vml" Requires="v">
                <p:oleObj spid="_x0000_s28694" name="" r:id="rId9" imgW="951865" imgH="228600" progId="Equation.DSMT4">
                  <p:embed/>
                </p:oleObj>
              </mc:Choice>
              <mc:Fallback>
                <p:oleObj name="" r:id="rId9" imgW="951865" imgH="228600" progId="Equation.DSMT4">
                  <p:embed/>
                  <p:pic>
                    <p:nvPicPr>
                      <p:cNvPr id="0" name="图片 3100"/>
                      <p:cNvPicPr/>
                      <p:nvPr/>
                    </p:nvPicPr>
                    <p:blipFill>
                      <a:blip r:embed="rId10"/>
                      <a:stretch>
                        <a:fillRect/>
                      </a:stretch>
                    </p:blipFill>
                    <p:spPr>
                      <a:xfrm>
                        <a:off x="1625918" y="2514124"/>
                        <a:ext cx="1920479" cy="401241"/>
                      </a:xfrm>
                      <a:prstGeom prst="rect">
                        <a:avLst/>
                      </a:prstGeom>
                      <a:noFill/>
                      <a:ln w="38100">
                        <a:noFill/>
                        <a:miter/>
                      </a:ln>
                    </p:spPr>
                  </p:pic>
                </p:oleObj>
              </mc:Fallback>
            </mc:AlternateContent>
          </a:graphicData>
        </a:graphic>
      </p:graphicFrame>
      <p:graphicFrame>
        <p:nvGraphicFramePr>
          <p:cNvPr id="21511" name="对象 21510"/>
          <p:cNvGraphicFramePr>
            <a:graphicFrameLocks noChangeAspect="1"/>
          </p:cNvGraphicFramePr>
          <p:nvPr/>
        </p:nvGraphicFramePr>
        <p:xfrm>
          <a:off x="305515" y="3104674"/>
          <a:ext cx="1168003" cy="352425"/>
        </p:xfrm>
        <a:graphic>
          <a:graphicData uri="http://schemas.openxmlformats.org/presentationml/2006/ole">
            <mc:AlternateContent xmlns:mc="http://schemas.openxmlformats.org/markup-compatibility/2006">
              <mc:Choice xmlns:v="urn:schemas-microsoft-com:vml" Requires="v">
                <p:oleObj spid="_x0000_s28695" name="" r:id="rId11" imgW="584200" imgH="203200" progId="Equation.DSMT4">
                  <p:embed/>
                </p:oleObj>
              </mc:Choice>
              <mc:Fallback>
                <p:oleObj name="" r:id="rId11" imgW="584200" imgH="203200" progId="Equation.DSMT4">
                  <p:embed/>
                  <p:pic>
                    <p:nvPicPr>
                      <p:cNvPr id="0" name="图片 3104"/>
                      <p:cNvPicPr/>
                      <p:nvPr/>
                    </p:nvPicPr>
                    <p:blipFill>
                      <a:blip r:embed="rId12"/>
                      <a:stretch>
                        <a:fillRect/>
                      </a:stretch>
                    </p:blipFill>
                    <p:spPr>
                      <a:xfrm>
                        <a:off x="305515" y="3104674"/>
                        <a:ext cx="1168003" cy="352425"/>
                      </a:xfrm>
                      <a:prstGeom prst="rect">
                        <a:avLst/>
                      </a:prstGeom>
                      <a:noFill/>
                      <a:ln w="38100">
                        <a:noFill/>
                        <a:miter/>
                      </a:ln>
                    </p:spPr>
                  </p:pic>
                </p:oleObj>
              </mc:Fallback>
            </mc:AlternateContent>
          </a:graphicData>
        </a:graphic>
      </p:graphicFrame>
      <p:graphicFrame>
        <p:nvGraphicFramePr>
          <p:cNvPr id="21512" name="对象 21511"/>
          <p:cNvGraphicFramePr>
            <a:graphicFrameLocks noChangeAspect="1"/>
          </p:cNvGraphicFramePr>
          <p:nvPr/>
        </p:nvGraphicFramePr>
        <p:xfrm>
          <a:off x="1628299" y="2973705"/>
          <a:ext cx="2330054" cy="672704"/>
        </p:xfrm>
        <a:graphic>
          <a:graphicData uri="http://schemas.openxmlformats.org/presentationml/2006/ole">
            <mc:AlternateContent xmlns:mc="http://schemas.openxmlformats.org/markup-compatibility/2006">
              <mc:Choice xmlns:v="urn:schemas-microsoft-com:vml" Requires="v">
                <p:oleObj spid="_x0000_s28696" name="" r:id="rId13" imgW="1231265" imgH="406400" progId="Equation.DSMT4">
                  <p:embed/>
                </p:oleObj>
              </mc:Choice>
              <mc:Fallback>
                <p:oleObj name="" r:id="rId13" imgW="1231265" imgH="406400" progId="Equation.DSMT4">
                  <p:embed/>
                  <p:pic>
                    <p:nvPicPr>
                      <p:cNvPr id="0" name="图片 3102"/>
                      <p:cNvPicPr/>
                      <p:nvPr/>
                    </p:nvPicPr>
                    <p:blipFill>
                      <a:blip r:embed="rId14"/>
                      <a:stretch>
                        <a:fillRect/>
                      </a:stretch>
                    </p:blipFill>
                    <p:spPr>
                      <a:xfrm>
                        <a:off x="1628299" y="2973705"/>
                        <a:ext cx="2330054" cy="672704"/>
                      </a:xfrm>
                      <a:prstGeom prst="rect">
                        <a:avLst/>
                      </a:prstGeom>
                      <a:noFill/>
                      <a:ln w="38100">
                        <a:noFill/>
                        <a:miter/>
                      </a:ln>
                    </p:spPr>
                  </p:pic>
                </p:oleObj>
              </mc:Fallback>
            </mc:AlternateContent>
          </a:graphicData>
        </a:graphic>
      </p:graphicFrame>
      <p:graphicFrame>
        <p:nvGraphicFramePr>
          <p:cNvPr id="21513" name="对象 21512"/>
          <p:cNvGraphicFramePr>
            <a:graphicFrameLocks noChangeAspect="1"/>
          </p:cNvGraphicFramePr>
          <p:nvPr/>
        </p:nvGraphicFramePr>
        <p:xfrm>
          <a:off x="4225013" y="2981921"/>
          <a:ext cx="782320" cy="708660"/>
        </p:xfrm>
        <a:graphic>
          <a:graphicData uri="http://schemas.openxmlformats.org/presentationml/2006/ole">
            <mc:AlternateContent xmlns:mc="http://schemas.openxmlformats.org/markup-compatibility/2006">
              <mc:Choice xmlns:v="urn:schemas-microsoft-com:vml" Requires="v">
                <p:oleObj spid="_x0000_s28697" name="" r:id="rId15" imgW="431800" imgH="405765" progId="Equation.DSMT4">
                  <p:embed/>
                </p:oleObj>
              </mc:Choice>
              <mc:Fallback>
                <p:oleObj name="" r:id="rId15" imgW="431800" imgH="405765" progId="Equation.DSMT4">
                  <p:embed/>
                  <p:pic>
                    <p:nvPicPr>
                      <p:cNvPr id="0" name="图片 3115"/>
                      <p:cNvPicPr/>
                      <p:nvPr/>
                    </p:nvPicPr>
                    <p:blipFill>
                      <a:blip r:embed="rId16"/>
                      <a:stretch>
                        <a:fillRect/>
                      </a:stretch>
                    </p:blipFill>
                    <p:spPr>
                      <a:xfrm>
                        <a:off x="4225013" y="2981921"/>
                        <a:ext cx="782320" cy="708660"/>
                      </a:xfrm>
                      <a:prstGeom prst="rect">
                        <a:avLst/>
                      </a:prstGeom>
                      <a:noFill/>
                      <a:ln w="38100">
                        <a:noFill/>
                        <a:miter/>
                      </a:ln>
                    </p:spPr>
                  </p:pic>
                </p:oleObj>
              </mc:Fallback>
            </mc:AlternateContent>
          </a:graphicData>
        </a:graphic>
      </p:graphicFrame>
      <p:graphicFrame>
        <p:nvGraphicFramePr>
          <p:cNvPr id="21515" name="对象 21514"/>
          <p:cNvGraphicFramePr>
            <a:graphicFrameLocks noChangeAspect="1"/>
          </p:cNvGraphicFramePr>
          <p:nvPr/>
        </p:nvGraphicFramePr>
        <p:xfrm>
          <a:off x="5724129" y="2982040"/>
          <a:ext cx="1881188" cy="740569"/>
        </p:xfrm>
        <a:graphic>
          <a:graphicData uri="http://schemas.openxmlformats.org/presentationml/2006/ole">
            <mc:AlternateContent xmlns:mc="http://schemas.openxmlformats.org/markup-compatibility/2006">
              <mc:Choice xmlns:v="urn:schemas-microsoft-com:vml" Requires="v">
                <p:oleObj spid="_x0000_s28699" name="" r:id="rId17" imgW="994410" imgH="408305" progId="Equation.3">
                  <p:embed/>
                </p:oleObj>
              </mc:Choice>
              <mc:Fallback>
                <p:oleObj name="" r:id="rId17" imgW="994410" imgH="408305" progId="Equation.3">
                  <p:embed/>
                  <p:pic>
                    <p:nvPicPr>
                      <p:cNvPr id="0" name="图片 3116"/>
                      <p:cNvPicPr/>
                      <p:nvPr/>
                    </p:nvPicPr>
                    <p:blipFill>
                      <a:blip r:embed="rId18"/>
                      <a:stretch>
                        <a:fillRect/>
                      </a:stretch>
                    </p:blipFill>
                    <p:spPr>
                      <a:xfrm>
                        <a:off x="5724129" y="2982040"/>
                        <a:ext cx="1881188" cy="740569"/>
                      </a:xfrm>
                      <a:prstGeom prst="rect">
                        <a:avLst/>
                      </a:prstGeom>
                      <a:noFill/>
                      <a:ln w="38100">
                        <a:noFill/>
                        <a:miter/>
                      </a:ln>
                    </p:spPr>
                  </p:pic>
                </p:oleObj>
              </mc:Fallback>
            </mc:AlternateContent>
          </a:graphicData>
        </a:graphic>
      </p:graphicFrame>
      <p:graphicFrame>
        <p:nvGraphicFramePr>
          <p:cNvPr id="21516" name="对象 21515"/>
          <p:cNvGraphicFramePr>
            <a:graphicFrameLocks noChangeAspect="1"/>
          </p:cNvGraphicFramePr>
          <p:nvPr/>
        </p:nvGraphicFramePr>
        <p:xfrm>
          <a:off x="281702" y="4344115"/>
          <a:ext cx="1266825" cy="434578"/>
        </p:xfrm>
        <a:graphic>
          <a:graphicData uri="http://schemas.openxmlformats.org/presentationml/2006/ole">
            <mc:AlternateContent xmlns:mc="http://schemas.openxmlformats.org/markup-compatibility/2006">
              <mc:Choice xmlns:v="urn:schemas-microsoft-com:vml" Requires="v">
                <p:oleObj spid="_x0000_s28700" name="" r:id="rId19" imgW="586740" imgH="229870" progId="Equation.3">
                  <p:embed/>
                </p:oleObj>
              </mc:Choice>
              <mc:Fallback>
                <p:oleObj name="" r:id="rId19" imgW="586740" imgH="229870" progId="Equation.3">
                  <p:embed/>
                  <p:pic>
                    <p:nvPicPr>
                      <p:cNvPr id="0" name="图片 3106"/>
                      <p:cNvPicPr/>
                      <p:nvPr/>
                    </p:nvPicPr>
                    <p:blipFill>
                      <a:blip r:embed="rId20"/>
                      <a:stretch>
                        <a:fillRect/>
                      </a:stretch>
                    </p:blipFill>
                    <p:spPr>
                      <a:xfrm>
                        <a:off x="281702" y="4344115"/>
                        <a:ext cx="1266825" cy="434578"/>
                      </a:xfrm>
                      <a:prstGeom prst="rect">
                        <a:avLst/>
                      </a:prstGeom>
                      <a:noFill/>
                      <a:ln w="38100">
                        <a:noFill/>
                        <a:miter/>
                      </a:ln>
                    </p:spPr>
                  </p:pic>
                </p:oleObj>
              </mc:Fallback>
            </mc:AlternateContent>
          </a:graphicData>
        </a:graphic>
      </p:graphicFrame>
      <p:graphicFrame>
        <p:nvGraphicFramePr>
          <p:cNvPr id="21517" name="对象 21516"/>
          <p:cNvGraphicFramePr>
            <a:graphicFrameLocks noChangeAspect="1"/>
          </p:cNvGraphicFramePr>
          <p:nvPr/>
        </p:nvGraphicFramePr>
        <p:xfrm>
          <a:off x="1622346" y="4198859"/>
          <a:ext cx="2085975" cy="688181"/>
        </p:xfrm>
        <a:graphic>
          <a:graphicData uri="http://schemas.openxmlformats.org/presentationml/2006/ole">
            <mc:AlternateContent xmlns:mc="http://schemas.openxmlformats.org/markup-compatibility/2006">
              <mc:Choice xmlns:v="urn:schemas-microsoft-com:vml" Requires="v">
                <p:oleObj spid="_x0000_s28701" name="" r:id="rId21" imgW="1078865" imgH="406400" progId="Equation.DSMT4">
                  <p:embed/>
                </p:oleObj>
              </mc:Choice>
              <mc:Fallback>
                <p:oleObj name="" r:id="rId21" imgW="1078865" imgH="406400" progId="Equation.DSMT4">
                  <p:embed/>
                  <p:pic>
                    <p:nvPicPr>
                      <p:cNvPr id="0" name="图片 3109"/>
                      <p:cNvPicPr/>
                      <p:nvPr/>
                    </p:nvPicPr>
                    <p:blipFill>
                      <a:blip r:embed="rId22"/>
                      <a:stretch>
                        <a:fillRect/>
                      </a:stretch>
                    </p:blipFill>
                    <p:spPr>
                      <a:xfrm>
                        <a:off x="1622346" y="4198859"/>
                        <a:ext cx="2085975" cy="688181"/>
                      </a:xfrm>
                      <a:prstGeom prst="rect">
                        <a:avLst/>
                      </a:prstGeom>
                      <a:noFill/>
                      <a:ln w="38100">
                        <a:noFill/>
                        <a:miter/>
                      </a:ln>
                    </p:spPr>
                  </p:pic>
                </p:oleObj>
              </mc:Fallback>
            </mc:AlternateContent>
          </a:graphicData>
        </a:graphic>
      </p:graphicFrame>
      <p:graphicFrame>
        <p:nvGraphicFramePr>
          <p:cNvPr id="21518" name="对象 21517"/>
          <p:cNvGraphicFramePr>
            <a:graphicFrameLocks noChangeAspect="1"/>
          </p:cNvGraphicFramePr>
          <p:nvPr/>
        </p:nvGraphicFramePr>
        <p:xfrm>
          <a:off x="305515" y="5079921"/>
          <a:ext cx="1154906" cy="346472"/>
        </p:xfrm>
        <a:graphic>
          <a:graphicData uri="http://schemas.openxmlformats.org/presentationml/2006/ole">
            <mc:AlternateContent xmlns:mc="http://schemas.openxmlformats.org/markup-compatibility/2006">
              <mc:Choice xmlns:v="urn:schemas-microsoft-com:vml" Requires="v">
                <p:oleObj spid="_x0000_s28702" name="" r:id="rId23" imgW="599440" imgH="203835" progId="Equation.3">
                  <p:embed/>
                </p:oleObj>
              </mc:Choice>
              <mc:Fallback>
                <p:oleObj name="" r:id="rId23" imgW="599440" imgH="203835" progId="Equation.3">
                  <p:embed/>
                  <p:pic>
                    <p:nvPicPr>
                      <p:cNvPr id="0" name="图片 3098"/>
                      <p:cNvPicPr/>
                      <p:nvPr/>
                    </p:nvPicPr>
                    <p:blipFill>
                      <a:blip r:embed="rId24"/>
                      <a:stretch>
                        <a:fillRect/>
                      </a:stretch>
                    </p:blipFill>
                    <p:spPr>
                      <a:xfrm>
                        <a:off x="305515" y="5079921"/>
                        <a:ext cx="1154906" cy="346472"/>
                      </a:xfrm>
                      <a:prstGeom prst="rect">
                        <a:avLst/>
                      </a:prstGeom>
                      <a:noFill/>
                      <a:ln w="38100">
                        <a:noFill/>
                        <a:miter/>
                      </a:ln>
                    </p:spPr>
                  </p:pic>
                </p:oleObj>
              </mc:Fallback>
            </mc:AlternateContent>
          </a:graphicData>
        </a:graphic>
      </p:graphicFrame>
      <p:graphicFrame>
        <p:nvGraphicFramePr>
          <p:cNvPr id="21519" name="对象 21518"/>
          <p:cNvGraphicFramePr>
            <a:graphicFrameLocks noChangeAspect="1"/>
          </p:cNvGraphicFramePr>
          <p:nvPr/>
        </p:nvGraphicFramePr>
        <p:xfrm>
          <a:off x="1609249" y="4998959"/>
          <a:ext cx="2314575" cy="629840"/>
        </p:xfrm>
        <a:graphic>
          <a:graphicData uri="http://schemas.openxmlformats.org/presentationml/2006/ole">
            <mc:AlternateContent xmlns:mc="http://schemas.openxmlformats.org/markup-compatibility/2006">
              <mc:Choice xmlns:v="urn:schemas-microsoft-com:vml" Requires="v">
                <p:oleObj spid="_x0000_s28703" name="" r:id="rId25" imgW="1307465" imgH="406400" progId="Equation.DSMT4">
                  <p:embed/>
                </p:oleObj>
              </mc:Choice>
              <mc:Fallback>
                <p:oleObj name="" r:id="rId25" imgW="1307465" imgH="406400" progId="Equation.DSMT4">
                  <p:embed/>
                  <p:pic>
                    <p:nvPicPr>
                      <p:cNvPr id="0" name="图片 3110"/>
                      <p:cNvPicPr/>
                      <p:nvPr/>
                    </p:nvPicPr>
                    <p:blipFill>
                      <a:blip r:embed="rId26"/>
                      <a:stretch>
                        <a:fillRect/>
                      </a:stretch>
                    </p:blipFill>
                    <p:spPr>
                      <a:xfrm>
                        <a:off x="1609249" y="4998959"/>
                        <a:ext cx="2314575" cy="629840"/>
                      </a:xfrm>
                      <a:prstGeom prst="rect">
                        <a:avLst/>
                      </a:prstGeom>
                      <a:noFill/>
                      <a:ln w="38100">
                        <a:noFill/>
                        <a:miter/>
                      </a:ln>
                    </p:spPr>
                  </p:pic>
                </p:oleObj>
              </mc:Fallback>
            </mc:AlternateContent>
          </a:graphicData>
        </a:graphic>
      </p:graphicFrame>
      <p:graphicFrame>
        <p:nvGraphicFramePr>
          <p:cNvPr id="21520" name="对象 21519"/>
          <p:cNvGraphicFramePr>
            <a:graphicFrameLocks noChangeAspect="1"/>
          </p:cNvGraphicFramePr>
          <p:nvPr/>
        </p:nvGraphicFramePr>
        <p:xfrm>
          <a:off x="4195446" y="4914305"/>
          <a:ext cx="728345" cy="680085"/>
        </p:xfrm>
        <a:graphic>
          <a:graphicData uri="http://schemas.openxmlformats.org/presentationml/2006/ole">
            <mc:AlternateContent xmlns:mc="http://schemas.openxmlformats.org/markup-compatibility/2006">
              <mc:Choice xmlns:v="urn:schemas-microsoft-com:vml" Requires="v">
                <p:oleObj spid="_x0000_s28704" name="" r:id="rId27" imgW="405765" imgH="393700" progId="Equation.3">
                  <p:embed/>
                </p:oleObj>
              </mc:Choice>
              <mc:Fallback>
                <p:oleObj name="" r:id="rId27" imgW="405765" imgH="393700" progId="Equation.3">
                  <p:embed/>
                  <p:pic>
                    <p:nvPicPr>
                      <p:cNvPr id="0" name="图片 3111"/>
                      <p:cNvPicPr/>
                      <p:nvPr/>
                    </p:nvPicPr>
                    <p:blipFill>
                      <a:blip r:embed="rId28"/>
                      <a:stretch>
                        <a:fillRect/>
                      </a:stretch>
                    </p:blipFill>
                    <p:spPr>
                      <a:xfrm>
                        <a:off x="4195446" y="4914305"/>
                        <a:ext cx="728345" cy="680085"/>
                      </a:xfrm>
                      <a:prstGeom prst="rect">
                        <a:avLst/>
                      </a:prstGeom>
                      <a:noFill/>
                      <a:ln w="38100">
                        <a:noFill/>
                        <a:miter/>
                      </a:ln>
                    </p:spPr>
                  </p:pic>
                </p:oleObj>
              </mc:Fallback>
            </mc:AlternateContent>
          </a:graphicData>
        </a:graphic>
      </p:graphicFrame>
      <p:graphicFrame>
        <p:nvGraphicFramePr>
          <p:cNvPr id="21522" name="对象 21521"/>
          <p:cNvGraphicFramePr>
            <a:graphicFrameLocks noChangeAspect="1"/>
          </p:cNvGraphicFramePr>
          <p:nvPr/>
        </p:nvGraphicFramePr>
        <p:xfrm>
          <a:off x="5796121" y="4913234"/>
          <a:ext cx="1925241" cy="695325"/>
        </p:xfrm>
        <a:graphic>
          <a:graphicData uri="http://schemas.openxmlformats.org/presentationml/2006/ole">
            <mc:AlternateContent xmlns:mc="http://schemas.openxmlformats.org/markup-compatibility/2006">
              <mc:Choice xmlns:v="urn:schemas-microsoft-com:vml" Requires="v">
                <p:oleObj spid="_x0000_s28706" name="" r:id="rId29" imgW="1083945" imgH="408305" progId="Equation.3">
                  <p:embed/>
                </p:oleObj>
              </mc:Choice>
              <mc:Fallback>
                <p:oleObj name="" r:id="rId29" imgW="1083945" imgH="408305" progId="Equation.3">
                  <p:embed/>
                  <p:pic>
                    <p:nvPicPr>
                      <p:cNvPr id="0" name="图片 3113"/>
                      <p:cNvPicPr/>
                      <p:nvPr/>
                    </p:nvPicPr>
                    <p:blipFill>
                      <a:blip r:embed="rId30"/>
                      <a:stretch>
                        <a:fillRect/>
                      </a:stretch>
                    </p:blipFill>
                    <p:spPr>
                      <a:xfrm>
                        <a:off x="5796121" y="4913234"/>
                        <a:ext cx="1925241" cy="695325"/>
                      </a:xfrm>
                      <a:prstGeom prst="rect">
                        <a:avLst/>
                      </a:prstGeom>
                      <a:noFill/>
                      <a:ln w="38100">
                        <a:noFill/>
                        <a:miter/>
                      </a:ln>
                    </p:spPr>
                  </p:pic>
                </p:oleObj>
              </mc:Fallback>
            </mc:AlternateContent>
          </a:graphicData>
        </a:graphic>
      </p:graphicFrame>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left)">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wipe(left)">
                                      <p:cBhvr>
                                        <p:cTn id="12" dur="500"/>
                                        <p:tgtEl>
                                          <p:spTgt spid="215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wipe(left)">
                                      <p:cBhvr>
                                        <p:cTn id="17" dur="500"/>
                                        <p:tgtEl>
                                          <p:spTgt spid="2150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510"/>
                                        </p:tgtEl>
                                        <p:attrNameLst>
                                          <p:attrName>style.visibility</p:attrName>
                                        </p:attrNameLst>
                                      </p:cBhvr>
                                      <p:to>
                                        <p:strVal val="visible"/>
                                      </p:to>
                                    </p:set>
                                    <p:animEffect transition="in" filter="wipe(left)">
                                      <p:cBhvr>
                                        <p:cTn id="22" dur="500"/>
                                        <p:tgtEl>
                                          <p:spTgt spid="215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511"/>
                                        </p:tgtEl>
                                        <p:attrNameLst>
                                          <p:attrName>style.visibility</p:attrName>
                                        </p:attrNameLst>
                                      </p:cBhvr>
                                      <p:to>
                                        <p:strVal val="visible"/>
                                      </p:to>
                                    </p:set>
                                    <p:animEffect transition="in" filter="wipe(left)">
                                      <p:cBhvr>
                                        <p:cTn id="27" dur="500"/>
                                        <p:tgtEl>
                                          <p:spTgt spid="215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512"/>
                                        </p:tgtEl>
                                        <p:attrNameLst>
                                          <p:attrName>style.visibility</p:attrName>
                                        </p:attrNameLst>
                                      </p:cBhvr>
                                      <p:to>
                                        <p:strVal val="visible"/>
                                      </p:to>
                                    </p:set>
                                    <p:animEffect transition="in" filter="wipe(left)">
                                      <p:cBhvr>
                                        <p:cTn id="32" dur="500"/>
                                        <p:tgtEl>
                                          <p:spTgt spid="215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513"/>
                                        </p:tgtEl>
                                        <p:attrNameLst>
                                          <p:attrName>style.visibility</p:attrName>
                                        </p:attrNameLst>
                                      </p:cBhvr>
                                      <p:to>
                                        <p:strVal val="visible"/>
                                      </p:to>
                                    </p:set>
                                    <p:animEffect transition="in" filter="wipe(left)">
                                      <p:cBhvr>
                                        <p:cTn id="37" dur="500"/>
                                        <p:tgtEl>
                                          <p:spTgt spid="215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515"/>
                                        </p:tgtEl>
                                        <p:attrNameLst>
                                          <p:attrName>style.visibility</p:attrName>
                                        </p:attrNameLst>
                                      </p:cBhvr>
                                      <p:to>
                                        <p:strVal val="visible"/>
                                      </p:to>
                                    </p:set>
                                    <p:animEffect transition="in" filter="wipe(left)">
                                      <p:cBhvr>
                                        <p:cTn id="42" dur="500"/>
                                        <p:tgtEl>
                                          <p:spTgt spid="215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516"/>
                                        </p:tgtEl>
                                        <p:attrNameLst>
                                          <p:attrName>style.visibility</p:attrName>
                                        </p:attrNameLst>
                                      </p:cBhvr>
                                      <p:to>
                                        <p:strVal val="visible"/>
                                      </p:to>
                                    </p:set>
                                    <p:animEffect transition="in" filter="wipe(left)">
                                      <p:cBhvr>
                                        <p:cTn id="47" dur="500"/>
                                        <p:tgtEl>
                                          <p:spTgt spid="215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517"/>
                                        </p:tgtEl>
                                        <p:attrNameLst>
                                          <p:attrName>style.visibility</p:attrName>
                                        </p:attrNameLst>
                                      </p:cBhvr>
                                      <p:to>
                                        <p:strVal val="visible"/>
                                      </p:to>
                                    </p:set>
                                    <p:animEffect transition="in" filter="wipe(left)">
                                      <p:cBhvr>
                                        <p:cTn id="52" dur="500"/>
                                        <p:tgtEl>
                                          <p:spTgt spid="215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518"/>
                                        </p:tgtEl>
                                        <p:attrNameLst>
                                          <p:attrName>style.visibility</p:attrName>
                                        </p:attrNameLst>
                                      </p:cBhvr>
                                      <p:to>
                                        <p:strVal val="visible"/>
                                      </p:to>
                                    </p:set>
                                    <p:animEffect transition="in" filter="wipe(left)">
                                      <p:cBhvr>
                                        <p:cTn id="57" dur="500"/>
                                        <p:tgtEl>
                                          <p:spTgt spid="215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519"/>
                                        </p:tgtEl>
                                        <p:attrNameLst>
                                          <p:attrName>style.visibility</p:attrName>
                                        </p:attrNameLst>
                                      </p:cBhvr>
                                      <p:to>
                                        <p:strVal val="visible"/>
                                      </p:to>
                                    </p:set>
                                    <p:animEffect transition="in" filter="wipe(left)">
                                      <p:cBhvr>
                                        <p:cTn id="62" dur="500"/>
                                        <p:tgtEl>
                                          <p:spTgt spid="2151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1520"/>
                                        </p:tgtEl>
                                        <p:attrNameLst>
                                          <p:attrName>style.visibility</p:attrName>
                                        </p:attrNameLst>
                                      </p:cBhvr>
                                      <p:to>
                                        <p:strVal val="visible"/>
                                      </p:to>
                                    </p:set>
                                    <p:animEffect transition="in" filter="wipe(left)">
                                      <p:cBhvr>
                                        <p:cTn id="67" dur="500"/>
                                        <p:tgtEl>
                                          <p:spTgt spid="215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1522"/>
                                        </p:tgtEl>
                                        <p:attrNameLst>
                                          <p:attrName>style.visibility</p:attrName>
                                        </p:attrNameLst>
                                      </p:cBhvr>
                                      <p:to>
                                        <p:strVal val="visible"/>
                                      </p:to>
                                    </p:set>
                                    <p:animEffect transition="in" filter="wipe(left)">
                                      <p:cBhvr>
                                        <p:cTn id="72" dur="500"/>
                                        <p:tgtEl>
                                          <p:spTgt spid="21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85750" y="214313"/>
            <a:ext cx="9001125" cy="522287"/>
          </a:xfrm>
          <a:prstGeom prst="rect">
            <a:avLst/>
          </a:prstGeom>
          <a:noFill/>
          <a:ln w="9525">
            <a:noFill/>
          </a:ln>
        </p:spPr>
        <p:txBody>
          <a:bodyPr anchor="t" anchorCtr="0">
            <a:spAutoFit/>
          </a:bodyPr>
          <a:p>
            <a:pPr>
              <a:spcBef>
                <a:spcPct val="50000"/>
              </a:spcBef>
              <a:buClr>
                <a:srgbClr val="FF0000"/>
              </a:buClr>
              <a:buSzTx/>
              <a:buFont typeface="Wingdings" panose="05000000000000000000" pitchFamily="2" charset="2"/>
            </a:pPr>
            <a:r>
              <a:rPr lang="zh-CN" altLang="en-US" b="1" dirty="0">
                <a:solidFill>
                  <a:srgbClr val="0070C0"/>
                </a:solidFill>
                <a:latin typeface="Times New Roman" panose="02020603050405020304" pitchFamily="18" charset="0"/>
                <a:ea typeface="黑体" panose="02010609060101010101" pitchFamily="49" charset="-122"/>
              </a:rPr>
              <a:t>例</a:t>
            </a:r>
            <a:r>
              <a:rPr lang="en-US" altLang="zh-CN" dirty="0">
                <a:latin typeface="Times New Roman" panose="02020603050405020304" pitchFamily="18" charset="0"/>
                <a:ea typeface="黑体" panose="02010609060101010101" pitchFamily="49" charset="-122"/>
              </a:rPr>
              <a:t> </a:t>
            </a:r>
            <a:r>
              <a:rPr lang="zh-CN" altLang="en-US" dirty="0">
                <a:latin typeface="黑体" panose="02010609060101010101" pitchFamily="49" charset="-122"/>
                <a:ea typeface="黑体" panose="02010609060101010101" pitchFamily="49" charset="-122"/>
              </a:rPr>
              <a:t>如下矩阵</a:t>
            </a:r>
            <a:endParaRPr lang="zh-CN" altLang="en-US" dirty="0">
              <a:latin typeface="黑体" panose="02010609060101010101" pitchFamily="49" charset="-122"/>
              <a:ea typeface="黑体" panose="02010609060101010101" pitchFamily="49" charset="-122"/>
            </a:endParaRPr>
          </a:p>
        </p:txBody>
      </p:sp>
      <p:sp>
        <p:nvSpPr>
          <p:cNvPr id="9" name="Text Box 3"/>
          <p:cNvSpPr txBox="1"/>
          <p:nvPr/>
        </p:nvSpPr>
        <p:spPr>
          <a:xfrm>
            <a:off x="285750" y="2544763"/>
            <a:ext cx="9358313" cy="1168400"/>
          </a:xfrm>
          <a:prstGeom prst="rect">
            <a:avLst/>
          </a:prstGeom>
          <a:noFill/>
          <a:ln w="9525">
            <a:noFill/>
          </a:ln>
        </p:spPr>
        <p:txBody>
          <a:bodyPr anchor="t" anchorCtr="0">
            <a:spAutoFit/>
          </a:bodyPr>
          <a:p>
            <a:pPr>
              <a:spcBef>
                <a:spcPct val="50000"/>
              </a:spcBef>
              <a:buSzTx/>
            </a:pPr>
            <a:r>
              <a:rPr lang="zh-CN" altLang="en-US" dirty="0">
                <a:latin typeface="黑体" panose="02010609060101010101" pitchFamily="49" charset="-122"/>
                <a:ea typeface="黑体" panose="02010609060101010101" pitchFamily="49" charset="-122"/>
              </a:rPr>
              <a:t>特征值</a:t>
            </a:r>
            <a:r>
              <a:rPr lang="en-US" altLang="zh-CN" dirty="0">
                <a:latin typeface="Times New Roman" panose="02020603050405020304" pitchFamily="18" charset="0"/>
                <a:ea typeface="黑体" panose="02010609060101010101" pitchFamily="49" charset="-122"/>
              </a:rPr>
              <a:t>4</a:t>
            </a:r>
            <a:r>
              <a:rPr lang="zh-CN" altLang="en-US" dirty="0">
                <a:latin typeface="黑体" panose="02010609060101010101" pitchFamily="49" charset="-122"/>
                <a:ea typeface="黑体" panose="02010609060101010101" pitchFamily="49" charset="-122"/>
              </a:rPr>
              <a:t>和</a:t>
            </a:r>
            <a:r>
              <a:rPr lang="en-US" altLang="zh-CN" dirty="0">
                <a:latin typeface="Times New Roman" panose="02020603050405020304" pitchFamily="18" charset="0"/>
                <a:ea typeface="黑体" panose="02010609060101010101" pitchFamily="49" charset="-122"/>
              </a:rPr>
              <a:t>-1</a:t>
            </a:r>
            <a:r>
              <a:rPr lang="zh-CN" altLang="en-US" dirty="0">
                <a:latin typeface="黑体" panose="02010609060101010101" pitchFamily="49" charset="-122"/>
                <a:ea typeface="黑体" panose="02010609060101010101" pitchFamily="49" charset="-122"/>
              </a:rPr>
              <a:t>对应的特征向量分别</a:t>
            </a:r>
            <a:r>
              <a:rPr lang="en-US" altLang="zh-CN" dirty="0">
                <a:latin typeface="Times New Roman" panose="02020603050405020304" pitchFamily="18" charset="0"/>
                <a:ea typeface="黑体" panose="02010609060101010101" pitchFamily="49" charset="-122"/>
              </a:rPr>
              <a:t>[2;2]</a:t>
            </a:r>
            <a:r>
              <a:rPr lang="zh-CN" altLang="en-US" dirty="0">
                <a:latin typeface="黑体" panose="02010609060101010101" pitchFamily="49" charset="-122"/>
                <a:ea typeface="黑体" panose="02010609060101010101" pitchFamily="49" charset="-122"/>
              </a:rPr>
              <a:t>和</a:t>
            </a:r>
            <a:r>
              <a:rPr lang="en-US" altLang="zh-CN" dirty="0">
                <a:latin typeface="Times New Roman" panose="02020603050405020304" pitchFamily="18" charset="0"/>
                <a:ea typeface="黑体" panose="02010609060101010101" pitchFamily="49" charset="-122"/>
              </a:rPr>
              <a:t>[-3;2]</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a:spcBef>
                <a:spcPct val="50000"/>
              </a:spcBef>
              <a:buSzTx/>
            </a:pPr>
            <a:r>
              <a:rPr lang="zh-CN" altLang="en-US" dirty="0">
                <a:latin typeface="黑体" panose="02010609060101010101" pitchFamily="49" charset="-122"/>
                <a:ea typeface="黑体" panose="02010609060101010101" pitchFamily="49" charset="-122"/>
              </a:rPr>
              <a:t>数值方法求得特征向量近似值为</a:t>
            </a:r>
            <a:r>
              <a:rPr lang="en-US" altLang="zh-CN" dirty="0">
                <a:latin typeface="Times New Roman" panose="02020603050405020304" pitchFamily="18" charset="0"/>
                <a:ea typeface="黑体" panose="02010609060101010101" pitchFamily="49" charset="-122"/>
              </a:rPr>
              <a:t>[1.9;2.1]</a:t>
            </a:r>
            <a:endParaRPr lang="zh-CN" altLang="en-US" dirty="0">
              <a:latin typeface="黑体" panose="02010609060101010101" pitchFamily="49" charset="-122"/>
              <a:ea typeface="黑体" panose="02010609060101010101" pitchFamily="49" charset="-122"/>
            </a:endParaRPr>
          </a:p>
        </p:txBody>
      </p:sp>
      <p:graphicFrame>
        <p:nvGraphicFramePr>
          <p:cNvPr id="3" name="Object 10"/>
          <p:cNvGraphicFramePr>
            <a:graphicFrameLocks noChangeAspect="1"/>
          </p:cNvGraphicFramePr>
          <p:nvPr/>
        </p:nvGraphicFramePr>
        <p:xfrm>
          <a:off x="2643188" y="785813"/>
          <a:ext cx="2171700" cy="1366837"/>
        </p:xfrm>
        <a:graphic>
          <a:graphicData uri="http://schemas.openxmlformats.org/presentationml/2006/ole">
            <mc:AlternateContent xmlns:mc="http://schemas.openxmlformats.org/markup-compatibility/2006">
              <mc:Choice xmlns:v="urn:schemas-microsoft-com:vml" Requires="v">
                <p:oleObj spid="_x0000_s3084" name="" r:id="rId1" imgW="990600" imgH="596900" progId="Equation.DSMT4">
                  <p:embed/>
                </p:oleObj>
              </mc:Choice>
              <mc:Fallback>
                <p:oleObj name="" r:id="rId1" imgW="990600" imgH="596900" progId="Equation.DSMT4">
                  <p:embed/>
                  <p:pic>
                    <p:nvPicPr>
                      <p:cNvPr id="0" name="图片 3083"/>
                      <p:cNvPicPr/>
                      <p:nvPr/>
                    </p:nvPicPr>
                    <p:blipFill>
                      <a:blip r:embed="rId2"/>
                      <a:stretch>
                        <a:fillRect/>
                      </a:stretch>
                    </p:blipFill>
                    <p:spPr>
                      <a:xfrm>
                        <a:off x="2643188" y="785813"/>
                        <a:ext cx="2171700" cy="13668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0-#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ppt_x</p:attrName>
                                        </p:attrNameLst>
                                      </p:cBhvr>
                                      <p:tavLst>
                                        <p:tav tm="0">
                                          <p:val>
                                            <p:strVal val="0-#ppt_w/2"/>
                                          </p:val>
                                        </p:tav>
                                        <p:tav tm="100000">
                                          <p:val>
                                            <p:strVal val="#ppt_x"/>
                                          </p:val>
                                        </p:tav>
                                      </p:tavLst>
                                    </p:anim>
                                    <p:anim calcmode="lin" valueType="num">
                                      <p:cBhvr>
                                        <p:cTn id="19"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42875" y="285750"/>
            <a:ext cx="9001125" cy="584200"/>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       </a:t>
            </a:r>
            <a:r>
              <a:rPr lang="zh-CN" altLang="en-US" dirty="0">
                <a:latin typeface="黑体" panose="02010609060101010101" pitchFamily="49" charset="-122"/>
                <a:ea typeface="黑体" panose="02010609060101010101" pitchFamily="49" charset="-122"/>
              </a:rPr>
              <a:t>下一个很自然的问题是主特征值如何计算</a:t>
            </a:r>
            <a:endParaRPr lang="zh-CN" altLang="en-US" dirty="0">
              <a:latin typeface="黑体" panose="02010609060101010101" pitchFamily="49" charset="-122"/>
              <a:ea typeface="黑体" panose="02010609060101010101" pitchFamily="49" charset="-122"/>
            </a:endParaRPr>
          </a:p>
        </p:txBody>
      </p:sp>
      <p:sp>
        <p:nvSpPr>
          <p:cNvPr id="5" name="Text Box 3"/>
          <p:cNvSpPr txBox="1"/>
          <p:nvPr/>
        </p:nvSpPr>
        <p:spPr>
          <a:xfrm>
            <a:off x="642938" y="4000500"/>
            <a:ext cx="9001125" cy="2432050"/>
          </a:xfrm>
          <a:prstGeom prst="rect">
            <a:avLst/>
          </a:prstGeom>
          <a:noFill/>
          <a:ln w="9525">
            <a:noFill/>
          </a:ln>
        </p:spPr>
        <p:txBody>
          <a:bodyPr anchor="t" anchorCtr="0">
            <a:spAutoFit/>
          </a:bodyPr>
          <a:p>
            <a:pPr>
              <a:spcBef>
                <a:spcPct val="50000"/>
              </a:spcBef>
              <a:buFont typeface="Wingdings" panose="05000000000000000000" pitchFamily="2" charset="2"/>
            </a:pPr>
            <a:r>
              <a:rPr lang="zh-CN" altLang="en-US" dirty="0">
                <a:latin typeface="黑体" panose="02010609060101010101" pitchFamily="49" charset="-122"/>
                <a:ea typeface="黑体" panose="02010609060101010101" pitchFamily="49" charset="-122"/>
              </a:rPr>
              <a:t>  我们称</a:t>
            </a:r>
            <a:endParaRPr lang="en-US" altLang="zh-CN" dirty="0">
              <a:latin typeface="黑体" panose="02010609060101010101" pitchFamily="49" charset="-122"/>
              <a:ea typeface="黑体" panose="02010609060101010101" pitchFamily="49" charset="-122"/>
            </a:endParaRPr>
          </a:p>
          <a:p>
            <a:pPr>
              <a:spcBef>
                <a:spcPct val="50000"/>
              </a:spcBef>
              <a:buFont typeface="Wingdings" panose="05000000000000000000" pitchFamily="2" charset="2"/>
            </a:pPr>
            <a:endParaRPr lang="en-US" altLang="zh-CN" sz="2400" dirty="0">
              <a:latin typeface="Times New Roman" panose="02020603050405020304" pitchFamily="18" charset="0"/>
              <a:ea typeface="宋体" panose="02010600030101010101" pitchFamily="2" charset="-122"/>
            </a:endParaRPr>
          </a:p>
          <a:p>
            <a:pPr>
              <a:spcBef>
                <a:spcPct val="50000"/>
              </a:spcBef>
              <a:buFont typeface="Wingdings" panose="05000000000000000000" pitchFamily="2" charset="2"/>
            </a:pPr>
            <a:endParaRPr lang="en-US" altLang="zh-CN" sz="2400" dirty="0">
              <a:latin typeface="Times New Roman" panose="02020603050405020304" pitchFamily="18" charset="0"/>
              <a:ea typeface="宋体" panose="02010600030101010101" pitchFamily="2" charset="-122"/>
            </a:endParaRPr>
          </a:p>
          <a:p>
            <a:pPr>
              <a:spcBef>
                <a:spcPct val="50000"/>
              </a:spcBef>
              <a:buFont typeface="Wingdings" panose="05000000000000000000" pitchFamily="2" charset="2"/>
            </a:pPr>
            <a:r>
              <a:rPr lang="en-US" altLang="zh-CN" dirty="0">
                <a:latin typeface="Times New Roman" panose="02020603050405020304" pitchFamily="18" charset="0"/>
                <a:ea typeface="宋体" panose="02010600030101010101" pitchFamily="2" charset="-122"/>
              </a:rPr>
              <a:t>Rayleigh</a:t>
            </a:r>
            <a:r>
              <a:rPr lang="en-US" altLang="zh-CN" sz="2400" dirty="0">
                <a:latin typeface="Times New Roman" panose="02020603050405020304" pitchFamily="18" charset="0"/>
                <a:ea typeface="宋体" panose="02010600030101010101" pitchFamily="2" charset="-122"/>
              </a:rPr>
              <a:t> </a:t>
            </a:r>
            <a:r>
              <a:rPr lang="zh-CN" altLang="en-US" dirty="0">
                <a:latin typeface="黑体" panose="02010609060101010101" pitchFamily="49" charset="-122"/>
                <a:ea typeface="黑体" panose="02010609060101010101" pitchFamily="49" charset="-122"/>
              </a:rPr>
              <a:t>商。</a:t>
            </a:r>
            <a:endParaRPr lang="zh-CN" altLang="en-US" dirty="0">
              <a:latin typeface="黑体" panose="02010609060101010101" pitchFamily="49" charset="-122"/>
              <a:ea typeface="黑体" panose="02010609060101010101" pitchFamily="49" charset="-122"/>
            </a:endParaRPr>
          </a:p>
        </p:txBody>
      </p:sp>
      <p:graphicFrame>
        <p:nvGraphicFramePr>
          <p:cNvPr id="3" name="Object 10"/>
          <p:cNvGraphicFramePr>
            <a:graphicFrameLocks noChangeAspect="1"/>
          </p:cNvGraphicFramePr>
          <p:nvPr/>
        </p:nvGraphicFramePr>
        <p:xfrm>
          <a:off x="2928938" y="1000125"/>
          <a:ext cx="2865437" cy="785813"/>
        </p:xfrm>
        <a:graphic>
          <a:graphicData uri="http://schemas.openxmlformats.org/presentationml/2006/ole">
            <mc:AlternateContent xmlns:mc="http://schemas.openxmlformats.org/markup-compatibility/2006">
              <mc:Choice xmlns:v="urn:schemas-microsoft-com:vml" Requires="v">
                <p:oleObj spid="_x0000_s3099" name="" r:id="rId1" imgW="774065" imgH="203200" progId="Equation.DSMT4">
                  <p:embed/>
                </p:oleObj>
              </mc:Choice>
              <mc:Fallback>
                <p:oleObj name="" r:id="rId1" imgW="774065" imgH="203200" progId="Equation.DSMT4">
                  <p:embed/>
                  <p:pic>
                    <p:nvPicPr>
                      <p:cNvPr id="0" name="图片 3098"/>
                      <p:cNvPicPr/>
                      <p:nvPr/>
                    </p:nvPicPr>
                    <p:blipFill>
                      <a:blip r:embed="rId2"/>
                      <a:stretch>
                        <a:fillRect/>
                      </a:stretch>
                    </p:blipFill>
                    <p:spPr>
                      <a:xfrm>
                        <a:off x="2928938" y="1000125"/>
                        <a:ext cx="2865437" cy="785813"/>
                      </a:xfrm>
                      <a:prstGeom prst="rect">
                        <a:avLst/>
                      </a:prstGeom>
                      <a:noFill/>
                      <a:ln w="38100">
                        <a:noFill/>
                        <a:miter/>
                      </a:ln>
                    </p:spPr>
                  </p:pic>
                </p:oleObj>
              </mc:Fallback>
            </mc:AlternateContent>
          </a:graphicData>
        </a:graphic>
      </p:graphicFrame>
      <p:sp>
        <p:nvSpPr>
          <p:cNvPr id="7" name="Text Box 3"/>
          <p:cNvSpPr txBox="1"/>
          <p:nvPr/>
        </p:nvSpPr>
        <p:spPr>
          <a:xfrm>
            <a:off x="-428625" y="2058988"/>
            <a:ext cx="9001125" cy="584200"/>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应用最小二乘问题求解上述超定方程</a:t>
            </a:r>
            <a:r>
              <a:rPr lang="en-US" altLang="zh-CN" dirty="0">
                <a:latin typeface="黑体" panose="02010609060101010101" pitchFamily="49" charset="-122"/>
                <a:ea typeface="黑体" panose="02010609060101010101" pitchFamily="49" charset="-122"/>
              </a:rPr>
              <a:t>:  </a:t>
            </a:r>
            <a:endParaRPr lang="zh-CN" altLang="en-US" dirty="0">
              <a:latin typeface="黑体" panose="02010609060101010101" pitchFamily="49" charset="-122"/>
              <a:ea typeface="黑体" panose="02010609060101010101" pitchFamily="49" charset="-122"/>
            </a:endParaRPr>
          </a:p>
        </p:txBody>
      </p:sp>
      <p:graphicFrame>
        <p:nvGraphicFramePr>
          <p:cNvPr id="2" name="Object 10"/>
          <p:cNvGraphicFramePr>
            <a:graphicFrameLocks noChangeAspect="1"/>
          </p:cNvGraphicFramePr>
          <p:nvPr/>
        </p:nvGraphicFramePr>
        <p:xfrm>
          <a:off x="2500313" y="2857500"/>
          <a:ext cx="4286250" cy="942975"/>
        </p:xfrm>
        <a:graphic>
          <a:graphicData uri="http://schemas.openxmlformats.org/presentationml/2006/ole">
            <mc:AlternateContent xmlns:mc="http://schemas.openxmlformats.org/markup-compatibility/2006">
              <mc:Choice xmlns:v="urn:schemas-microsoft-com:vml" Requires="v">
                <p:oleObj spid="_x0000_s3100" name="" r:id="rId3" imgW="1205865" imgH="254000" progId="Equation.DSMT4">
                  <p:embed/>
                </p:oleObj>
              </mc:Choice>
              <mc:Fallback>
                <p:oleObj name="" r:id="rId3" imgW="1205865" imgH="254000" progId="Equation.DSMT4">
                  <p:embed/>
                  <p:pic>
                    <p:nvPicPr>
                      <p:cNvPr id="0" name="图片 3099"/>
                      <p:cNvPicPr/>
                      <p:nvPr/>
                    </p:nvPicPr>
                    <p:blipFill>
                      <a:blip r:embed="rId4"/>
                      <a:stretch>
                        <a:fillRect/>
                      </a:stretch>
                    </p:blipFill>
                    <p:spPr>
                      <a:xfrm>
                        <a:off x="2500313" y="2857500"/>
                        <a:ext cx="4286250" cy="942975"/>
                      </a:xfrm>
                      <a:prstGeom prst="rect">
                        <a:avLst/>
                      </a:prstGeom>
                      <a:noFill/>
                      <a:ln w="38100">
                        <a:noFill/>
                        <a:miter/>
                      </a:ln>
                    </p:spPr>
                  </p:pic>
                </p:oleObj>
              </mc:Fallback>
            </mc:AlternateContent>
          </a:graphicData>
        </a:graphic>
      </p:graphicFrame>
      <p:graphicFrame>
        <p:nvGraphicFramePr>
          <p:cNvPr id="8" name="Object 10"/>
          <p:cNvGraphicFramePr>
            <a:graphicFrameLocks noChangeAspect="1"/>
          </p:cNvGraphicFramePr>
          <p:nvPr/>
        </p:nvGraphicFramePr>
        <p:xfrm>
          <a:off x="3214688" y="4500563"/>
          <a:ext cx="2630487" cy="1325562"/>
        </p:xfrm>
        <a:graphic>
          <a:graphicData uri="http://schemas.openxmlformats.org/presentationml/2006/ole">
            <mc:AlternateContent xmlns:mc="http://schemas.openxmlformats.org/markup-compatibility/2006">
              <mc:Choice xmlns:v="urn:schemas-microsoft-com:vml" Requires="v">
                <p:oleObj spid="_x0000_s3101" name="" r:id="rId5" imgW="711200" imgH="342900" progId="Equation.DSMT4">
                  <p:embed/>
                </p:oleObj>
              </mc:Choice>
              <mc:Fallback>
                <p:oleObj name="" r:id="rId5" imgW="711200" imgH="342900" progId="Equation.DSMT4">
                  <p:embed/>
                  <p:pic>
                    <p:nvPicPr>
                      <p:cNvPr id="0" name="图片 3100"/>
                      <p:cNvPicPr/>
                      <p:nvPr/>
                    </p:nvPicPr>
                    <p:blipFill>
                      <a:blip r:embed="rId6"/>
                      <a:stretch>
                        <a:fillRect/>
                      </a:stretch>
                    </p:blipFill>
                    <p:spPr>
                      <a:xfrm>
                        <a:off x="3214688" y="4500563"/>
                        <a:ext cx="2630487" cy="13255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0-#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ppt_x</p:attrName>
                                        </p:attrNameLst>
                                      </p:cBhvr>
                                      <p:tavLst>
                                        <p:tav tm="0">
                                          <p:val>
                                            <p:strVal val="0-#ppt_w/2"/>
                                          </p:val>
                                        </p:tav>
                                        <p:tav tm="100000">
                                          <p:val>
                                            <p:strVal val="#ppt_x"/>
                                          </p:val>
                                        </p:tav>
                                      </p:tavLst>
                                    </p:anim>
                                    <p:anim calcmode="lin" valueType="num">
                                      <p:cBhvr>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ppt_x</p:attrName>
                                        </p:attrNameLst>
                                      </p:cBhvr>
                                      <p:tavLst>
                                        <p:tav tm="0">
                                          <p:val>
                                            <p:strVal val="0-#ppt_w/2"/>
                                          </p:val>
                                        </p:tav>
                                        <p:tav tm="100000">
                                          <p:val>
                                            <p:strVal val="#ppt_x"/>
                                          </p:val>
                                        </p:tav>
                                      </p:tavLst>
                                    </p:anim>
                                    <p:anim calcmode="lin" valueType="num">
                                      <p:cBhvr>
                                        <p:cTn id="30" dur="500" fill="hold"/>
                                        <p:tgtEl>
                                          <p:spTgt spid="5"/>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ppt_x</p:attrName>
                                        </p:attrNameLst>
                                      </p:cBhvr>
                                      <p:tavLst>
                                        <p:tav tm="0">
                                          <p:val>
                                            <p:strVal val="0-#ppt_w/2"/>
                                          </p:val>
                                        </p:tav>
                                        <p:tav tm="100000">
                                          <p:val>
                                            <p:strVal val="#ppt_x"/>
                                          </p:val>
                                        </p:tav>
                                      </p:tavLst>
                                    </p:anim>
                                    <p:anim calcmode="lin" valueType="num">
                                      <p:cBhvr>
                                        <p:cTn id="3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2"/>
          <p:cNvSpPr txBox="1"/>
          <p:nvPr/>
        </p:nvSpPr>
        <p:spPr>
          <a:xfrm>
            <a:off x="142875" y="857250"/>
            <a:ext cx="9001125" cy="1898650"/>
          </a:xfrm>
          <a:prstGeom prst="rect">
            <a:avLst/>
          </a:prstGeom>
          <a:noFill/>
          <a:ln w="9525">
            <a:noFill/>
          </a:ln>
        </p:spPr>
        <p:txBody>
          <a:bodyPr anchor="t" anchorCtr="0">
            <a:spAutoFit/>
          </a:bodyPr>
          <a:p>
            <a:pPr>
              <a:spcBef>
                <a:spcPct val="50000"/>
              </a:spcBef>
            </a:pPr>
            <a:r>
              <a:rPr lang="en-US" altLang="zh-CN" sz="3200"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若插值结点</a:t>
            </a:r>
            <a:r>
              <a:rPr lang="zh-CN" altLang="en-US" b="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x</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x</a:t>
            </a:r>
            <a:r>
              <a:rPr lang="en-US" altLang="zh-CN" b="1" baseline="-25000" dirty="0">
                <a:latin typeface="Times New Roman" panose="02020603050405020304" pitchFamily="18" charset="0"/>
                <a:ea typeface="宋体" panose="02010600030101010101" pitchFamily="2" charset="-122"/>
              </a:rPr>
              <a:t>1</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i="1" baseline="-25000" dirty="0">
                <a:latin typeface="Times New Roman" panose="02020603050405020304" pitchFamily="18" charset="0"/>
                <a:ea typeface="宋体" panose="02010600030101010101" pitchFamily="2" charset="-122"/>
              </a:rPr>
              <a:t>n</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黑体" panose="02010609060101010101" pitchFamily="49" charset="-122"/>
              </a:rPr>
              <a:t>是</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n</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黑体" panose="02010609060101010101" pitchFamily="49" charset="-122"/>
              </a:rPr>
              <a:t>个互异点</a:t>
            </a:r>
            <a:r>
              <a:rPr lang="en-US" altLang="zh-CN" b="1" dirty="0">
                <a:latin typeface="Times New Roman" panose="02020603050405020304" pitchFamily="18" charset="0"/>
                <a:ea typeface="黑体" panose="02010609060101010101" pitchFamily="49" charset="-122"/>
              </a:rPr>
              <a:t>,</a:t>
            </a:r>
            <a:r>
              <a:rPr lang="zh-CN" altLang="en-US" b="1" dirty="0">
                <a:latin typeface="Times New Roman" panose="02020603050405020304" pitchFamily="18" charset="0"/>
                <a:ea typeface="黑体" panose="02010609060101010101" pitchFamily="49" charset="-122"/>
              </a:rPr>
              <a:t>则满足插值条件</a:t>
            </a:r>
            <a:r>
              <a:rPr lang="en-US" altLang="zh-CN" b="1" i="1" dirty="0">
                <a:latin typeface="Times New Roman" panose="02020603050405020304" pitchFamily="18" charset="0"/>
                <a:ea typeface="宋体" panose="02010600030101010101" pitchFamily="2" charset="-122"/>
              </a:rPr>
              <a:t>P</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i="1" baseline="-25000" dirty="0">
                <a:latin typeface="Times New Roman" panose="02020603050405020304" pitchFamily="18" charset="0"/>
                <a:ea typeface="宋体" panose="02010600030101010101" pitchFamily="2" charset="-122"/>
              </a:rPr>
              <a:t>k</a:t>
            </a:r>
            <a:r>
              <a:rPr lang="en-US" altLang="zh-CN" b="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y</a:t>
            </a:r>
            <a:r>
              <a:rPr lang="en-US" altLang="zh-CN" b="1" i="1" baseline="-25000" dirty="0">
                <a:latin typeface="Times New Roman" panose="02020603050405020304" pitchFamily="18" charset="0"/>
                <a:ea typeface="宋体" panose="02010600030101010101" pitchFamily="2" charset="-122"/>
              </a:rPr>
              <a:t>k</a:t>
            </a:r>
            <a:r>
              <a:rPr lang="en-US" altLang="zh-CN" b="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k</a:t>
            </a:r>
            <a:r>
              <a:rPr lang="en-US" altLang="zh-CN" b="1" dirty="0">
                <a:latin typeface="Times New Roman" panose="02020603050405020304" pitchFamily="18" charset="0"/>
                <a:ea typeface="宋体" panose="02010600030101010101" pitchFamily="2" charset="-122"/>
              </a:rPr>
              <a:t> = 0,1,···,</a:t>
            </a:r>
            <a:r>
              <a:rPr lang="en-US" altLang="zh-CN" b="1" i="1" dirty="0">
                <a:latin typeface="Times New Roman" panose="02020603050405020304" pitchFamily="18" charset="0"/>
                <a:ea typeface="宋体" panose="02010600030101010101" pitchFamily="2" charset="-122"/>
              </a:rPr>
              <a:t>n</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黑体" panose="02010609060101010101" pitchFamily="49" charset="-122"/>
              </a:rPr>
              <a:t>的</a:t>
            </a:r>
            <a:r>
              <a:rPr lang="zh-CN" altLang="en-US" b="1" dirty="0">
                <a:solidFill>
                  <a:srgbClr val="7030A0"/>
                </a:solidFill>
                <a:latin typeface="Times New Roman" panose="02020603050405020304" pitchFamily="18" charset="0"/>
                <a:ea typeface="黑体" panose="02010609060101010101" pitchFamily="49" charset="-122"/>
              </a:rPr>
              <a:t>小于等于</a:t>
            </a:r>
            <a:r>
              <a:rPr lang="en-US" altLang="zh-CN" b="1" i="1" dirty="0">
                <a:solidFill>
                  <a:srgbClr val="7030A0"/>
                </a:solidFill>
                <a:latin typeface="Times New Roman" panose="02020603050405020304" pitchFamily="18" charset="0"/>
                <a:ea typeface="宋体" panose="02010600030101010101" pitchFamily="2" charset="-122"/>
              </a:rPr>
              <a:t>n</a:t>
            </a:r>
            <a:r>
              <a:rPr lang="zh-CN" altLang="en-US" b="1" dirty="0">
                <a:solidFill>
                  <a:srgbClr val="7030A0"/>
                </a:solidFill>
                <a:latin typeface="Times New Roman" panose="02020603050405020304" pitchFamily="18" charset="0"/>
                <a:ea typeface="黑体" panose="02010609060101010101" pitchFamily="49" charset="-122"/>
              </a:rPr>
              <a:t>次</a:t>
            </a:r>
            <a:r>
              <a:rPr lang="zh-CN" altLang="en-US" b="1" dirty="0">
                <a:latin typeface="Times New Roman" panose="02020603050405020304" pitchFamily="18" charset="0"/>
                <a:ea typeface="黑体" panose="02010609060101010101" pitchFamily="49" charset="-122"/>
              </a:rPr>
              <a:t>插值多项式</a:t>
            </a:r>
            <a:endParaRPr lang="zh-CN" altLang="en-US" b="1" dirty="0">
              <a:latin typeface="Times New Roman" panose="02020603050405020304" pitchFamily="18" charset="0"/>
              <a:ea typeface="黑体" panose="02010609060101010101" pitchFamily="49" charset="-122"/>
            </a:endParaRPr>
          </a:p>
          <a:p>
            <a:pPr>
              <a:spcBef>
                <a:spcPct val="5000"/>
              </a:spcBef>
            </a:pPr>
            <a:r>
              <a:rPr lang="zh-CN" altLang="en-US" b="1" dirty="0">
                <a:latin typeface="Times New Roman" panose="02020603050405020304" pitchFamily="18" charset="0"/>
                <a:ea typeface="宋体" panose="02010600030101010101" pitchFamily="2" charset="-122"/>
              </a:rPr>
              <a:t>               </a:t>
            </a:r>
            <a:r>
              <a:rPr lang="zh-CN" altLang="en-US" b="1" i="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P</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a</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 + </a:t>
            </a:r>
            <a:r>
              <a:rPr lang="en-US" altLang="zh-CN" b="1" i="1" dirty="0">
                <a:latin typeface="Times New Roman" panose="02020603050405020304" pitchFamily="18" charset="0"/>
                <a:ea typeface="宋体" panose="02010600030101010101" pitchFamily="2" charset="-122"/>
              </a:rPr>
              <a:t>a</a:t>
            </a:r>
            <a:r>
              <a:rPr lang="en-US" altLang="zh-CN" b="1" baseline="-25000" dirty="0">
                <a:latin typeface="Times New Roman" panose="02020603050405020304" pitchFamily="18" charset="0"/>
                <a:ea typeface="宋体" panose="02010600030101010101" pitchFamily="2" charset="-122"/>
              </a:rPr>
              <a:t>1</a:t>
            </a:r>
            <a:r>
              <a:rPr lang="en-US" altLang="zh-CN" b="1" i="1" dirty="0">
                <a:latin typeface="Times New Roman" panose="02020603050405020304" pitchFamily="18" charset="0"/>
                <a:ea typeface="宋体" panose="02010600030101010101" pitchFamily="2" charset="-122"/>
              </a:rPr>
              <a:t>x</a:t>
            </a:r>
            <a:r>
              <a:rPr lang="en-US" altLang="zh-CN" b="1" dirty="0">
                <a:latin typeface="Times New Roman" panose="02020603050405020304" pitchFamily="18" charset="0"/>
                <a:ea typeface="宋体" panose="02010600030101010101" pitchFamily="2" charset="-122"/>
              </a:rPr>
              <a:t> +……+ </a:t>
            </a:r>
            <a:r>
              <a:rPr lang="en-US" altLang="zh-CN" b="1" i="1" dirty="0">
                <a:latin typeface="Times New Roman" panose="02020603050405020304" pitchFamily="18" charset="0"/>
                <a:ea typeface="宋体" panose="02010600030101010101" pitchFamily="2" charset="-122"/>
              </a:rPr>
              <a:t>a</a:t>
            </a:r>
            <a:r>
              <a:rPr lang="en-US" altLang="zh-CN" b="1" i="1" baseline="-25000" dirty="0">
                <a:latin typeface="Times New Roman" panose="02020603050405020304" pitchFamily="18" charset="0"/>
                <a:ea typeface="宋体" panose="02010600030101010101" pitchFamily="2" charset="-122"/>
              </a:rPr>
              <a:t>n</a:t>
            </a:r>
            <a:r>
              <a:rPr lang="en-US" altLang="zh-CN" b="1" i="1" dirty="0">
                <a:latin typeface="Times New Roman" panose="02020603050405020304" pitchFamily="18" charset="0"/>
                <a:ea typeface="宋体" panose="02010600030101010101" pitchFamily="2" charset="-122"/>
              </a:rPr>
              <a:t>x</a:t>
            </a:r>
            <a:r>
              <a:rPr lang="en-US" altLang="zh-CN" b="1" i="1" baseline="30000" dirty="0">
                <a:latin typeface="Times New Roman" panose="02020603050405020304" pitchFamily="18" charset="0"/>
                <a:ea typeface="宋体" panose="02010600030101010101" pitchFamily="2" charset="-122"/>
              </a:rPr>
              <a:t>n</a:t>
            </a:r>
            <a:endParaRPr lang="en-US" altLang="zh-CN" b="1" i="1" baseline="30000" dirty="0">
              <a:latin typeface="Times New Roman" panose="02020603050405020304" pitchFamily="18" charset="0"/>
              <a:ea typeface="宋体" panose="02010600030101010101" pitchFamily="2" charset="-122"/>
            </a:endParaRPr>
          </a:p>
          <a:p>
            <a:r>
              <a:rPr lang="zh-CN" altLang="en-US" b="1" dirty="0">
                <a:latin typeface="Times New Roman" panose="02020603050405020304" pitchFamily="18" charset="0"/>
                <a:ea typeface="黑体" panose="02010609060101010101" pitchFamily="49" charset="-122"/>
              </a:rPr>
              <a:t>存在而且惟一</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p:txBody>
      </p:sp>
      <p:sp>
        <p:nvSpPr>
          <p:cNvPr id="89090" name="Text Box 5"/>
          <p:cNvSpPr txBox="1"/>
          <p:nvPr/>
        </p:nvSpPr>
        <p:spPr>
          <a:xfrm>
            <a:off x="304800" y="304800"/>
            <a:ext cx="8305800" cy="579438"/>
          </a:xfrm>
          <a:prstGeom prst="rect">
            <a:avLst/>
          </a:prstGeom>
          <a:noFill/>
          <a:ln w="9525">
            <a:noFill/>
          </a:ln>
        </p:spPr>
        <p:txBody>
          <a:bodyPr anchor="t" anchorCtr="0">
            <a:spAutoFit/>
          </a:bodyPr>
          <a:p>
            <a:pPr>
              <a:spcBef>
                <a:spcPct val="50000"/>
              </a:spcBef>
            </a:pPr>
            <a:r>
              <a:rPr lang="zh-CN" altLang="en-US" sz="3200" b="1" dirty="0">
                <a:solidFill>
                  <a:schemeClr val="accent2"/>
                </a:solidFill>
                <a:latin typeface="Times New Roman" panose="02020603050405020304" pitchFamily="18" charset="0"/>
                <a:ea typeface="黑体" panose="02010609060101010101" pitchFamily="49" charset="-122"/>
              </a:rPr>
              <a:t>多项式插值的存在唯一性定理</a:t>
            </a:r>
            <a:endParaRPr lang="zh-CN" altLang="en-US" sz="3200" b="1" dirty="0">
              <a:solidFill>
                <a:schemeClr val="accent2"/>
              </a:solidFill>
              <a:latin typeface="Times New Roman" panose="02020603050405020304" pitchFamily="18" charset="0"/>
              <a:ea typeface="黑体" panose="02010609060101010101" pitchFamily="49" charset="-122"/>
            </a:endParaRPr>
          </a:p>
        </p:txBody>
      </p:sp>
      <p:sp>
        <p:nvSpPr>
          <p:cNvPr id="10" name="Text Box 2"/>
          <p:cNvSpPr txBox="1"/>
          <p:nvPr/>
        </p:nvSpPr>
        <p:spPr>
          <a:xfrm>
            <a:off x="357188" y="3429000"/>
            <a:ext cx="8429625" cy="2462213"/>
          </a:xfrm>
          <a:prstGeom prst="rect">
            <a:avLst/>
          </a:prstGeom>
          <a:noFill/>
          <a:ln w="9525">
            <a:noFill/>
          </a:ln>
        </p:spPr>
        <p:txBody>
          <a:bodyPr anchor="t" anchorCtr="0">
            <a:spAutoFit/>
          </a:bodyPr>
          <a:p>
            <a:pPr>
              <a:spcBef>
                <a:spcPct val="50000"/>
              </a:spcBef>
            </a:pPr>
            <a:r>
              <a:rPr lang="zh-CN" altLang="en-US" b="1" dirty="0">
                <a:solidFill>
                  <a:srgbClr val="7030A0"/>
                </a:solidFill>
                <a:latin typeface="黑体" panose="02010609060101010101" pitchFamily="49" charset="-122"/>
                <a:ea typeface="黑体" panose="02010609060101010101" pitchFamily="49" charset="-122"/>
              </a:rPr>
              <a:t>   插值问题的存在唯一保证了插值多项式的唯一性的</a:t>
            </a:r>
            <a:r>
              <a:rPr lang="en-US" altLang="zh-CN" b="1" dirty="0">
                <a:solidFill>
                  <a:srgbClr val="7030A0"/>
                </a:solidFill>
                <a:latin typeface="Times New Roman" panose="02020603050405020304" pitchFamily="18" charset="0"/>
                <a:ea typeface="宋体" panose="02010600030101010101" pitchFamily="2" charset="-122"/>
              </a:rPr>
              <a:t>,</a:t>
            </a:r>
            <a:r>
              <a:rPr lang="zh-CN" altLang="en-US" b="1" dirty="0">
                <a:solidFill>
                  <a:srgbClr val="7030A0"/>
                </a:solidFill>
                <a:latin typeface="黑体" panose="02010609060101010101" pitchFamily="49" charset="-122"/>
                <a:ea typeface="黑体" panose="02010609060101010101" pitchFamily="49" charset="-122"/>
              </a:rPr>
              <a:t>但是插值多项式的形式是五花八门的。进一步的</a:t>
            </a:r>
            <a:r>
              <a:rPr lang="en-US" altLang="zh-CN" b="1" dirty="0">
                <a:solidFill>
                  <a:srgbClr val="7030A0"/>
                </a:solidFill>
                <a:latin typeface="Times New Roman" panose="02020603050405020304" pitchFamily="18" charset="0"/>
                <a:ea typeface="宋体" panose="02010600030101010101" pitchFamily="2" charset="-122"/>
              </a:rPr>
              <a:t>,</a:t>
            </a:r>
            <a:r>
              <a:rPr lang="zh-CN" altLang="en-US" b="1" dirty="0">
                <a:solidFill>
                  <a:srgbClr val="7030A0"/>
                </a:solidFill>
                <a:latin typeface="黑体" panose="02010609060101010101" pitchFamily="49" charset="-122"/>
                <a:ea typeface="黑体" panose="02010609060101010101" pitchFamily="49" charset="-122"/>
              </a:rPr>
              <a:t>对同一个具体问题</a:t>
            </a:r>
            <a:r>
              <a:rPr lang="en-US" altLang="zh-CN" b="1" dirty="0">
                <a:solidFill>
                  <a:srgbClr val="7030A0"/>
                </a:solidFill>
                <a:latin typeface="Times New Roman" panose="02020603050405020304" pitchFamily="18" charset="0"/>
                <a:ea typeface="宋体" panose="02010600030101010101" pitchFamily="2" charset="-122"/>
              </a:rPr>
              <a:t>,</a:t>
            </a:r>
            <a:r>
              <a:rPr lang="zh-CN" altLang="en-US" b="1" dirty="0">
                <a:solidFill>
                  <a:srgbClr val="7030A0"/>
                </a:solidFill>
                <a:latin typeface="黑体" panose="02010609060101010101" pitchFamily="49" charset="-122"/>
                <a:ea typeface="黑体" panose="02010609060101010101" pitchFamily="49" charset="-122"/>
              </a:rPr>
              <a:t>解法往往也不唯一</a:t>
            </a:r>
            <a:r>
              <a:rPr lang="en-US" altLang="zh-CN" b="1" dirty="0">
                <a:solidFill>
                  <a:srgbClr val="7030A0"/>
                </a:solidFill>
                <a:latin typeface="Times New Roman" panose="02020603050405020304" pitchFamily="18" charset="0"/>
                <a:ea typeface="宋体" panose="02010600030101010101" pitchFamily="2" charset="-122"/>
              </a:rPr>
              <a:t>, </a:t>
            </a:r>
            <a:r>
              <a:rPr lang="zh-CN" altLang="en-US" b="1" dirty="0">
                <a:solidFill>
                  <a:srgbClr val="7030A0"/>
                </a:solidFill>
                <a:latin typeface="黑体" panose="02010609060101010101" pitchFamily="49" charset="-122"/>
                <a:ea typeface="黑体" panose="02010609060101010101" pitchFamily="49" charset="-122"/>
              </a:rPr>
              <a:t>难易也不同。请比较不同插值法的特点。</a:t>
            </a:r>
            <a:endParaRPr lang="zh-CN" altLang="en-US" b="1" dirty="0">
              <a:solidFill>
                <a:srgbClr val="7030A0"/>
              </a:solidFill>
              <a:latin typeface="黑体" panose="02010609060101010101" pitchFamily="49" charset="-122"/>
              <a:ea typeface="黑体" panose="02010609060101010101" pitchFamily="49" charset="-122"/>
            </a:endParaRPr>
          </a:p>
          <a:p>
            <a:pPr>
              <a:spcBef>
                <a:spcPct val="50000"/>
              </a:spcBef>
            </a:pPr>
            <a:endParaRPr lang="zh-CN" altLang="en-US" b="1" dirty="0">
              <a:solidFill>
                <a:srgbClr val="7030A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4">
                                            <p:txEl>
                                              <p:charRg st="0" end="76"/>
                                            </p:txEl>
                                          </p:spTgt>
                                        </p:tgtEl>
                                        <p:attrNameLst>
                                          <p:attrName>style.visibility</p:attrName>
                                        </p:attrNameLst>
                                      </p:cBhvr>
                                      <p:to>
                                        <p:strVal val="visible"/>
                                      </p:to>
                                    </p:set>
                                    <p:animEffect transition="in" filter="wipe(left)">
                                      <p:cBhvr>
                                        <p:cTn id="7" dur="500"/>
                                        <p:tgtEl>
                                          <p:spTgt spid="3074">
                                            <p:txEl>
                                              <p:charRg st="0" end="7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4">
                                            <p:txEl>
                                              <p:charRg st="76" end="122"/>
                                            </p:txEl>
                                          </p:spTgt>
                                        </p:tgtEl>
                                        <p:attrNameLst>
                                          <p:attrName>style.visibility</p:attrName>
                                        </p:attrNameLst>
                                      </p:cBhvr>
                                      <p:to>
                                        <p:strVal val="visible"/>
                                      </p:to>
                                    </p:set>
                                    <p:animEffect transition="in" filter="wipe(left)">
                                      <p:cBhvr>
                                        <p:cTn id="12" dur="500"/>
                                        <p:tgtEl>
                                          <p:spTgt spid="3074">
                                            <p:txEl>
                                              <p:charRg st="76" end="1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4">
                                            <p:txEl>
                                              <p:charRg st="122" end="130"/>
                                            </p:txEl>
                                          </p:spTgt>
                                        </p:tgtEl>
                                        <p:attrNameLst>
                                          <p:attrName>style.visibility</p:attrName>
                                        </p:attrNameLst>
                                      </p:cBhvr>
                                      <p:to>
                                        <p:strVal val="visible"/>
                                      </p:to>
                                    </p:set>
                                    <p:animEffect transition="in" filter="wipe(left)">
                                      <p:cBhvr>
                                        <p:cTn id="17" dur="500"/>
                                        <p:tgtEl>
                                          <p:spTgt spid="3074">
                                            <p:txEl>
                                              <p:charRg st="122" end="13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build="p"/>
      <p:bldP spid="10"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 Box 2"/>
          <p:cNvSpPr txBox="1"/>
          <p:nvPr/>
        </p:nvSpPr>
        <p:spPr>
          <a:xfrm>
            <a:off x="285750" y="285750"/>
            <a:ext cx="2743200" cy="519113"/>
          </a:xfrm>
          <a:prstGeom prst="rect">
            <a:avLst/>
          </a:prstGeom>
          <a:noFill/>
          <a:ln w="9525">
            <a:noFill/>
          </a:ln>
        </p:spPr>
        <p:txBody>
          <a:bodyPr anchor="t" anchorCtr="0">
            <a:spAutoFit/>
          </a:bodyPr>
          <a:p>
            <a:pPr algn="just">
              <a:spcBef>
                <a:spcPct val="50000"/>
              </a:spcBef>
            </a:pPr>
            <a:r>
              <a:rPr lang="zh-CN" altLang="en-US" b="1" dirty="0">
                <a:solidFill>
                  <a:schemeClr val="accent2"/>
                </a:solidFill>
                <a:latin typeface="Times New Roman" panose="02020603050405020304" pitchFamily="18" charset="0"/>
                <a:ea typeface="黑体" panose="02010609060101010101" pitchFamily="49" charset="-122"/>
              </a:rPr>
              <a:t>插值误差余项</a:t>
            </a:r>
            <a:endParaRPr lang="zh-CN" altLang="en-US" b="1" dirty="0">
              <a:solidFill>
                <a:schemeClr val="accent2"/>
              </a:solidFill>
              <a:latin typeface="Times New Roman" panose="02020603050405020304" pitchFamily="18" charset="0"/>
              <a:ea typeface="黑体" panose="02010609060101010101" pitchFamily="49" charset="-122"/>
            </a:endParaRPr>
          </a:p>
        </p:txBody>
      </p:sp>
      <p:graphicFrame>
        <p:nvGraphicFramePr>
          <p:cNvPr id="16" name="Object 0"/>
          <p:cNvGraphicFramePr>
            <a:graphicFrameLocks noChangeAspect="1"/>
          </p:cNvGraphicFramePr>
          <p:nvPr/>
        </p:nvGraphicFramePr>
        <p:xfrm>
          <a:off x="288925" y="3571875"/>
          <a:ext cx="8855075" cy="989013"/>
        </p:xfrm>
        <a:graphic>
          <a:graphicData uri="http://schemas.openxmlformats.org/presentationml/2006/ole">
            <mc:AlternateContent xmlns:mc="http://schemas.openxmlformats.org/markup-compatibility/2006">
              <mc:Choice xmlns:v="urn:schemas-microsoft-com:vml" Requires="v">
                <p:oleObj spid="_x0000_s3149" name="" r:id="rId1" imgW="4013200" imgH="444500" progId="Equation.DSMT4">
                  <p:embed/>
                </p:oleObj>
              </mc:Choice>
              <mc:Fallback>
                <p:oleObj name="" r:id="rId1" imgW="4013200" imgH="444500" progId="Equation.DSMT4">
                  <p:embed/>
                  <p:pic>
                    <p:nvPicPr>
                      <p:cNvPr id="0" name="图片 3148"/>
                      <p:cNvPicPr/>
                      <p:nvPr/>
                    </p:nvPicPr>
                    <p:blipFill>
                      <a:blip r:embed="rId2"/>
                      <a:stretch>
                        <a:fillRect/>
                      </a:stretch>
                    </p:blipFill>
                    <p:spPr>
                      <a:xfrm>
                        <a:off x="288925" y="3571875"/>
                        <a:ext cx="8855075" cy="989013"/>
                      </a:xfrm>
                      <a:prstGeom prst="rect">
                        <a:avLst/>
                      </a:prstGeom>
                      <a:noFill/>
                      <a:ln w="38100">
                        <a:noFill/>
                        <a:miter/>
                      </a:ln>
                    </p:spPr>
                  </p:pic>
                </p:oleObj>
              </mc:Fallback>
            </mc:AlternateContent>
          </a:graphicData>
        </a:graphic>
      </p:graphicFrame>
      <p:sp>
        <p:nvSpPr>
          <p:cNvPr id="8" name="Text Box 2"/>
          <p:cNvSpPr txBox="1"/>
          <p:nvPr/>
        </p:nvSpPr>
        <p:spPr>
          <a:xfrm>
            <a:off x="214313" y="2071688"/>
            <a:ext cx="8458200" cy="1077912"/>
          </a:xfrm>
          <a:prstGeom prst="rect">
            <a:avLst/>
          </a:prstGeom>
          <a:noFill/>
          <a:ln w="9525">
            <a:noFill/>
          </a:ln>
        </p:spPr>
        <p:txBody>
          <a:bodyPr anchor="t" anchorCtr="0">
            <a:spAutoFit/>
          </a:bodyPr>
          <a:p>
            <a:pPr algn="just">
              <a:spcBef>
                <a:spcPct val="50000"/>
              </a:spcBef>
            </a:pPr>
            <a:r>
              <a:rPr lang="en-US" altLang="zh-CN" sz="3200" b="1" i="1" dirty="0">
                <a:latin typeface="Times New Roman" panose="02020603050405020304" pitchFamily="18" charset="0"/>
                <a:ea typeface="宋体" panose="02010600030101010101" pitchFamily="2" charset="-122"/>
              </a:rPr>
              <a:t>L</a:t>
            </a:r>
            <a:r>
              <a:rPr lang="en-US" altLang="zh-CN" sz="3200" b="1" i="1" baseline="-30000"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是满足</a:t>
            </a:r>
            <a:r>
              <a:rPr lang="en-US" altLang="zh-CN" sz="3200" b="1" i="1" dirty="0">
                <a:latin typeface="Times New Roman" panose="02020603050405020304" pitchFamily="18" charset="0"/>
                <a:ea typeface="宋体" panose="02010600030101010101" pitchFamily="2" charset="-122"/>
              </a:rPr>
              <a:t>L</a:t>
            </a:r>
            <a:r>
              <a:rPr lang="en-US" altLang="zh-CN" sz="3200" b="1" i="1" baseline="-25000"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i="1" baseline="-25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i="1" baseline="-25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的</a:t>
            </a:r>
            <a:r>
              <a:rPr lang="en-US" altLang="zh-CN" sz="3200" b="1" i="1" dirty="0">
                <a:latin typeface="Times New Roman" panose="02020603050405020304" pitchFamily="18" charset="0"/>
                <a:ea typeface="宋体" panose="02010600030101010101" pitchFamily="2" charset="-122"/>
              </a:rPr>
              <a:t>n</a:t>
            </a:r>
            <a:r>
              <a:rPr lang="zh-CN" altLang="en-US" sz="3200" b="1" dirty="0">
                <a:latin typeface="Times New Roman" panose="02020603050405020304" pitchFamily="18" charset="0"/>
                <a:ea typeface="黑体" panose="02010609060101010101" pitchFamily="49" charset="-122"/>
              </a:rPr>
              <a:t>次插值多项式</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则对任何</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 b</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在</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 b</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内存在一点     使得</a:t>
            </a:r>
            <a:endParaRPr lang="zh-CN" altLang="en-US" sz="3200" b="1" dirty="0">
              <a:latin typeface="Times New Roman" panose="02020603050405020304" pitchFamily="18" charset="0"/>
              <a:ea typeface="黑体" panose="02010609060101010101" pitchFamily="49" charset="-122"/>
            </a:endParaRPr>
          </a:p>
        </p:txBody>
      </p:sp>
      <p:sp>
        <p:nvSpPr>
          <p:cNvPr id="9" name="Text Box 16"/>
          <p:cNvSpPr txBox="1"/>
          <p:nvPr/>
        </p:nvSpPr>
        <p:spPr>
          <a:xfrm>
            <a:off x="214313" y="928688"/>
            <a:ext cx="8458200" cy="1077912"/>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黑体" panose="02010609060101010101" pitchFamily="49" charset="-122"/>
              </a:rPr>
              <a:t>定理</a:t>
            </a:r>
            <a:r>
              <a:rPr lang="en-US" altLang="zh-CN" sz="3200" b="1" dirty="0">
                <a:solidFill>
                  <a:srgbClr val="0070C0"/>
                </a:solidFill>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设</a:t>
            </a:r>
            <a:r>
              <a:rPr lang="zh-CN" altLang="en-US"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f</a:t>
            </a:r>
            <a:r>
              <a:rPr lang="en-US" altLang="zh-CN" sz="3200" b="1" i="1" baseline="30000" dirty="0">
                <a:latin typeface="Times New Roman" panose="02020603050405020304" pitchFamily="18" charset="0"/>
                <a:ea typeface="宋体" panose="02010600030101010101" pitchFamily="2" charset="-122"/>
              </a:rPr>
              <a:t> </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在</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 b</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连续且在</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 b</a:t>
            </a:r>
            <a:r>
              <a:rPr lang="en-US" altLang="zh-CN" sz="3200" b="1" dirty="0">
                <a:latin typeface="Times New Roman" panose="02020603050405020304" pitchFamily="18" charset="0"/>
                <a:ea typeface="宋体" panose="02010600030101010101" pitchFamily="2" charset="-122"/>
              </a:rPr>
              <a:t>) </a:t>
            </a:r>
            <a:r>
              <a:rPr lang="zh-CN" altLang="en-US" sz="3200" b="1" dirty="0">
                <a:solidFill>
                  <a:srgbClr val="FF0000"/>
                </a:solidFill>
                <a:latin typeface="Times New Roman" panose="02020603050405020304" pitchFamily="18" charset="0"/>
                <a:ea typeface="黑体" panose="02010609060101010101" pitchFamily="49" charset="-122"/>
              </a:rPr>
              <a:t>具有</a:t>
            </a:r>
            <a:r>
              <a:rPr lang="en-US" altLang="zh-CN" sz="3200" b="1" i="1" dirty="0">
                <a:solidFill>
                  <a:srgbClr val="FF0000"/>
                </a:solidFill>
                <a:latin typeface="Times New Roman" panose="02020603050405020304" pitchFamily="18" charset="0"/>
                <a:ea typeface="宋体" panose="02010600030101010101" pitchFamily="2" charset="-122"/>
              </a:rPr>
              <a:t>n+</a:t>
            </a:r>
            <a:r>
              <a:rPr lang="en-US" altLang="zh-CN" sz="3200" b="1" dirty="0">
                <a:solidFill>
                  <a:srgbClr val="FF0000"/>
                </a:solidFill>
                <a:latin typeface="Times New Roman" panose="02020603050405020304" pitchFamily="18" charset="0"/>
                <a:ea typeface="宋体" panose="02010600030101010101" pitchFamily="2" charset="-122"/>
              </a:rPr>
              <a:t>1</a:t>
            </a:r>
            <a:r>
              <a:rPr lang="zh-CN" altLang="en-US" sz="3200" b="1" dirty="0">
                <a:solidFill>
                  <a:srgbClr val="FF0000"/>
                </a:solidFill>
                <a:latin typeface="Times New Roman" panose="02020603050405020304" pitchFamily="18" charset="0"/>
                <a:ea typeface="黑体" panose="02010609060101010101" pitchFamily="49" charset="-122"/>
              </a:rPr>
              <a:t>阶导数</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0</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baseline="-30000" dirty="0">
                <a:latin typeface="Times New Roman" panose="02020603050405020304" pitchFamily="18" charset="0"/>
                <a:ea typeface="宋体" panose="02010600030101010101" pitchFamily="2" charset="-122"/>
              </a:rPr>
              <a:t>1</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i="1" baseline="-30000" dirty="0">
                <a:latin typeface="Times New Roman" panose="02020603050405020304" pitchFamily="18" charset="0"/>
                <a:ea typeface="宋体" panose="02010600030101010101" pitchFamily="2" charset="-122"/>
              </a:rPr>
              <a:t>n</a:t>
            </a:r>
            <a:r>
              <a:rPr lang="zh-CN" altLang="en-US" sz="3200" b="1" dirty="0">
                <a:latin typeface="Times New Roman" panose="02020603050405020304" pitchFamily="18" charset="0"/>
                <a:ea typeface="黑体" panose="02010609060101010101" pitchFamily="49" charset="-122"/>
              </a:rPr>
              <a:t>是</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a, b</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内互不相同的节点</a:t>
            </a:r>
            <a:r>
              <a:rPr lang="zh-CN" altLang="en-US"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黑体" panose="02010609060101010101" pitchFamily="49" charset="-122"/>
            </a:endParaRPr>
          </a:p>
        </p:txBody>
      </p:sp>
      <p:graphicFrame>
        <p:nvGraphicFramePr>
          <p:cNvPr id="3082" name="Object 10"/>
          <p:cNvGraphicFramePr>
            <a:graphicFrameLocks noChangeAspect="1"/>
          </p:cNvGraphicFramePr>
          <p:nvPr/>
        </p:nvGraphicFramePr>
        <p:xfrm>
          <a:off x="6072188" y="2643188"/>
          <a:ext cx="603250" cy="428625"/>
        </p:xfrm>
        <a:graphic>
          <a:graphicData uri="http://schemas.openxmlformats.org/presentationml/2006/ole">
            <mc:AlternateContent xmlns:mc="http://schemas.openxmlformats.org/markup-compatibility/2006">
              <mc:Choice xmlns:v="urn:schemas-microsoft-com:vml" Requires="v">
                <p:oleObj spid="_x0000_s3150" name="" r:id="rId3" imgW="342900" imgH="203200" progId="Equation.DSMT4">
                  <p:embed/>
                </p:oleObj>
              </mc:Choice>
              <mc:Fallback>
                <p:oleObj name="" r:id="rId3" imgW="342900" imgH="203200" progId="Equation.DSMT4">
                  <p:embed/>
                  <p:pic>
                    <p:nvPicPr>
                      <p:cNvPr id="0" name="图片 3149"/>
                      <p:cNvPicPr/>
                      <p:nvPr/>
                    </p:nvPicPr>
                    <p:blipFill>
                      <a:blip r:embed="rId4"/>
                      <a:stretch>
                        <a:fillRect/>
                      </a:stretch>
                    </p:blipFill>
                    <p:spPr>
                      <a:xfrm>
                        <a:off x="6072188" y="2643188"/>
                        <a:ext cx="603250" cy="4286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22" presetClass="entr" presetSubtype="8" fill="hold" nodeType="withEffect">
                                  <p:stCondLst>
                                    <p:cond delay="0"/>
                                  </p:stCondLst>
                                  <p:childTnLst>
                                    <p:set>
                                      <p:cBhvr>
                                        <p:cTn id="19" dur="1" fill="hold">
                                          <p:stCondLst>
                                            <p:cond delay="0"/>
                                          </p:stCondLst>
                                        </p:cTn>
                                        <p:tgtEl>
                                          <p:spTgt spid="3082"/>
                                        </p:tgtEl>
                                        <p:attrNameLst>
                                          <p:attrName>style.visibility</p:attrName>
                                        </p:attrNameLst>
                                      </p:cBhvr>
                                      <p:to>
                                        <p:strVal val="visible"/>
                                      </p:to>
                                    </p:set>
                                    <p:animEffect transition="in" filter="wipe(left)">
                                      <p:cBhvr>
                                        <p:cTn id="20" dur="500"/>
                                        <p:tgtEl>
                                          <p:spTgt spid="3082"/>
                                        </p:tgtEl>
                                      </p:cBhvr>
                                    </p:animEffect>
                                  </p:childTnLst>
                                </p:cTn>
                              </p:par>
                              <p:par>
                                <p:cTn id="21" presetID="22" presetClass="entr" presetSubtype="8"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p:nvPr/>
        </p:nvSpPr>
        <p:spPr>
          <a:xfrm>
            <a:off x="214313" y="142875"/>
            <a:ext cx="8501062" cy="1076325"/>
          </a:xfrm>
          <a:prstGeom prst="rect">
            <a:avLst/>
          </a:prstGeom>
          <a:noFill/>
          <a:ln w="9525">
            <a:noFill/>
          </a:ln>
        </p:spPr>
        <p:txBody>
          <a:bodyPr anchor="t" anchorCtr="0">
            <a:spAutoFit/>
          </a:bodyPr>
          <a:p>
            <a:r>
              <a:rPr lang="zh-CN" altLang="en-US" sz="3200" b="1" dirty="0">
                <a:solidFill>
                  <a:srgbClr val="0070C0"/>
                </a:solidFill>
                <a:latin typeface="Times New Roman" panose="02020603050405020304" pitchFamily="18" charset="0"/>
                <a:ea typeface="宋体" panose="02010600030101010101" pitchFamily="2" charset="-122"/>
              </a:rPr>
              <a:t>例</a:t>
            </a:r>
            <a:r>
              <a:rPr lang="zh-CN" altLang="en-US" sz="3200" b="1" dirty="0">
                <a:latin typeface="Times New Roman" panose="02020603050405020304" pitchFamily="18" charset="0"/>
                <a:ea typeface="黑体" panose="02010609060101010101" pitchFamily="49" charset="-122"/>
              </a:rPr>
              <a:t>求插值于点</a:t>
            </a:r>
            <a:r>
              <a:rPr lang="en-US" altLang="zh-CN" sz="3200" b="1" dirty="0">
                <a:latin typeface="Times New Roman" panose="02020603050405020304" pitchFamily="18" charset="0"/>
                <a:ea typeface="黑体" panose="02010609060101010101" pitchFamily="49" charset="-122"/>
              </a:rPr>
              <a:t>(0,2),(1,1),(2,0),(3,-1)</a:t>
            </a:r>
            <a:r>
              <a:rPr lang="zh-CN" altLang="en-US" sz="3200" b="1" dirty="0">
                <a:latin typeface="Times New Roman" panose="02020603050405020304" pitchFamily="18" charset="0"/>
                <a:ea typeface="黑体" panose="02010609060101010101" pitchFamily="49" charset="-122"/>
              </a:rPr>
              <a:t>的</a:t>
            </a:r>
            <a:r>
              <a:rPr lang="zh-CN" altLang="en-US" sz="3200" b="1" dirty="0">
                <a:solidFill>
                  <a:srgbClr val="7030A0"/>
                </a:solidFill>
                <a:latin typeface="Times New Roman" panose="02020603050405020304" pitchFamily="18" charset="0"/>
                <a:ea typeface="黑体" panose="02010609060101010101" pitchFamily="49" charset="-122"/>
              </a:rPr>
              <a:t>次数小于等于</a:t>
            </a:r>
            <a:r>
              <a:rPr lang="en-US" altLang="zh-CN" sz="3200" b="1" dirty="0">
                <a:solidFill>
                  <a:srgbClr val="7030A0"/>
                </a:solidFill>
                <a:latin typeface="Times New Roman" panose="02020603050405020304" pitchFamily="18" charset="0"/>
                <a:ea typeface="黑体" panose="02010609060101010101" pitchFamily="49" charset="-122"/>
              </a:rPr>
              <a:t>3</a:t>
            </a:r>
            <a:r>
              <a:rPr lang="zh-CN" altLang="en-US" sz="3200" b="1" dirty="0">
                <a:latin typeface="Times New Roman" panose="02020603050405020304" pitchFamily="18" charset="0"/>
                <a:ea typeface="黑体" panose="02010609060101010101" pitchFamily="49" charset="-122"/>
              </a:rPr>
              <a:t>的插值多项式的拉格朗日形式。</a:t>
            </a:r>
            <a:endParaRPr lang="zh-CN" altLang="en-US" sz="3200" b="1" dirty="0">
              <a:solidFill>
                <a:srgbClr val="0070C0"/>
              </a:solidFill>
              <a:latin typeface="Times New Roman" panose="02020603050405020304" pitchFamily="18" charset="0"/>
              <a:ea typeface="黑体" panose="02010609060101010101" pitchFamily="49"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p:nvPr/>
        </p:nvSpPr>
        <p:spPr>
          <a:xfrm>
            <a:off x="457200" y="838200"/>
            <a:ext cx="8077200" cy="2062163"/>
          </a:xfrm>
          <a:prstGeom prst="rect">
            <a:avLst/>
          </a:prstGeom>
          <a:noFill/>
          <a:ln w="9525">
            <a:noFill/>
          </a:ln>
        </p:spPr>
        <p:txBody>
          <a:bodyPr anchor="t" anchorCtr="0">
            <a:spAutoFit/>
          </a:bodyPr>
          <a:p>
            <a:pPr>
              <a:spcBef>
                <a:spcPct val="50000"/>
              </a:spcBef>
            </a:pPr>
            <a:r>
              <a:rPr lang="zh-CN" altLang="en-US" sz="3200" dirty="0">
                <a:latin typeface="Times New Roman" panose="02020603050405020304" pitchFamily="18" charset="0"/>
                <a:ea typeface="黑体" panose="02010609060101010101" pitchFamily="49" charset="-122"/>
              </a:rPr>
              <a:t>给定</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0</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1</a:t>
            </a:r>
            <a:r>
              <a:rPr lang="zh-CN" altLang="en-US" sz="3200" dirty="0">
                <a:latin typeface="Times New Roman" panose="02020603050405020304" pitchFamily="18" charset="0"/>
                <a:ea typeface="黑体" panose="02010609060101010101" pitchFamily="49" charset="-122"/>
              </a:rPr>
              <a:t>和</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rPr>
              <a:t>求二次函数</a:t>
            </a:r>
            <a:endParaRPr lang="zh-CN" altLang="en-US" sz="3200" dirty="0">
              <a:latin typeface="Times New Roman" panose="02020603050405020304" pitchFamily="18" charset="0"/>
              <a:ea typeface="黑体" panose="02010609060101010101" pitchFamily="49" charset="-122"/>
            </a:endParaRPr>
          </a:p>
          <a:p>
            <a:r>
              <a:rPr lang="zh-CN" altLang="en-US"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P</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a</a:t>
            </a:r>
            <a:r>
              <a:rPr lang="en-US" altLang="zh-CN" sz="3200" baseline="-25000" dirty="0">
                <a:latin typeface="Times New Roman" panose="02020603050405020304" pitchFamily="18" charset="0"/>
                <a:ea typeface="宋体" panose="02010600030101010101" pitchFamily="2" charset="-122"/>
              </a:rPr>
              <a:t>0</a:t>
            </a:r>
            <a:r>
              <a:rPr lang="en-US" altLang="zh-CN" sz="3200" dirty="0">
                <a:latin typeface="Times New Roman" panose="02020603050405020304" pitchFamily="18" charset="0"/>
                <a:ea typeface="宋体" panose="02010600030101010101" pitchFamily="2" charset="-122"/>
              </a:rPr>
              <a:t> + </a:t>
            </a:r>
            <a:r>
              <a:rPr lang="en-US" altLang="zh-CN" sz="3200" i="1" dirty="0">
                <a:latin typeface="Times New Roman" panose="02020603050405020304" pitchFamily="18" charset="0"/>
                <a:ea typeface="宋体" panose="02010600030101010101" pitchFamily="2" charset="-122"/>
              </a:rPr>
              <a:t>a</a:t>
            </a:r>
            <a:r>
              <a:rPr lang="en-US" altLang="zh-CN" sz="3200" baseline="-25000" dirty="0">
                <a:latin typeface="Times New Roman" panose="02020603050405020304" pitchFamily="18" charset="0"/>
                <a:ea typeface="宋体" panose="02010600030101010101" pitchFamily="2" charset="-122"/>
              </a:rPr>
              <a:t>1</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 – x</a:t>
            </a:r>
            <a:r>
              <a:rPr lang="en-US" altLang="zh-CN" sz="3200" baseline="-25000" dirty="0">
                <a:latin typeface="Times New Roman" panose="02020603050405020304" pitchFamily="18" charset="0"/>
                <a:ea typeface="宋体" panose="02010600030101010101" pitchFamily="2" charset="-122"/>
              </a:rPr>
              <a:t>0</a:t>
            </a:r>
            <a:r>
              <a:rPr lang="en-US" altLang="zh-CN" sz="3200" dirty="0">
                <a:latin typeface="Times New Roman" panose="02020603050405020304" pitchFamily="18" charset="0"/>
                <a:ea typeface="宋体" panose="02010600030101010101" pitchFamily="2" charset="-122"/>
              </a:rPr>
              <a:t>) + </a:t>
            </a:r>
            <a:r>
              <a:rPr lang="en-US" altLang="zh-CN" sz="3200" i="1" dirty="0">
                <a:latin typeface="Times New Roman" panose="02020603050405020304" pitchFamily="18" charset="0"/>
                <a:ea typeface="宋体" panose="02010600030101010101" pitchFamily="2" charset="-122"/>
              </a:rPr>
              <a:t>a</a:t>
            </a:r>
            <a:r>
              <a:rPr lang="en-US" altLang="zh-CN" sz="3200" baseline="-25000" dirty="0">
                <a:latin typeface="Times New Roman" panose="02020603050405020304" pitchFamily="18" charset="0"/>
                <a:ea typeface="宋体" panose="02010600030101010101" pitchFamily="2" charset="-122"/>
              </a:rPr>
              <a:t>2 </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 </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0</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 </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1</a:t>
            </a:r>
            <a:r>
              <a:rPr lang="en-US" altLang="zh-CN" sz="3200" dirty="0">
                <a:latin typeface="Times New Roman" panose="02020603050405020304" pitchFamily="18" charset="0"/>
                <a:ea typeface="宋体" panose="02010600030101010101" pitchFamily="2" charset="-122"/>
              </a:rPr>
              <a:t>)</a:t>
            </a:r>
            <a:endParaRPr lang="en-US" altLang="zh-CN" sz="3200" baseline="30000" dirty="0">
              <a:latin typeface="Times New Roman" panose="02020603050405020304" pitchFamily="18" charset="0"/>
              <a:ea typeface="宋体" panose="02010600030101010101" pitchFamily="2" charset="-122"/>
            </a:endParaRPr>
          </a:p>
          <a:p>
            <a:r>
              <a:rPr lang="zh-CN" altLang="en-US" sz="3200" dirty="0">
                <a:latin typeface="Times New Roman" panose="02020603050405020304" pitchFamily="18" charset="0"/>
                <a:ea typeface="黑体" panose="02010609060101010101" pitchFamily="49" charset="-122"/>
              </a:rPr>
              <a:t>满足条件</a:t>
            </a:r>
            <a:endParaRPr lang="zh-CN" altLang="en-US" sz="3200" dirty="0">
              <a:latin typeface="Times New Roman" panose="02020603050405020304" pitchFamily="18" charset="0"/>
              <a:ea typeface="黑体" panose="02010609060101010101" pitchFamily="49" charset="-122"/>
            </a:endParaRPr>
          </a:p>
          <a:p>
            <a:r>
              <a:rPr lang="zh-CN" altLang="en-US"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P</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0</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y</a:t>
            </a:r>
            <a:r>
              <a:rPr lang="en-US" altLang="zh-CN" sz="3200" baseline="-25000" dirty="0">
                <a:latin typeface="Times New Roman" panose="02020603050405020304" pitchFamily="18" charset="0"/>
                <a:ea typeface="宋体" panose="02010600030101010101" pitchFamily="2" charset="-122"/>
              </a:rPr>
              <a:t>0</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P</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1</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y</a:t>
            </a:r>
            <a:r>
              <a:rPr lang="en-US" altLang="zh-CN" sz="3200" baseline="-25000" dirty="0">
                <a:latin typeface="Times New Roman" panose="02020603050405020304" pitchFamily="18" charset="0"/>
                <a:ea typeface="宋体" panose="02010600030101010101" pitchFamily="2" charset="-122"/>
              </a:rPr>
              <a:t>1</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P</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a:t>
            </a:r>
            <a:r>
              <a:rPr lang="en-US" altLang="zh-CN" sz="3200"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y</a:t>
            </a:r>
            <a:r>
              <a:rPr lang="en-US" altLang="zh-CN" sz="3200"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             </a:t>
            </a:r>
            <a:endParaRPr lang="en-US" altLang="zh-CN" sz="3200" dirty="0">
              <a:latin typeface="Times New Roman" panose="02020603050405020304" pitchFamily="18" charset="0"/>
              <a:ea typeface="宋体" panose="02010600030101010101" pitchFamily="2" charset="-122"/>
            </a:endParaRPr>
          </a:p>
        </p:txBody>
      </p:sp>
      <p:graphicFrame>
        <p:nvGraphicFramePr>
          <p:cNvPr id="13315" name="Object 2"/>
          <p:cNvGraphicFramePr/>
          <p:nvPr/>
        </p:nvGraphicFramePr>
        <p:xfrm>
          <a:off x="1066800" y="3794125"/>
          <a:ext cx="7008813" cy="1835150"/>
        </p:xfrm>
        <a:graphic>
          <a:graphicData uri="http://schemas.openxmlformats.org/presentationml/2006/ole">
            <mc:AlternateContent xmlns:mc="http://schemas.openxmlformats.org/markup-compatibility/2006">
              <mc:Choice xmlns:v="urn:schemas-microsoft-com:vml" Requires="v">
                <p:oleObj spid="_x0000_s3163" name="" r:id="rId1" imgW="2767330" imgH="723900" progId="Equation.DSMT4">
                  <p:embed/>
                </p:oleObj>
              </mc:Choice>
              <mc:Fallback>
                <p:oleObj name="" r:id="rId1" imgW="2767330" imgH="723900" progId="Equation.DSMT4">
                  <p:embed/>
                  <p:pic>
                    <p:nvPicPr>
                      <p:cNvPr id="0" name="图片 3162"/>
                      <p:cNvPicPr/>
                      <p:nvPr/>
                    </p:nvPicPr>
                    <p:blipFill>
                      <a:blip r:embed="rId2"/>
                      <a:stretch>
                        <a:fillRect/>
                      </a:stretch>
                    </p:blipFill>
                    <p:spPr>
                      <a:xfrm>
                        <a:off x="1066800" y="3794125"/>
                        <a:ext cx="7008813" cy="1835150"/>
                      </a:xfrm>
                      <a:prstGeom prst="rect">
                        <a:avLst/>
                      </a:prstGeom>
                      <a:noFill/>
                      <a:ln w="38100">
                        <a:noFill/>
                        <a:miter/>
                      </a:ln>
                    </p:spPr>
                  </p:pic>
                </p:oleObj>
              </mc:Fallback>
            </mc:AlternateContent>
          </a:graphicData>
        </a:graphic>
      </p:graphicFrame>
      <p:sp>
        <p:nvSpPr>
          <p:cNvPr id="13318" name="Text Box 6"/>
          <p:cNvSpPr txBox="1"/>
          <p:nvPr/>
        </p:nvSpPr>
        <p:spPr>
          <a:xfrm>
            <a:off x="533400" y="3124200"/>
            <a:ext cx="6553200" cy="579438"/>
          </a:xfrm>
          <a:prstGeom prst="rect">
            <a:avLst/>
          </a:prstGeom>
          <a:noFill/>
          <a:ln w="9525">
            <a:noFill/>
          </a:ln>
        </p:spPr>
        <p:txBody>
          <a:bodyPr anchor="t" anchorCtr="0">
            <a:spAutoFit/>
          </a:bodyPr>
          <a:p>
            <a:pPr>
              <a:spcBef>
                <a:spcPct val="50000"/>
              </a:spcBef>
            </a:pPr>
            <a:r>
              <a:rPr lang="en-US" altLang="zh-CN" sz="3200" dirty="0">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黑体" panose="02010609060101010101" pitchFamily="49" charset="-122"/>
              </a:rPr>
              <a:t>满足插值条件的关于</a:t>
            </a:r>
            <a:r>
              <a:rPr lang="en-US" altLang="zh-CN" sz="3200" i="1" dirty="0">
                <a:latin typeface="Times New Roman" panose="02020603050405020304" pitchFamily="18" charset="0"/>
                <a:ea typeface="宋体" panose="02010600030101010101" pitchFamily="2" charset="-122"/>
              </a:rPr>
              <a:t>a</a:t>
            </a:r>
            <a:r>
              <a:rPr lang="en-US" altLang="zh-CN" sz="3200" baseline="-25000" dirty="0">
                <a:latin typeface="Times New Roman" panose="02020603050405020304" pitchFamily="18" charset="0"/>
                <a:ea typeface="宋体" panose="02010600030101010101" pitchFamily="2" charset="-122"/>
              </a:rPr>
              <a:t>0</a:t>
            </a:r>
            <a:r>
              <a:rPr lang="en-US" altLang="zh-CN" sz="3200" dirty="0">
                <a:latin typeface="Times New Roman" panose="02020603050405020304" pitchFamily="18" charset="0"/>
                <a:ea typeface="宋体" panose="02010600030101010101" pitchFamily="2" charset="-122"/>
              </a:rPr>
              <a:t>,</a:t>
            </a:r>
            <a:r>
              <a:rPr lang="en-US" altLang="zh-CN" sz="3200" baseline="-250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a</a:t>
            </a:r>
            <a:r>
              <a:rPr lang="en-US" altLang="zh-CN" sz="3200" baseline="-25000" dirty="0">
                <a:latin typeface="Times New Roman" panose="02020603050405020304" pitchFamily="18" charset="0"/>
                <a:ea typeface="宋体" panose="02010600030101010101" pitchFamily="2" charset="-122"/>
              </a:rPr>
              <a:t>1</a:t>
            </a:r>
            <a:r>
              <a:rPr lang="zh-CN" altLang="en-US" sz="3200" dirty="0">
                <a:latin typeface="Times New Roman" panose="02020603050405020304" pitchFamily="18" charset="0"/>
                <a:ea typeface="黑体" panose="02010609060101010101" pitchFamily="49" charset="-122"/>
              </a:rPr>
              <a:t>和</a:t>
            </a:r>
            <a:r>
              <a:rPr lang="en-US" altLang="zh-CN" sz="3200" i="1" dirty="0">
                <a:latin typeface="Times New Roman" panose="02020603050405020304" pitchFamily="18" charset="0"/>
                <a:ea typeface="宋体" panose="02010600030101010101" pitchFamily="2" charset="-122"/>
              </a:rPr>
              <a:t>a</a:t>
            </a:r>
            <a:r>
              <a:rPr lang="en-US" altLang="zh-CN" sz="3200" baseline="-25000" dirty="0">
                <a:latin typeface="Times New Roman" panose="02020603050405020304" pitchFamily="18" charset="0"/>
                <a:ea typeface="宋体" panose="02010600030101010101" pitchFamily="2" charset="-122"/>
              </a:rPr>
              <a:t>2</a:t>
            </a:r>
            <a:r>
              <a:rPr lang="zh-CN" altLang="en-US" sz="3200" dirty="0">
                <a:latin typeface="Times New Roman" panose="02020603050405020304" pitchFamily="18" charset="0"/>
                <a:ea typeface="黑体" panose="02010609060101010101" pitchFamily="49" charset="-122"/>
              </a:rPr>
              <a:t>方程</a:t>
            </a:r>
            <a:endParaRPr lang="zh-CN" altLang="en-US" sz="3200" dirty="0">
              <a:latin typeface="Times New Roman" panose="02020603050405020304" pitchFamily="18" charset="0"/>
              <a:ea typeface="黑体" panose="02010609060101010101" pitchFamily="49" charset="-122"/>
            </a:endParaRPr>
          </a:p>
        </p:txBody>
      </p:sp>
      <p:sp>
        <p:nvSpPr>
          <p:cNvPr id="92164" name="Rectangle 15"/>
          <p:cNvSpPr/>
          <p:nvPr/>
        </p:nvSpPr>
        <p:spPr>
          <a:xfrm>
            <a:off x="2714625" y="285750"/>
            <a:ext cx="3886200" cy="584200"/>
          </a:xfrm>
          <a:prstGeom prst="rect">
            <a:avLst/>
          </a:prstGeom>
          <a:noFill/>
          <a:ln w="9525">
            <a:noFill/>
          </a:ln>
        </p:spPr>
        <p:txBody>
          <a:bodyPr anchor="t" anchorCtr="0">
            <a:spAutoFit/>
          </a:bodyPr>
          <a:p>
            <a:r>
              <a:rPr lang="zh-CN" altLang="en-US" sz="3200" dirty="0">
                <a:solidFill>
                  <a:schemeClr val="accent2"/>
                </a:solidFill>
                <a:latin typeface="Times New Roman" panose="02020603050405020304" pitchFamily="18" charset="0"/>
                <a:ea typeface="黑体" panose="02010609060101010101" pitchFamily="49" charset="-122"/>
              </a:rPr>
              <a:t>牛顿差商方法</a:t>
            </a:r>
            <a:endParaRPr lang="zh-CN" altLang="en-US" sz="3200" dirty="0">
              <a:solidFill>
                <a:schemeClr val="accent2"/>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4">
                                            <p:txEl>
                                              <p:charRg st="0" end="19"/>
                                            </p:txEl>
                                          </p:spTgt>
                                        </p:tgtEl>
                                        <p:attrNameLst>
                                          <p:attrName>style.visibility</p:attrName>
                                        </p:attrNameLst>
                                      </p:cBhvr>
                                      <p:to>
                                        <p:strVal val="visible"/>
                                      </p:to>
                                    </p:set>
                                    <p:animEffect transition="in" filter="wipe(left)">
                                      <p:cBhvr>
                                        <p:cTn id="7" dur="500"/>
                                        <p:tgtEl>
                                          <p:spTgt spid="13314">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4">
                                            <p:txEl>
                                              <p:charRg st="19" end="72"/>
                                            </p:txEl>
                                          </p:spTgt>
                                        </p:tgtEl>
                                        <p:attrNameLst>
                                          <p:attrName>style.visibility</p:attrName>
                                        </p:attrNameLst>
                                      </p:cBhvr>
                                      <p:to>
                                        <p:strVal val="visible"/>
                                      </p:to>
                                    </p:set>
                                    <p:animEffect transition="in" filter="wipe(left)">
                                      <p:cBhvr>
                                        <p:cTn id="12" dur="500"/>
                                        <p:tgtEl>
                                          <p:spTgt spid="13314">
                                            <p:txEl>
                                              <p:charRg st="19" end="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4">
                                            <p:txEl>
                                              <p:charRg st="72" end="77"/>
                                            </p:txEl>
                                          </p:spTgt>
                                        </p:tgtEl>
                                        <p:attrNameLst>
                                          <p:attrName>style.visibility</p:attrName>
                                        </p:attrNameLst>
                                      </p:cBhvr>
                                      <p:to>
                                        <p:strVal val="visible"/>
                                      </p:to>
                                    </p:set>
                                    <p:animEffect transition="in" filter="wipe(left)">
                                      <p:cBhvr>
                                        <p:cTn id="17" dur="500"/>
                                        <p:tgtEl>
                                          <p:spTgt spid="13314">
                                            <p:txEl>
                                              <p:charRg st="72" end="7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14">
                                            <p:txEl>
                                              <p:charRg st="77" end="128"/>
                                            </p:txEl>
                                          </p:spTgt>
                                        </p:tgtEl>
                                        <p:attrNameLst>
                                          <p:attrName>style.visibility</p:attrName>
                                        </p:attrNameLst>
                                      </p:cBhvr>
                                      <p:to>
                                        <p:strVal val="visible"/>
                                      </p:to>
                                    </p:set>
                                    <p:animEffect transition="in" filter="wipe(left)">
                                      <p:cBhvr>
                                        <p:cTn id="22" dur="500"/>
                                        <p:tgtEl>
                                          <p:spTgt spid="13314">
                                            <p:txEl>
                                              <p:charRg st="77" end="12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8"/>
                                        </p:tgtEl>
                                        <p:attrNameLst>
                                          <p:attrName>style.visibility</p:attrName>
                                        </p:attrNameLst>
                                      </p:cBhvr>
                                      <p:to>
                                        <p:strVal val="visible"/>
                                      </p:to>
                                    </p:set>
                                    <p:animEffect transition="in" filter="wipe(left)">
                                      <p:cBhvr>
                                        <p:cTn id="27" dur="500"/>
                                        <p:tgtEl>
                                          <p:spTgt spid="133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315"/>
                                        </p:tgtEl>
                                        <p:attrNameLst>
                                          <p:attrName>style.visibility</p:attrName>
                                        </p:attrNameLst>
                                      </p:cBhvr>
                                      <p:to>
                                        <p:strVal val="visible"/>
                                      </p:to>
                                    </p:set>
                                    <p:animEffect transition="in" filter="wipe(up)">
                                      <p:cBhvr>
                                        <p:cTn id="32"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p:bldP spid="1331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0" name="Object 2"/>
          <p:cNvGraphicFramePr/>
          <p:nvPr/>
        </p:nvGraphicFramePr>
        <p:xfrm>
          <a:off x="2630488" y="1143000"/>
          <a:ext cx="2151062" cy="1000125"/>
        </p:xfrm>
        <a:graphic>
          <a:graphicData uri="http://schemas.openxmlformats.org/presentationml/2006/ole">
            <mc:AlternateContent xmlns:mc="http://schemas.openxmlformats.org/markup-compatibility/2006">
              <mc:Choice xmlns:v="urn:schemas-microsoft-com:vml" Requires="v">
                <p:oleObj spid="_x0000_s3161" name="" r:id="rId1" imgW="964565" imgH="444500" progId="Equation.DSMT4">
                  <p:embed/>
                </p:oleObj>
              </mc:Choice>
              <mc:Fallback>
                <p:oleObj name="" r:id="rId1" imgW="964565" imgH="444500" progId="Equation.DSMT4">
                  <p:embed/>
                  <p:pic>
                    <p:nvPicPr>
                      <p:cNvPr id="0" name="图片 3160"/>
                      <p:cNvPicPr/>
                      <p:nvPr/>
                    </p:nvPicPr>
                    <p:blipFill>
                      <a:blip r:embed="rId2"/>
                      <a:stretch>
                        <a:fillRect/>
                      </a:stretch>
                    </p:blipFill>
                    <p:spPr>
                      <a:xfrm>
                        <a:off x="2630488" y="1143000"/>
                        <a:ext cx="2151062" cy="1000125"/>
                      </a:xfrm>
                      <a:prstGeom prst="rect">
                        <a:avLst/>
                      </a:prstGeom>
                      <a:noFill/>
                      <a:ln w="38100">
                        <a:noFill/>
                        <a:miter/>
                      </a:ln>
                    </p:spPr>
                  </p:pic>
                </p:oleObj>
              </mc:Fallback>
            </mc:AlternateContent>
          </a:graphicData>
        </a:graphic>
      </p:graphicFrame>
      <p:graphicFrame>
        <p:nvGraphicFramePr>
          <p:cNvPr id="22531" name="Object 3"/>
          <p:cNvGraphicFramePr/>
          <p:nvPr/>
        </p:nvGraphicFramePr>
        <p:xfrm>
          <a:off x="5500688" y="1143000"/>
          <a:ext cx="2135187" cy="981075"/>
        </p:xfrm>
        <a:graphic>
          <a:graphicData uri="http://schemas.openxmlformats.org/presentationml/2006/ole">
            <mc:AlternateContent xmlns:mc="http://schemas.openxmlformats.org/markup-compatibility/2006">
              <mc:Choice xmlns:v="urn:schemas-microsoft-com:vml" Requires="v">
                <p:oleObj spid="_x0000_s3158" name="" r:id="rId3" imgW="977265" imgH="444500" progId="Equation.DSMT4">
                  <p:embed/>
                </p:oleObj>
              </mc:Choice>
              <mc:Fallback>
                <p:oleObj name="" r:id="rId3" imgW="977265" imgH="444500" progId="Equation.DSMT4">
                  <p:embed/>
                  <p:pic>
                    <p:nvPicPr>
                      <p:cNvPr id="0" name="图片 3157"/>
                      <p:cNvPicPr/>
                      <p:nvPr/>
                    </p:nvPicPr>
                    <p:blipFill>
                      <a:blip r:embed="rId4"/>
                      <a:stretch>
                        <a:fillRect/>
                      </a:stretch>
                    </p:blipFill>
                    <p:spPr>
                      <a:xfrm>
                        <a:off x="5500688" y="1143000"/>
                        <a:ext cx="2135187" cy="981075"/>
                      </a:xfrm>
                      <a:prstGeom prst="rect">
                        <a:avLst/>
                      </a:prstGeom>
                      <a:noFill/>
                      <a:ln w="38100">
                        <a:noFill/>
                        <a:miter/>
                      </a:ln>
                    </p:spPr>
                  </p:pic>
                </p:oleObj>
              </mc:Fallback>
            </mc:AlternateContent>
          </a:graphicData>
        </a:graphic>
      </p:graphicFrame>
      <p:graphicFrame>
        <p:nvGraphicFramePr>
          <p:cNvPr id="22532" name="Object 4"/>
          <p:cNvGraphicFramePr/>
          <p:nvPr/>
        </p:nvGraphicFramePr>
        <p:xfrm>
          <a:off x="571500" y="2286000"/>
          <a:ext cx="2552700" cy="987425"/>
        </p:xfrm>
        <a:graphic>
          <a:graphicData uri="http://schemas.openxmlformats.org/presentationml/2006/ole">
            <mc:AlternateContent xmlns:mc="http://schemas.openxmlformats.org/markup-compatibility/2006">
              <mc:Choice xmlns:v="urn:schemas-microsoft-com:vml" Requires="v">
                <p:oleObj spid="_x0000_s3160" name="" r:id="rId5" imgW="1155065" imgH="444500" progId="Equation.DSMT4">
                  <p:embed/>
                </p:oleObj>
              </mc:Choice>
              <mc:Fallback>
                <p:oleObj name="" r:id="rId5" imgW="1155065" imgH="444500" progId="Equation.DSMT4">
                  <p:embed/>
                  <p:pic>
                    <p:nvPicPr>
                      <p:cNvPr id="0" name="图片 3159"/>
                      <p:cNvPicPr/>
                      <p:nvPr/>
                    </p:nvPicPr>
                    <p:blipFill>
                      <a:blip r:embed="rId6"/>
                      <a:stretch>
                        <a:fillRect/>
                      </a:stretch>
                    </p:blipFill>
                    <p:spPr>
                      <a:xfrm>
                        <a:off x="571500" y="2286000"/>
                        <a:ext cx="2552700" cy="987425"/>
                      </a:xfrm>
                      <a:prstGeom prst="rect">
                        <a:avLst/>
                      </a:prstGeom>
                      <a:noFill/>
                      <a:ln w="38100">
                        <a:noFill/>
                        <a:miter/>
                      </a:ln>
                    </p:spPr>
                  </p:pic>
                </p:oleObj>
              </mc:Fallback>
            </mc:AlternateContent>
          </a:graphicData>
        </a:graphic>
      </p:graphicFrame>
      <p:sp>
        <p:nvSpPr>
          <p:cNvPr id="93188" name="Text Box 5"/>
          <p:cNvSpPr txBox="1"/>
          <p:nvPr/>
        </p:nvSpPr>
        <p:spPr>
          <a:xfrm>
            <a:off x="685800" y="381000"/>
            <a:ext cx="7086600" cy="579438"/>
          </a:xfrm>
          <a:prstGeom prst="rect">
            <a:avLst/>
          </a:prstGeom>
          <a:noFill/>
          <a:ln w="9525">
            <a:noFill/>
          </a:ln>
        </p:spPr>
        <p:txBody>
          <a:bodyPr anchor="t" anchorCtr="0">
            <a:spAutoFit/>
          </a:bodyPr>
          <a:p>
            <a:pPr>
              <a:spcBef>
                <a:spcPct val="50000"/>
              </a:spcBef>
            </a:pPr>
            <a:r>
              <a:rPr lang="zh-CN" altLang="en-US" sz="3200" dirty="0">
                <a:latin typeface="Times New Roman" panose="02020603050405020304" pitchFamily="18" charset="0"/>
                <a:ea typeface="黑体" panose="02010609060101010101" pitchFamily="49" charset="-122"/>
              </a:rPr>
              <a:t>解下三角方程组过程中引入符号</a:t>
            </a:r>
            <a:endParaRPr lang="zh-CN" altLang="en-US" sz="3200" dirty="0">
              <a:latin typeface="Times New Roman" panose="02020603050405020304" pitchFamily="18" charset="0"/>
              <a:ea typeface="黑体" panose="02010609060101010101" pitchFamily="49" charset="-122"/>
            </a:endParaRPr>
          </a:p>
        </p:txBody>
      </p:sp>
      <p:sp>
        <p:nvSpPr>
          <p:cNvPr id="22538" name="Text Box 10"/>
          <p:cNvSpPr txBox="1"/>
          <p:nvPr/>
        </p:nvSpPr>
        <p:spPr>
          <a:xfrm>
            <a:off x="357188" y="4214813"/>
            <a:ext cx="4419600" cy="519112"/>
          </a:xfrm>
          <a:prstGeom prst="rect">
            <a:avLst/>
          </a:prstGeom>
          <a:noFill/>
          <a:ln w="9525">
            <a:noFill/>
          </a:ln>
        </p:spPr>
        <p:txBody>
          <a:bodyPr anchor="t" anchorCtr="0">
            <a:spAutoFit/>
          </a:bodyPr>
          <a:p>
            <a:pPr>
              <a:spcBef>
                <a:spcPct val="50000"/>
              </a:spcBef>
            </a:pPr>
            <a:r>
              <a:rPr lang="zh-CN" altLang="en-US" dirty="0">
                <a:latin typeface="Times New Roman" panose="02020603050405020304" pitchFamily="18" charset="0"/>
                <a:ea typeface="黑体" panose="02010609060101010101" pitchFamily="49" charset="-122"/>
              </a:rPr>
              <a:t>牛顿插值多项式</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graphicFrame>
        <p:nvGraphicFramePr>
          <p:cNvPr id="2" name="Object 2"/>
          <p:cNvGraphicFramePr/>
          <p:nvPr/>
        </p:nvGraphicFramePr>
        <p:xfrm>
          <a:off x="714375" y="1357313"/>
          <a:ext cx="1443038" cy="542925"/>
        </p:xfrm>
        <a:graphic>
          <a:graphicData uri="http://schemas.openxmlformats.org/presentationml/2006/ole">
            <mc:AlternateContent xmlns:mc="http://schemas.openxmlformats.org/markup-compatibility/2006">
              <mc:Choice xmlns:v="urn:schemas-microsoft-com:vml" Requires="v">
                <p:oleObj spid="_x0000_s3155" name="" r:id="rId7" imgW="647700" imgH="241300" progId="Equation.DSMT4">
                  <p:embed/>
                </p:oleObj>
              </mc:Choice>
              <mc:Fallback>
                <p:oleObj name="" r:id="rId7" imgW="647700" imgH="241300" progId="Equation.DSMT4">
                  <p:embed/>
                  <p:pic>
                    <p:nvPicPr>
                      <p:cNvPr id="0" name="图片 3154"/>
                      <p:cNvPicPr/>
                      <p:nvPr/>
                    </p:nvPicPr>
                    <p:blipFill>
                      <a:blip r:embed="rId8"/>
                      <a:stretch>
                        <a:fillRect/>
                      </a:stretch>
                    </p:blipFill>
                    <p:spPr>
                      <a:xfrm>
                        <a:off x="714375" y="1357313"/>
                        <a:ext cx="1443038" cy="542925"/>
                      </a:xfrm>
                      <a:prstGeom prst="rect">
                        <a:avLst/>
                      </a:prstGeom>
                      <a:noFill/>
                      <a:ln w="38100">
                        <a:noFill/>
                        <a:miter/>
                      </a:ln>
                    </p:spPr>
                  </p:pic>
                </p:oleObj>
              </mc:Fallback>
            </mc:AlternateContent>
          </a:graphicData>
        </a:graphic>
      </p:graphicFrame>
      <p:graphicFrame>
        <p:nvGraphicFramePr>
          <p:cNvPr id="3" name="Object 2"/>
          <p:cNvGraphicFramePr/>
          <p:nvPr/>
        </p:nvGraphicFramePr>
        <p:xfrm>
          <a:off x="1887538" y="3357563"/>
          <a:ext cx="5297487" cy="660400"/>
        </p:xfrm>
        <a:graphic>
          <a:graphicData uri="http://schemas.openxmlformats.org/presentationml/2006/ole">
            <mc:AlternateContent xmlns:mc="http://schemas.openxmlformats.org/markup-compatibility/2006">
              <mc:Choice xmlns:v="urn:schemas-microsoft-com:vml" Requires="v">
                <p:oleObj spid="_x0000_s3162" name="" r:id="rId9" imgW="1955165" imgH="241300" progId="Equation.DSMT4">
                  <p:embed/>
                </p:oleObj>
              </mc:Choice>
              <mc:Fallback>
                <p:oleObj name="" r:id="rId9" imgW="1955165" imgH="241300" progId="Equation.DSMT4">
                  <p:embed/>
                  <p:pic>
                    <p:nvPicPr>
                      <p:cNvPr id="0" name="图片 3161"/>
                      <p:cNvPicPr/>
                      <p:nvPr/>
                    </p:nvPicPr>
                    <p:blipFill>
                      <a:blip r:embed="rId10"/>
                      <a:stretch>
                        <a:fillRect/>
                      </a:stretch>
                    </p:blipFill>
                    <p:spPr>
                      <a:xfrm>
                        <a:off x="1887538" y="3357563"/>
                        <a:ext cx="5297487" cy="660400"/>
                      </a:xfrm>
                      <a:prstGeom prst="rect">
                        <a:avLst/>
                      </a:prstGeom>
                      <a:noFill/>
                      <a:ln w="38100">
                        <a:noFill/>
                        <a:miter/>
                      </a:ln>
                    </p:spPr>
                  </p:pic>
                </p:oleObj>
              </mc:Fallback>
            </mc:AlternateContent>
          </a:graphicData>
        </a:graphic>
      </p:graphicFrame>
      <p:graphicFrame>
        <p:nvGraphicFramePr>
          <p:cNvPr id="4" name="Object 2"/>
          <p:cNvGraphicFramePr/>
          <p:nvPr/>
        </p:nvGraphicFramePr>
        <p:xfrm>
          <a:off x="357188" y="5143500"/>
          <a:ext cx="8667750" cy="660400"/>
        </p:xfrm>
        <a:graphic>
          <a:graphicData uri="http://schemas.openxmlformats.org/presentationml/2006/ole">
            <mc:AlternateContent xmlns:mc="http://schemas.openxmlformats.org/markup-compatibility/2006">
              <mc:Choice xmlns:v="urn:schemas-microsoft-com:vml" Requires="v">
                <p:oleObj spid="_x0000_s3154" name="" r:id="rId11" imgW="3199130" imgH="241300" progId="Equation.DSMT4">
                  <p:embed/>
                </p:oleObj>
              </mc:Choice>
              <mc:Fallback>
                <p:oleObj name="" r:id="rId11" imgW="3199130" imgH="241300" progId="Equation.DSMT4">
                  <p:embed/>
                  <p:pic>
                    <p:nvPicPr>
                      <p:cNvPr id="0" name="图片 3153"/>
                      <p:cNvPicPr/>
                      <p:nvPr/>
                    </p:nvPicPr>
                    <p:blipFill>
                      <a:blip r:embed="rId12"/>
                      <a:stretch>
                        <a:fillRect/>
                      </a:stretch>
                    </p:blipFill>
                    <p:spPr>
                      <a:xfrm>
                        <a:off x="357188" y="5143500"/>
                        <a:ext cx="8667750" cy="660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530"/>
                                        </p:tgtEl>
                                        <p:attrNameLst>
                                          <p:attrName>style.visibility</p:attrName>
                                        </p:attrNameLst>
                                      </p:cBhvr>
                                      <p:to>
                                        <p:strVal val="visible"/>
                                      </p:to>
                                    </p:set>
                                    <p:animEffect transition="in" filter="wipe(left)">
                                      <p:cBhvr>
                                        <p:cTn id="12" dur="500"/>
                                        <p:tgtEl>
                                          <p:spTgt spid="225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531"/>
                                        </p:tgtEl>
                                        <p:attrNameLst>
                                          <p:attrName>style.visibility</p:attrName>
                                        </p:attrNameLst>
                                      </p:cBhvr>
                                      <p:to>
                                        <p:strVal val="visible"/>
                                      </p:to>
                                    </p:set>
                                    <p:animEffect transition="in" filter="wipe(left)">
                                      <p:cBhvr>
                                        <p:cTn id="17" dur="500"/>
                                        <p:tgtEl>
                                          <p:spTgt spid="225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532"/>
                                        </p:tgtEl>
                                        <p:attrNameLst>
                                          <p:attrName>style.visibility</p:attrName>
                                        </p:attrNameLst>
                                      </p:cBhvr>
                                      <p:to>
                                        <p:strVal val="visible"/>
                                      </p:to>
                                    </p:set>
                                    <p:animEffect transition="in" filter="wipe(left)">
                                      <p:cBhvr>
                                        <p:cTn id="22" dur="500"/>
                                        <p:tgtEl>
                                          <p:spTgt spid="225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38">
                                            <p:txEl>
                                              <p:charRg st="0" end="9"/>
                                            </p:txEl>
                                          </p:spTgt>
                                        </p:tgtEl>
                                        <p:attrNameLst>
                                          <p:attrName>style.visibility</p:attrName>
                                        </p:attrNameLst>
                                      </p:cBhvr>
                                      <p:to>
                                        <p:strVal val="visible"/>
                                      </p:to>
                                    </p:set>
                                    <p:animEffect transition="in" filter="wipe(left)">
                                      <p:cBhvr>
                                        <p:cTn id="32" dur="500"/>
                                        <p:tgtEl>
                                          <p:spTgt spid="22538">
                                            <p:txEl>
                                              <p:charRg st="0"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8"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Text Box 3"/>
          <p:cNvSpPr txBox="1"/>
          <p:nvPr/>
        </p:nvSpPr>
        <p:spPr>
          <a:xfrm>
            <a:off x="533400" y="381000"/>
            <a:ext cx="8467725" cy="1076325"/>
          </a:xfrm>
          <a:prstGeom prst="rect">
            <a:avLst/>
          </a:prstGeom>
          <a:noFill/>
          <a:ln w="9525">
            <a:noFill/>
          </a:ln>
        </p:spPr>
        <p:txBody>
          <a:bodyPr anchor="t" anchorCtr="0">
            <a:spAutoFit/>
          </a:bodyPr>
          <a:p>
            <a:pPr>
              <a:spcBef>
                <a:spcPct val="50000"/>
              </a:spcBef>
            </a:pPr>
            <a:r>
              <a:rPr lang="zh-CN" altLang="en-US" sz="3200" dirty="0">
                <a:solidFill>
                  <a:srgbClr val="0070C0"/>
                </a:solidFill>
                <a:latin typeface="Times New Roman" panose="02020603050405020304" pitchFamily="18" charset="0"/>
                <a:ea typeface="黑体" panose="02010609060101010101" pitchFamily="49" charset="-122"/>
              </a:rPr>
              <a:t>例</a:t>
            </a:r>
            <a:r>
              <a:rPr lang="zh-CN" altLang="en-US" sz="3200" dirty="0">
                <a:latin typeface="Times New Roman" panose="02020603050405020304" pitchFamily="18" charset="0"/>
                <a:ea typeface="黑体" panose="02010609060101010101" pitchFamily="49" charset="-122"/>
              </a:rPr>
              <a:t>求插值于点</a:t>
            </a:r>
            <a:r>
              <a:rPr lang="en-US" altLang="zh-CN" sz="3200" dirty="0">
                <a:latin typeface="Times New Roman" panose="02020603050405020304" pitchFamily="18" charset="0"/>
                <a:ea typeface="黑体" panose="02010609060101010101" pitchFamily="49" charset="-122"/>
              </a:rPr>
              <a:t>(-2,-56),(-1,-16),(0,-2)</a:t>
            </a:r>
            <a:r>
              <a:rPr lang="zh-CN" altLang="en-US" sz="3200" dirty="0">
                <a:latin typeface="Times New Roman" panose="02020603050405020304" pitchFamily="18" charset="0"/>
                <a:ea typeface="黑体" panose="02010609060101010101" pitchFamily="49" charset="-122"/>
              </a:rPr>
              <a:t>的</a:t>
            </a:r>
            <a:r>
              <a:rPr lang="zh-CN" altLang="en-US" sz="3200" dirty="0">
                <a:solidFill>
                  <a:srgbClr val="7030A0"/>
                </a:solidFill>
                <a:latin typeface="Times New Roman" panose="02020603050405020304" pitchFamily="18" charset="0"/>
                <a:ea typeface="黑体" panose="02010609060101010101" pitchFamily="49" charset="-122"/>
              </a:rPr>
              <a:t>次数小于等于</a:t>
            </a:r>
            <a:r>
              <a:rPr lang="en-US" altLang="zh-CN" sz="3200" dirty="0">
                <a:solidFill>
                  <a:srgbClr val="7030A0"/>
                </a:solidFill>
                <a:latin typeface="Times New Roman" panose="02020603050405020304" pitchFamily="18" charset="0"/>
                <a:ea typeface="黑体" panose="02010609060101010101" pitchFamily="49" charset="-122"/>
              </a:rPr>
              <a:t>2</a:t>
            </a:r>
            <a:r>
              <a:rPr lang="zh-CN" altLang="en-US" sz="3200" dirty="0">
                <a:latin typeface="Times New Roman" panose="02020603050405020304" pitchFamily="18" charset="0"/>
                <a:ea typeface="黑体" panose="02010609060101010101" pitchFamily="49" charset="-122"/>
              </a:rPr>
              <a:t>的牛顿插值多项式。</a:t>
            </a:r>
            <a:endParaRPr lang="zh-CN" altLang="en-US" sz="3200" dirty="0">
              <a:latin typeface="Times New Roman" panose="02020603050405020304" pitchFamily="18" charset="0"/>
              <a:ea typeface="黑体" panose="02010609060101010101" pitchFamily="49" charset="-122"/>
            </a:endParaRPr>
          </a:p>
        </p:txBody>
      </p:sp>
      <p:graphicFrame>
        <p:nvGraphicFramePr>
          <p:cNvPr id="3" name="Object 5"/>
          <p:cNvGraphicFramePr/>
          <p:nvPr/>
        </p:nvGraphicFramePr>
        <p:xfrm>
          <a:off x="1785938" y="2222500"/>
          <a:ext cx="1801812" cy="1641475"/>
        </p:xfrm>
        <a:graphic>
          <a:graphicData uri="http://schemas.openxmlformats.org/presentationml/2006/ole">
            <mc:AlternateContent xmlns:mc="http://schemas.openxmlformats.org/markup-compatibility/2006">
              <mc:Choice xmlns:v="urn:schemas-microsoft-com:vml" Requires="v">
                <p:oleObj spid="_x0000_s3156" name="" r:id="rId1" imgW="711200" imgH="647700" progId="Equation.DSMT4">
                  <p:embed/>
                </p:oleObj>
              </mc:Choice>
              <mc:Fallback>
                <p:oleObj name="" r:id="rId1" imgW="711200" imgH="647700" progId="Equation.DSMT4">
                  <p:embed/>
                  <p:pic>
                    <p:nvPicPr>
                      <p:cNvPr id="0" name="图片 3155"/>
                      <p:cNvPicPr/>
                      <p:nvPr/>
                    </p:nvPicPr>
                    <p:blipFill>
                      <a:blip r:embed="rId2"/>
                      <a:stretch>
                        <a:fillRect/>
                      </a:stretch>
                    </p:blipFill>
                    <p:spPr>
                      <a:xfrm>
                        <a:off x="1785938" y="2222500"/>
                        <a:ext cx="1801812" cy="1641475"/>
                      </a:xfrm>
                      <a:prstGeom prst="rect">
                        <a:avLst/>
                      </a:prstGeom>
                      <a:noFill/>
                      <a:ln w="38100">
                        <a:noFill/>
                        <a:miter/>
                      </a:ln>
                    </p:spPr>
                  </p:pic>
                </p:oleObj>
              </mc:Fallback>
            </mc:AlternateContent>
          </a:graphicData>
        </a:graphic>
      </p:graphicFrame>
      <p:graphicFrame>
        <p:nvGraphicFramePr>
          <p:cNvPr id="4" name="Object 6"/>
          <p:cNvGraphicFramePr/>
          <p:nvPr/>
        </p:nvGraphicFramePr>
        <p:xfrm>
          <a:off x="3995738" y="2852738"/>
          <a:ext cx="1512887" cy="1611312"/>
        </p:xfrm>
        <a:graphic>
          <a:graphicData uri="http://schemas.openxmlformats.org/presentationml/2006/ole">
            <mc:AlternateContent xmlns:mc="http://schemas.openxmlformats.org/markup-compatibility/2006">
              <mc:Choice xmlns:v="urn:schemas-microsoft-com:vml" Requires="v">
                <p:oleObj spid="_x0000_s3157" name="" r:id="rId3" imgW="596900" imgH="635000" progId="Equation.DSMT4">
                  <p:embed/>
                </p:oleObj>
              </mc:Choice>
              <mc:Fallback>
                <p:oleObj name="" r:id="rId3" imgW="596900" imgH="635000" progId="Equation.DSMT4">
                  <p:embed/>
                  <p:pic>
                    <p:nvPicPr>
                      <p:cNvPr id="0" name="图片 3156"/>
                      <p:cNvPicPr/>
                      <p:nvPr/>
                    </p:nvPicPr>
                    <p:blipFill>
                      <a:blip r:embed="rId4"/>
                      <a:stretch>
                        <a:fillRect/>
                      </a:stretch>
                    </p:blipFill>
                    <p:spPr>
                      <a:xfrm>
                        <a:off x="3995738" y="2852738"/>
                        <a:ext cx="1512887" cy="1611312"/>
                      </a:xfrm>
                      <a:prstGeom prst="rect">
                        <a:avLst/>
                      </a:prstGeom>
                      <a:noFill/>
                      <a:ln w="38100">
                        <a:noFill/>
                        <a:miter/>
                      </a:ln>
                    </p:spPr>
                  </p:pic>
                </p:oleObj>
              </mc:Fallback>
            </mc:AlternateContent>
          </a:graphicData>
        </a:graphic>
      </p:graphicFrame>
      <p:graphicFrame>
        <p:nvGraphicFramePr>
          <p:cNvPr id="5" name="Object 7"/>
          <p:cNvGraphicFramePr/>
          <p:nvPr/>
        </p:nvGraphicFramePr>
        <p:xfrm>
          <a:off x="4597400" y="3381375"/>
          <a:ext cx="1576388" cy="1611313"/>
        </p:xfrm>
        <a:graphic>
          <a:graphicData uri="http://schemas.openxmlformats.org/presentationml/2006/ole">
            <mc:AlternateContent xmlns:mc="http://schemas.openxmlformats.org/markup-compatibility/2006">
              <mc:Choice xmlns:v="urn:schemas-microsoft-com:vml" Requires="v">
                <p:oleObj spid="_x0000_s3159" name="" r:id="rId5" imgW="622300" imgH="635000" progId="Equation.DSMT4">
                  <p:embed/>
                </p:oleObj>
              </mc:Choice>
              <mc:Fallback>
                <p:oleObj name="" r:id="rId5" imgW="622300" imgH="635000" progId="Equation.DSMT4">
                  <p:embed/>
                  <p:pic>
                    <p:nvPicPr>
                      <p:cNvPr id="0" name="图片 3158"/>
                      <p:cNvPicPr/>
                      <p:nvPr/>
                    </p:nvPicPr>
                    <p:blipFill>
                      <a:blip r:embed="rId6"/>
                      <a:stretch>
                        <a:fillRect/>
                      </a:stretch>
                    </p:blipFill>
                    <p:spPr>
                      <a:xfrm>
                        <a:off x="4597400" y="3381375"/>
                        <a:ext cx="1576388" cy="1611313"/>
                      </a:xfrm>
                      <a:prstGeom prst="rect">
                        <a:avLst/>
                      </a:prstGeom>
                      <a:noFill/>
                      <a:ln w="38100">
                        <a:noFill/>
                        <a:miter/>
                      </a:ln>
                    </p:spPr>
                  </p:pic>
                </p:oleObj>
              </mc:Fallback>
            </mc:AlternateContent>
          </a:graphicData>
        </a:graphic>
      </p:graphicFrame>
      <p:graphicFrame>
        <p:nvGraphicFramePr>
          <p:cNvPr id="8" name="Object 5"/>
          <p:cNvGraphicFramePr/>
          <p:nvPr/>
        </p:nvGraphicFramePr>
        <p:xfrm>
          <a:off x="1403350" y="4724400"/>
          <a:ext cx="5975350" cy="469900"/>
        </p:xfrm>
        <a:graphic>
          <a:graphicData uri="http://schemas.openxmlformats.org/presentationml/2006/ole">
            <mc:AlternateContent xmlns:mc="http://schemas.openxmlformats.org/markup-compatibility/2006">
              <mc:Choice xmlns:v="urn:schemas-microsoft-com:vml" Requires="v">
                <p:oleObj spid="_x0000_s3164" name="" r:id="rId7" imgW="2575560" imgH="203200" progId="Equation.DSMT4">
                  <p:embed/>
                </p:oleObj>
              </mc:Choice>
              <mc:Fallback>
                <p:oleObj name="" r:id="rId7" imgW="2575560" imgH="203200" progId="Equation.DSMT4">
                  <p:embed/>
                  <p:pic>
                    <p:nvPicPr>
                      <p:cNvPr id="0" name="图片 3163"/>
                      <p:cNvPicPr/>
                      <p:nvPr/>
                    </p:nvPicPr>
                    <p:blipFill>
                      <a:blip r:embed="rId8"/>
                      <a:stretch>
                        <a:fillRect/>
                      </a:stretch>
                    </p:blipFill>
                    <p:spPr>
                      <a:xfrm>
                        <a:off x="1403350" y="4724400"/>
                        <a:ext cx="5975350" cy="4699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Text Box 3"/>
          <p:cNvSpPr txBox="1"/>
          <p:nvPr/>
        </p:nvSpPr>
        <p:spPr>
          <a:xfrm>
            <a:off x="533400" y="381000"/>
            <a:ext cx="8467725" cy="1076325"/>
          </a:xfrm>
          <a:prstGeom prst="rect">
            <a:avLst/>
          </a:prstGeom>
          <a:noFill/>
          <a:ln w="9525">
            <a:noFill/>
          </a:ln>
        </p:spPr>
        <p:txBody>
          <a:bodyPr anchor="t" anchorCtr="0">
            <a:spAutoFit/>
          </a:bodyPr>
          <a:p>
            <a:pPr>
              <a:spcBef>
                <a:spcPct val="50000"/>
              </a:spcBef>
            </a:pPr>
            <a:r>
              <a:rPr lang="zh-CN" altLang="en-US" sz="3200" dirty="0">
                <a:solidFill>
                  <a:srgbClr val="0070C0"/>
                </a:solidFill>
                <a:latin typeface="Times New Roman" panose="02020603050405020304" pitchFamily="18" charset="0"/>
                <a:ea typeface="黑体" panose="02010609060101010101" pitchFamily="49" charset="-122"/>
              </a:rPr>
              <a:t>例</a:t>
            </a:r>
            <a:r>
              <a:rPr lang="zh-CN" altLang="en-US" sz="3200" dirty="0">
                <a:latin typeface="Times New Roman" panose="02020603050405020304" pitchFamily="18" charset="0"/>
                <a:ea typeface="黑体" panose="02010609060101010101" pitchFamily="49" charset="-122"/>
              </a:rPr>
              <a:t>求插值于点</a:t>
            </a:r>
            <a:r>
              <a:rPr lang="en-US" altLang="zh-CN" sz="3200" dirty="0">
                <a:latin typeface="Times New Roman" panose="02020603050405020304" pitchFamily="18" charset="0"/>
                <a:ea typeface="黑体" panose="02010609060101010101" pitchFamily="49" charset="-122"/>
              </a:rPr>
              <a:t>(-2,-56),(-1,-16),(0,-2),(1,-2),(3,4)</a:t>
            </a:r>
            <a:r>
              <a:rPr lang="zh-CN" altLang="en-US" sz="3200" dirty="0">
                <a:latin typeface="Times New Roman" panose="02020603050405020304" pitchFamily="18" charset="0"/>
                <a:ea typeface="黑体" panose="02010609060101010101" pitchFamily="49" charset="-122"/>
              </a:rPr>
              <a:t>的</a:t>
            </a:r>
            <a:r>
              <a:rPr lang="zh-CN" altLang="en-US" sz="3200" dirty="0">
                <a:solidFill>
                  <a:srgbClr val="7030A0"/>
                </a:solidFill>
                <a:latin typeface="Times New Roman" panose="02020603050405020304" pitchFamily="18" charset="0"/>
                <a:ea typeface="黑体" panose="02010609060101010101" pitchFamily="49" charset="-122"/>
              </a:rPr>
              <a:t>次数小于等于</a:t>
            </a:r>
            <a:r>
              <a:rPr lang="en-US" altLang="zh-CN" sz="3200" dirty="0">
                <a:solidFill>
                  <a:srgbClr val="7030A0"/>
                </a:solidFill>
                <a:latin typeface="Times New Roman" panose="02020603050405020304" pitchFamily="18" charset="0"/>
                <a:ea typeface="黑体" panose="02010609060101010101" pitchFamily="49" charset="-122"/>
              </a:rPr>
              <a:t>4</a:t>
            </a:r>
            <a:r>
              <a:rPr lang="zh-CN" altLang="en-US" sz="3200" dirty="0">
                <a:latin typeface="Times New Roman" panose="02020603050405020304" pitchFamily="18" charset="0"/>
                <a:ea typeface="黑体" panose="02010609060101010101" pitchFamily="49" charset="-122"/>
              </a:rPr>
              <a:t>的牛顿插值多项式。</a:t>
            </a:r>
            <a:endParaRPr lang="zh-CN" altLang="en-US" sz="3200" dirty="0">
              <a:latin typeface="Times New Roman" panose="02020603050405020304" pitchFamily="18" charset="0"/>
              <a:ea typeface="黑体" panose="02010609060101010101" pitchFamily="49" charset="-122"/>
            </a:endParaRPr>
          </a:p>
        </p:txBody>
      </p:sp>
      <p:graphicFrame>
        <p:nvGraphicFramePr>
          <p:cNvPr id="3" name="Object 5"/>
          <p:cNvGraphicFramePr/>
          <p:nvPr/>
        </p:nvGraphicFramePr>
        <p:xfrm>
          <a:off x="1785938" y="1643063"/>
          <a:ext cx="1801812" cy="2801937"/>
        </p:xfrm>
        <a:graphic>
          <a:graphicData uri="http://schemas.openxmlformats.org/presentationml/2006/ole">
            <mc:AlternateContent xmlns:mc="http://schemas.openxmlformats.org/markup-compatibility/2006">
              <mc:Choice xmlns:v="urn:schemas-microsoft-com:vml" Requires="v">
                <p:oleObj spid="_x0000_s3173" name="" r:id="rId1" imgW="711200" imgH="1104265" progId="Equation.DSMT4">
                  <p:embed/>
                </p:oleObj>
              </mc:Choice>
              <mc:Fallback>
                <p:oleObj name="" r:id="rId1" imgW="711200" imgH="1104265" progId="Equation.DSMT4">
                  <p:embed/>
                  <p:pic>
                    <p:nvPicPr>
                      <p:cNvPr id="0" name="图片 3172"/>
                      <p:cNvPicPr/>
                      <p:nvPr/>
                    </p:nvPicPr>
                    <p:blipFill>
                      <a:blip r:embed="rId2"/>
                      <a:stretch>
                        <a:fillRect/>
                      </a:stretch>
                    </p:blipFill>
                    <p:spPr>
                      <a:xfrm>
                        <a:off x="1785938" y="1643063"/>
                        <a:ext cx="1801812" cy="2801937"/>
                      </a:xfrm>
                      <a:prstGeom prst="rect">
                        <a:avLst/>
                      </a:prstGeom>
                      <a:noFill/>
                      <a:ln w="38100">
                        <a:noFill/>
                        <a:miter/>
                      </a:ln>
                    </p:spPr>
                  </p:pic>
                </p:oleObj>
              </mc:Fallback>
            </mc:AlternateContent>
          </a:graphicData>
        </a:graphic>
      </p:graphicFrame>
      <p:graphicFrame>
        <p:nvGraphicFramePr>
          <p:cNvPr id="4" name="Object 6"/>
          <p:cNvGraphicFramePr/>
          <p:nvPr/>
        </p:nvGraphicFramePr>
        <p:xfrm>
          <a:off x="4044950" y="2262188"/>
          <a:ext cx="1093788" cy="2770187"/>
        </p:xfrm>
        <a:graphic>
          <a:graphicData uri="http://schemas.openxmlformats.org/presentationml/2006/ole">
            <mc:AlternateContent xmlns:mc="http://schemas.openxmlformats.org/markup-compatibility/2006">
              <mc:Choice xmlns:v="urn:schemas-microsoft-com:vml" Requires="v">
                <p:oleObj spid="_x0000_s3165" name="" r:id="rId3" imgW="431800" imgH="1091565" progId="Equation.DSMT4">
                  <p:embed/>
                </p:oleObj>
              </mc:Choice>
              <mc:Fallback>
                <p:oleObj name="" r:id="rId3" imgW="431800" imgH="1091565" progId="Equation.DSMT4">
                  <p:embed/>
                  <p:pic>
                    <p:nvPicPr>
                      <p:cNvPr id="0" name="图片 3164"/>
                      <p:cNvPicPr/>
                      <p:nvPr/>
                    </p:nvPicPr>
                    <p:blipFill>
                      <a:blip r:embed="rId4"/>
                      <a:stretch>
                        <a:fillRect/>
                      </a:stretch>
                    </p:blipFill>
                    <p:spPr>
                      <a:xfrm>
                        <a:off x="4044950" y="2262188"/>
                        <a:ext cx="1093788" cy="2770187"/>
                      </a:xfrm>
                      <a:prstGeom prst="rect">
                        <a:avLst/>
                      </a:prstGeom>
                      <a:noFill/>
                      <a:ln w="38100">
                        <a:noFill/>
                        <a:miter/>
                      </a:ln>
                    </p:spPr>
                  </p:pic>
                </p:oleObj>
              </mc:Fallback>
            </mc:AlternateContent>
          </a:graphicData>
        </a:graphic>
      </p:graphicFrame>
      <p:graphicFrame>
        <p:nvGraphicFramePr>
          <p:cNvPr id="5" name="Object 7"/>
          <p:cNvGraphicFramePr/>
          <p:nvPr/>
        </p:nvGraphicFramePr>
        <p:xfrm>
          <a:off x="4725988" y="2873375"/>
          <a:ext cx="1319212" cy="2771775"/>
        </p:xfrm>
        <a:graphic>
          <a:graphicData uri="http://schemas.openxmlformats.org/presentationml/2006/ole">
            <mc:AlternateContent xmlns:mc="http://schemas.openxmlformats.org/markup-compatibility/2006">
              <mc:Choice xmlns:v="urn:schemas-microsoft-com:vml" Requires="v">
                <p:oleObj spid="_x0000_s3167" name="" r:id="rId5" imgW="520700" imgH="1091565" progId="Equation.DSMT4">
                  <p:embed/>
                </p:oleObj>
              </mc:Choice>
              <mc:Fallback>
                <p:oleObj name="" r:id="rId5" imgW="520700" imgH="1091565" progId="Equation.DSMT4">
                  <p:embed/>
                  <p:pic>
                    <p:nvPicPr>
                      <p:cNvPr id="0" name="图片 3166"/>
                      <p:cNvPicPr/>
                      <p:nvPr/>
                    </p:nvPicPr>
                    <p:blipFill>
                      <a:blip r:embed="rId6"/>
                      <a:stretch>
                        <a:fillRect/>
                      </a:stretch>
                    </p:blipFill>
                    <p:spPr>
                      <a:xfrm>
                        <a:off x="4725988" y="2873375"/>
                        <a:ext cx="1319212" cy="2771775"/>
                      </a:xfrm>
                      <a:prstGeom prst="rect">
                        <a:avLst/>
                      </a:prstGeom>
                      <a:noFill/>
                      <a:ln w="38100">
                        <a:noFill/>
                        <a:miter/>
                      </a:ln>
                    </p:spPr>
                  </p:pic>
                </p:oleObj>
              </mc:Fallback>
            </mc:AlternateContent>
          </a:graphicData>
        </a:graphic>
      </p:graphicFrame>
      <p:graphicFrame>
        <p:nvGraphicFramePr>
          <p:cNvPr id="6" name="Object 8"/>
          <p:cNvGraphicFramePr/>
          <p:nvPr/>
        </p:nvGraphicFramePr>
        <p:xfrm>
          <a:off x="5929313" y="3487738"/>
          <a:ext cx="611187" cy="1031875"/>
        </p:xfrm>
        <a:graphic>
          <a:graphicData uri="http://schemas.openxmlformats.org/presentationml/2006/ole">
            <mc:AlternateContent xmlns:mc="http://schemas.openxmlformats.org/markup-compatibility/2006">
              <mc:Choice xmlns:v="urn:schemas-microsoft-com:vml" Requires="v">
                <p:oleObj spid="_x0000_s3170" name="" r:id="rId7" imgW="241300" imgH="405765" progId="Equation.DSMT4">
                  <p:embed/>
                </p:oleObj>
              </mc:Choice>
              <mc:Fallback>
                <p:oleObj name="" r:id="rId7" imgW="241300" imgH="405765" progId="Equation.DSMT4">
                  <p:embed/>
                  <p:pic>
                    <p:nvPicPr>
                      <p:cNvPr id="0" name="图片 3169"/>
                      <p:cNvPicPr/>
                      <p:nvPr/>
                    </p:nvPicPr>
                    <p:blipFill>
                      <a:blip r:embed="rId8"/>
                      <a:stretch>
                        <a:fillRect/>
                      </a:stretch>
                    </p:blipFill>
                    <p:spPr>
                      <a:xfrm>
                        <a:off x="5929313" y="3487738"/>
                        <a:ext cx="611187" cy="1031875"/>
                      </a:xfrm>
                      <a:prstGeom prst="rect">
                        <a:avLst/>
                      </a:prstGeom>
                      <a:noFill/>
                      <a:ln w="38100">
                        <a:noFill/>
                        <a:miter/>
                      </a:ln>
                    </p:spPr>
                  </p:pic>
                </p:oleObj>
              </mc:Fallback>
            </mc:AlternateContent>
          </a:graphicData>
        </a:graphic>
      </p:graphicFrame>
      <p:graphicFrame>
        <p:nvGraphicFramePr>
          <p:cNvPr id="7" name="Object 8"/>
          <p:cNvGraphicFramePr/>
          <p:nvPr/>
        </p:nvGraphicFramePr>
        <p:xfrm>
          <a:off x="6643688" y="4019550"/>
          <a:ext cx="320675" cy="547688"/>
        </p:xfrm>
        <a:graphic>
          <a:graphicData uri="http://schemas.openxmlformats.org/presentationml/2006/ole">
            <mc:AlternateContent xmlns:mc="http://schemas.openxmlformats.org/markup-compatibility/2006">
              <mc:Choice xmlns:v="urn:schemas-microsoft-com:vml" Requires="v">
                <p:oleObj spid="_x0000_s3178" name="" r:id="rId9" imgW="127000" imgH="215265" progId="Equation.DSMT4">
                  <p:embed/>
                </p:oleObj>
              </mc:Choice>
              <mc:Fallback>
                <p:oleObj name="" r:id="rId9" imgW="127000" imgH="215265" progId="Equation.DSMT4">
                  <p:embed/>
                  <p:pic>
                    <p:nvPicPr>
                      <p:cNvPr id="0" name="图片 3177"/>
                      <p:cNvPicPr/>
                      <p:nvPr/>
                    </p:nvPicPr>
                    <p:blipFill>
                      <a:blip r:embed="rId10"/>
                      <a:stretch>
                        <a:fillRect/>
                      </a:stretch>
                    </p:blipFill>
                    <p:spPr>
                      <a:xfrm>
                        <a:off x="6643688" y="4019550"/>
                        <a:ext cx="320675" cy="547688"/>
                      </a:xfrm>
                      <a:prstGeom prst="rect">
                        <a:avLst/>
                      </a:prstGeom>
                      <a:noFill/>
                      <a:ln w="38100">
                        <a:noFill/>
                        <a:miter/>
                      </a:ln>
                    </p:spPr>
                  </p:pic>
                </p:oleObj>
              </mc:Fallback>
            </mc:AlternateContent>
          </a:graphicData>
        </a:graphic>
      </p:graphicFrame>
      <p:graphicFrame>
        <p:nvGraphicFramePr>
          <p:cNvPr id="8" name="Object 5"/>
          <p:cNvGraphicFramePr/>
          <p:nvPr/>
        </p:nvGraphicFramePr>
        <p:xfrm>
          <a:off x="285750" y="4714875"/>
          <a:ext cx="8858250" cy="469900"/>
        </p:xfrm>
        <a:graphic>
          <a:graphicData uri="http://schemas.openxmlformats.org/presentationml/2006/ole">
            <mc:AlternateContent xmlns:mc="http://schemas.openxmlformats.org/markup-compatibility/2006">
              <mc:Choice xmlns:v="urn:schemas-microsoft-com:vml" Requires="v">
                <p:oleObj spid="_x0000_s3174" name="" r:id="rId11" imgW="3819525" imgH="203200" progId="Equation.DSMT4">
                  <p:embed/>
                </p:oleObj>
              </mc:Choice>
              <mc:Fallback>
                <p:oleObj name="" r:id="rId11" imgW="3819525" imgH="203200" progId="Equation.DSMT4">
                  <p:embed/>
                  <p:pic>
                    <p:nvPicPr>
                      <p:cNvPr id="0" name="图片 3173"/>
                      <p:cNvPicPr/>
                      <p:nvPr/>
                    </p:nvPicPr>
                    <p:blipFill>
                      <a:blip r:embed="rId12"/>
                      <a:stretch>
                        <a:fillRect/>
                      </a:stretch>
                    </p:blipFill>
                    <p:spPr>
                      <a:xfrm>
                        <a:off x="285750" y="4714875"/>
                        <a:ext cx="8858250" cy="469900"/>
                      </a:xfrm>
                      <a:prstGeom prst="rect">
                        <a:avLst/>
                      </a:prstGeom>
                      <a:noFill/>
                      <a:ln w="38100">
                        <a:noFill/>
                        <a:miter/>
                      </a:ln>
                    </p:spPr>
                  </p:pic>
                </p:oleObj>
              </mc:Fallback>
            </mc:AlternateContent>
          </a:graphicData>
        </a:graphic>
      </p:graphicFrame>
      <p:graphicFrame>
        <p:nvGraphicFramePr>
          <p:cNvPr id="3082" name="Object 10"/>
          <p:cNvGraphicFramePr/>
          <p:nvPr/>
        </p:nvGraphicFramePr>
        <p:xfrm>
          <a:off x="155575" y="5429250"/>
          <a:ext cx="6273800" cy="476250"/>
        </p:xfrm>
        <a:graphic>
          <a:graphicData uri="http://schemas.openxmlformats.org/presentationml/2006/ole">
            <mc:AlternateContent xmlns:mc="http://schemas.openxmlformats.org/markup-compatibility/2006">
              <mc:Choice xmlns:v="urn:schemas-microsoft-com:vml" Requires="v">
                <p:oleObj spid="_x0000_s3172" name="" r:id="rId13" imgW="2677160" imgH="203200" progId="Equation.DSMT4">
                  <p:embed/>
                </p:oleObj>
              </mc:Choice>
              <mc:Fallback>
                <p:oleObj name="" r:id="rId13" imgW="2677160" imgH="203200" progId="Equation.DSMT4">
                  <p:embed/>
                  <p:pic>
                    <p:nvPicPr>
                      <p:cNvPr id="0" name="图片 3171"/>
                      <p:cNvPicPr/>
                      <p:nvPr/>
                    </p:nvPicPr>
                    <p:blipFill>
                      <a:blip r:embed="rId14"/>
                      <a:stretch>
                        <a:fillRect/>
                      </a:stretch>
                    </p:blipFill>
                    <p:spPr>
                      <a:xfrm>
                        <a:off x="155575" y="5429250"/>
                        <a:ext cx="6273800" cy="4762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082"/>
                                        </p:tgtEl>
                                        <p:attrNameLst>
                                          <p:attrName>style.visibility</p:attrName>
                                        </p:attrNameLst>
                                      </p:cBhvr>
                                      <p:to>
                                        <p:strVal val="visible"/>
                                      </p:to>
                                    </p:set>
                                    <p:anim calcmode="lin" valueType="num">
                                      <p:cBhvr>
                                        <p:cTn id="37" dur="500" fill="hold"/>
                                        <p:tgtEl>
                                          <p:spTgt spid="3082"/>
                                        </p:tgtEl>
                                        <p:attrNameLst>
                                          <p:attrName>ppt_x</p:attrName>
                                        </p:attrNameLst>
                                      </p:cBhvr>
                                      <p:tavLst>
                                        <p:tav tm="0">
                                          <p:val>
                                            <p:strVal val="0-#ppt_w/2"/>
                                          </p:val>
                                        </p:tav>
                                        <p:tav tm="100000">
                                          <p:val>
                                            <p:strVal val="#ppt_x"/>
                                          </p:val>
                                        </p:tav>
                                      </p:tavLst>
                                    </p:anim>
                                    <p:anim calcmode="lin" valueType="num">
                                      <p:cBhvr>
                                        <p:cTn id="38" dur="500" fill="hold"/>
                                        <p:tgtEl>
                                          <p:spTgt spid="30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文本框 1"/>
          <p:cNvSpPr txBox="1"/>
          <p:nvPr/>
        </p:nvSpPr>
        <p:spPr>
          <a:xfrm>
            <a:off x="1466850" y="457200"/>
            <a:ext cx="5915025" cy="1814513"/>
          </a:xfrm>
          <a:prstGeom prst="rect">
            <a:avLst/>
          </a:prstGeom>
          <a:noFill/>
          <a:ln w="9525">
            <a:noFill/>
          </a:ln>
        </p:spPr>
        <p:txBody>
          <a:bodyPr wrap="square" anchor="t" anchorCtr="0">
            <a:spAutoFit/>
          </a:bodyPr>
          <a:p>
            <a:r>
              <a:rPr lang="zh-CN" altLang="en-US">
                <a:latin typeface="Times New Roman" panose="02020603050405020304" pitchFamily="18" charset="0"/>
                <a:ea typeface="宋体" panose="02010600030101010101" pitchFamily="2" charset="-122"/>
              </a:rPr>
              <a:t>难点</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函数值和导数值插值</a:t>
            </a:r>
            <a:endParaRPr lang="zh-CN" altLang="en-US">
              <a:latin typeface="Times New Roman" panose="02020603050405020304" pitchFamily="18" charset="0"/>
              <a:ea typeface="宋体" panose="02010600030101010101" pitchFamily="2" charset="-122"/>
            </a:endParaRPr>
          </a:p>
          <a:p>
            <a:endParaRPr lang="zh-CN" altLang="en-US">
              <a:latin typeface="Times New Roman" panose="02020603050405020304" pitchFamily="18" charset="0"/>
              <a:ea typeface="宋体" panose="02010600030101010101" pitchFamily="2" charset="-122"/>
            </a:endParaRPr>
          </a:p>
          <a:p>
            <a:endParaRPr lang="zh-CN" altLang="en-US">
              <a:latin typeface="Times New Roman" panose="02020603050405020304" pitchFamily="18" charset="0"/>
              <a:ea typeface="宋体" panose="02010600030101010101" pitchFamily="2" charset="-122"/>
            </a:endParaRPr>
          </a:p>
          <a:p>
            <a:r>
              <a:rPr lang="zh-CN" altLang="en-US">
                <a:latin typeface="Times New Roman" panose="02020603050405020304" pitchFamily="18" charset="0"/>
                <a:ea typeface="宋体" panose="02010600030101010101" pitchFamily="2" charset="-122"/>
              </a:rPr>
              <a:t>泰勒展式与插值的关系</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9" name="Text Box 1035"/>
          <p:cNvSpPr txBox="1"/>
          <p:nvPr/>
        </p:nvSpPr>
        <p:spPr>
          <a:xfrm>
            <a:off x="214313" y="857250"/>
            <a:ext cx="8643937" cy="954088"/>
          </a:xfrm>
          <a:prstGeom prst="rect">
            <a:avLst/>
          </a:prstGeom>
          <a:noFill/>
          <a:ln w="9525">
            <a:noFill/>
          </a:ln>
        </p:spPr>
        <p:txBody>
          <a:bodyPr anchor="t" anchorCtr="0">
            <a:spAutoFit/>
          </a:bodyPr>
          <a:p>
            <a:pPr>
              <a:spcBef>
                <a:spcPct val="50000"/>
              </a:spcBef>
            </a:pPr>
            <a:r>
              <a:rPr lang="zh-CN" altLang="en-US" sz="2800" b="1" dirty="0">
                <a:solidFill>
                  <a:srgbClr val="0070C0"/>
                </a:solidFill>
                <a:latin typeface="Times New Roman" panose="02020603050405020304" pitchFamily="18" charset="0"/>
                <a:ea typeface="黑体" panose="02010609060101010101" pitchFamily="49" charset="-122"/>
              </a:rPr>
              <a:t>定理</a:t>
            </a:r>
            <a:r>
              <a:rPr lang="en-US" altLang="zh-CN" sz="2800" b="1" dirty="0">
                <a:solidFill>
                  <a:srgbClr val="0070C0"/>
                </a:solidFill>
                <a:latin typeface="Times New Roman" panose="02020603050405020304" pitchFamily="18" charset="0"/>
                <a:ea typeface="黑体" panose="02010609060101010101" pitchFamily="49" charset="-122"/>
              </a:rPr>
              <a:t>  </a:t>
            </a:r>
            <a:r>
              <a:rPr lang="en-US" altLang="zh-CN" sz="2800" b="1" i="1" dirty="0">
                <a:latin typeface="Times New Roman" panose="02020603050405020304" pitchFamily="18" charset="0"/>
                <a:ea typeface="黑体" panose="02010609060101010101" pitchFamily="49" charset="-122"/>
              </a:rPr>
              <a:t>x</a:t>
            </a:r>
            <a:r>
              <a:rPr lang="en-US" altLang="zh-CN" sz="2800" b="1" baseline="-25000" dirty="0">
                <a:latin typeface="Times New Roman" panose="02020603050405020304" pitchFamily="18" charset="0"/>
                <a:ea typeface="黑体" panose="02010609060101010101" pitchFamily="49" charset="-122"/>
              </a:rPr>
              <a:t>0</a:t>
            </a:r>
            <a:r>
              <a:rPr lang="zh-CN" altLang="en-US" sz="2800" b="1" dirty="0">
                <a:latin typeface="Times New Roman" panose="02020603050405020304" pitchFamily="18" charset="0"/>
                <a:ea typeface="黑体" panose="02010609060101010101" pitchFamily="49" charset="-122"/>
              </a:rPr>
              <a:t>和</a:t>
            </a:r>
            <a:r>
              <a:rPr lang="en-US" altLang="zh-CN" sz="2800" b="1" i="1" dirty="0">
                <a:latin typeface="Times New Roman" panose="02020603050405020304" pitchFamily="18" charset="0"/>
                <a:ea typeface="黑体" panose="02010609060101010101" pitchFamily="49" charset="-122"/>
              </a:rPr>
              <a:t>x</a:t>
            </a:r>
            <a:r>
              <a:rPr lang="en-US" altLang="zh-CN" sz="2800" b="1" baseline="-25000" dirty="0">
                <a:latin typeface="Times New Roman" panose="02020603050405020304" pitchFamily="18" charset="0"/>
                <a:ea typeface="黑体" panose="02010609060101010101" pitchFamily="49" charset="-122"/>
              </a:rPr>
              <a:t>1</a:t>
            </a:r>
            <a:r>
              <a:rPr lang="zh-CN" altLang="en-US" sz="2800" b="1" dirty="0">
                <a:latin typeface="Times New Roman" panose="02020603050405020304" pitchFamily="18" charset="0"/>
                <a:ea typeface="黑体" panose="02010609060101010101" pitchFamily="49" charset="-122"/>
              </a:rPr>
              <a:t>互异</a:t>
            </a: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黑体" panose="02010609060101010101" pitchFamily="49" charset="-122"/>
              </a:rPr>
              <a:t>满足插值条件的次数小于等于三次的</a:t>
            </a:r>
            <a:r>
              <a:rPr lang="en-US" altLang="zh-CN" sz="2800" b="1" dirty="0">
                <a:latin typeface="Times New Roman" panose="02020603050405020304" pitchFamily="18" charset="0"/>
                <a:ea typeface="黑体" panose="02010609060101010101" pitchFamily="49" charset="-122"/>
              </a:rPr>
              <a:t>Hermite</a:t>
            </a:r>
            <a:r>
              <a:rPr lang="zh-CN" altLang="en-US" sz="2800" b="1" dirty="0">
                <a:latin typeface="Times New Roman" panose="02020603050405020304" pitchFamily="18" charset="0"/>
                <a:ea typeface="黑体" panose="02010609060101010101" pitchFamily="49" charset="-122"/>
              </a:rPr>
              <a:t>插值是存在且唯一的。</a:t>
            </a:r>
            <a:endParaRPr lang="zh-CN" altLang="en-US" sz="2800" b="1" dirty="0">
              <a:latin typeface="Times New Roman" panose="02020603050405020304" pitchFamily="18" charset="0"/>
              <a:ea typeface="黑体" panose="02010609060101010101" pitchFamily="49" charset="-122"/>
            </a:endParaRPr>
          </a:p>
        </p:txBody>
      </p:sp>
      <p:sp>
        <p:nvSpPr>
          <p:cNvPr id="9218" name="Text Box 1039"/>
          <p:cNvSpPr txBox="1"/>
          <p:nvPr/>
        </p:nvSpPr>
        <p:spPr>
          <a:xfrm>
            <a:off x="285750" y="142875"/>
            <a:ext cx="4572000" cy="519113"/>
          </a:xfrm>
          <a:prstGeom prst="rect">
            <a:avLst/>
          </a:prstGeom>
          <a:noFill/>
          <a:ln w="9525">
            <a:noFill/>
          </a:ln>
        </p:spPr>
        <p:txBody>
          <a:bodyPr anchor="t" anchorCtr="0">
            <a:spAutoFit/>
          </a:bodyPr>
          <a:p>
            <a:pPr>
              <a:spcBef>
                <a:spcPct val="50000"/>
              </a:spcBef>
            </a:pPr>
            <a:r>
              <a:rPr lang="zh-CN" altLang="en-US" sz="2800" b="1" dirty="0">
                <a:solidFill>
                  <a:schemeClr val="accent2"/>
                </a:solidFill>
                <a:latin typeface="黑体" panose="02010609060101010101" pitchFamily="49" charset="-122"/>
                <a:ea typeface="黑体" panose="02010609060101010101" pitchFamily="49" charset="-122"/>
              </a:rPr>
              <a:t>存在唯一性</a:t>
            </a:r>
            <a:endParaRPr lang="zh-CN" altLang="en-US" sz="2800" b="1" dirty="0">
              <a:solidFill>
                <a:schemeClr val="accent2"/>
              </a:solidFill>
              <a:latin typeface="黑体" panose="02010609060101010101" pitchFamily="49" charset="-122"/>
              <a:ea typeface="黑体" panose="02010609060101010101" pitchFamily="49" charset="-122"/>
            </a:endParaRPr>
          </a:p>
        </p:txBody>
      </p:sp>
      <p:graphicFrame>
        <p:nvGraphicFramePr>
          <p:cNvPr id="2" name="Object 1024"/>
          <p:cNvGraphicFramePr>
            <a:graphicFrameLocks noChangeAspect="1"/>
          </p:cNvGraphicFramePr>
          <p:nvPr/>
        </p:nvGraphicFramePr>
        <p:xfrm>
          <a:off x="1450975" y="1714500"/>
          <a:ext cx="5514975" cy="2513013"/>
        </p:xfrm>
        <a:graphic>
          <a:graphicData uri="http://schemas.openxmlformats.org/presentationml/2006/ole">
            <mc:AlternateContent xmlns:mc="http://schemas.openxmlformats.org/markup-compatibility/2006">
              <mc:Choice xmlns:v="urn:schemas-microsoft-com:vml" Requires="v">
                <p:oleObj spid="_x0000_s3083" name="" r:id="rId1" imgW="2095500" imgH="952500" progId="Equation.DSMT4">
                  <p:embed/>
                </p:oleObj>
              </mc:Choice>
              <mc:Fallback>
                <p:oleObj name="" r:id="rId1" imgW="2095500" imgH="952500" progId="Equation.DSMT4">
                  <p:embed/>
                  <p:pic>
                    <p:nvPicPr>
                      <p:cNvPr id="0" name="图片 3082"/>
                      <p:cNvPicPr/>
                      <p:nvPr/>
                    </p:nvPicPr>
                    <p:blipFill>
                      <a:blip r:embed="rId2"/>
                      <a:stretch>
                        <a:fillRect/>
                      </a:stretch>
                    </p:blipFill>
                    <p:spPr>
                      <a:xfrm>
                        <a:off x="1450975" y="1714500"/>
                        <a:ext cx="5514975" cy="2513013"/>
                      </a:xfrm>
                      <a:prstGeom prst="rect">
                        <a:avLst/>
                      </a:prstGeom>
                      <a:noFill/>
                      <a:ln w="38100">
                        <a:noFill/>
                        <a:miter/>
                      </a:ln>
                    </p:spPr>
                  </p:pic>
                </p:oleObj>
              </mc:Fallback>
            </mc:AlternateContent>
          </a:graphicData>
        </a:graphic>
      </p:graphicFrame>
      <p:sp>
        <p:nvSpPr>
          <p:cNvPr id="14" name="Text Box 1035"/>
          <p:cNvSpPr txBox="1"/>
          <p:nvPr/>
        </p:nvSpPr>
        <p:spPr>
          <a:xfrm>
            <a:off x="285750" y="1976438"/>
            <a:ext cx="8643938" cy="523875"/>
          </a:xfrm>
          <a:prstGeom prst="rect">
            <a:avLst/>
          </a:prstGeom>
          <a:noFill/>
          <a:ln w="9525">
            <a:noFill/>
          </a:ln>
        </p:spPr>
        <p:txBody>
          <a:bodyPr anchor="t" anchorCtr="0">
            <a:spAutoFit/>
          </a:bodyPr>
          <a:p>
            <a:pPr>
              <a:spcBef>
                <a:spcPct val="50000"/>
              </a:spcBef>
            </a:pPr>
            <a:r>
              <a:rPr lang="zh-CN" altLang="en-US" sz="2800" b="1" dirty="0">
                <a:solidFill>
                  <a:srgbClr val="0070C0"/>
                </a:solidFill>
                <a:latin typeface="Times New Roman" panose="02020603050405020304" pitchFamily="18" charset="0"/>
                <a:ea typeface="黑体" panose="02010609060101010101" pitchFamily="49" charset="-122"/>
              </a:rPr>
              <a:t>证明</a:t>
            </a:r>
            <a:r>
              <a:rPr lang="en-US" altLang="zh-CN" sz="2800" b="1" dirty="0">
                <a:solidFill>
                  <a:srgbClr val="0070C0"/>
                </a:solidFill>
                <a:latin typeface="Times New Roman" panose="02020603050405020304" pitchFamily="18" charset="0"/>
                <a:ea typeface="黑体" panose="02010609060101010101" pitchFamily="49" charset="-122"/>
              </a:rPr>
              <a:t>:</a:t>
            </a:r>
            <a:endParaRPr lang="zh-CN" altLang="en-US" sz="2800" b="1" dirty="0">
              <a:solidFill>
                <a:srgbClr val="0070C0"/>
              </a:solidFill>
              <a:latin typeface="Times New Roman" panose="02020603050405020304" pitchFamily="18" charset="0"/>
              <a:ea typeface="黑体" panose="02010609060101010101" pitchFamily="49" charset="-122"/>
            </a:endParaRPr>
          </a:p>
        </p:txBody>
      </p:sp>
      <p:graphicFrame>
        <p:nvGraphicFramePr>
          <p:cNvPr id="3" name="Object 1024"/>
          <p:cNvGraphicFramePr>
            <a:graphicFrameLocks noChangeAspect="1"/>
          </p:cNvGraphicFramePr>
          <p:nvPr/>
        </p:nvGraphicFramePr>
        <p:xfrm>
          <a:off x="1500188" y="4214813"/>
          <a:ext cx="5414962" cy="2513012"/>
        </p:xfrm>
        <a:graphic>
          <a:graphicData uri="http://schemas.openxmlformats.org/presentationml/2006/ole">
            <mc:AlternateContent xmlns:mc="http://schemas.openxmlformats.org/markup-compatibility/2006">
              <mc:Choice xmlns:v="urn:schemas-microsoft-com:vml" Requires="v">
                <p:oleObj spid="_x0000_s3086" name="" r:id="rId3" imgW="2057400" imgH="952500" progId="Equation.DSMT4">
                  <p:embed/>
                </p:oleObj>
              </mc:Choice>
              <mc:Fallback>
                <p:oleObj name="" r:id="rId3" imgW="2057400" imgH="952500" progId="Equation.DSMT4">
                  <p:embed/>
                  <p:pic>
                    <p:nvPicPr>
                      <p:cNvPr id="0" name="图片 3085"/>
                      <p:cNvPicPr/>
                      <p:nvPr/>
                    </p:nvPicPr>
                    <p:blipFill>
                      <a:blip r:embed="rId4"/>
                      <a:stretch>
                        <a:fillRect/>
                      </a:stretch>
                    </p:blipFill>
                    <p:spPr>
                      <a:xfrm>
                        <a:off x="1500188" y="4214813"/>
                        <a:ext cx="5414962" cy="25130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9">
                                            <p:txEl>
                                              <p:charRg st="0" end="47"/>
                                            </p:txEl>
                                          </p:spTgt>
                                        </p:tgtEl>
                                        <p:attrNameLst>
                                          <p:attrName>style.visibility</p:attrName>
                                        </p:attrNameLst>
                                      </p:cBhvr>
                                      <p:to>
                                        <p:strVal val="visible"/>
                                      </p:to>
                                    </p:set>
                                    <p:animEffect transition="in" filter="wipe(left)">
                                      <p:cBhvr>
                                        <p:cTn id="7" dur="500"/>
                                        <p:tgtEl>
                                          <p:spTgt spid="27659">
                                            <p:txEl>
                                              <p:charRg st="0" end="4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charRg st="0" end="4"/>
                                            </p:txEl>
                                          </p:spTgt>
                                        </p:tgtEl>
                                        <p:attrNameLst>
                                          <p:attrName>style.visibility</p:attrName>
                                        </p:attrNameLst>
                                      </p:cBhvr>
                                      <p:to>
                                        <p:strVal val="visible"/>
                                      </p:to>
                                    </p:set>
                                    <p:animEffect transition="in" filter="wipe(left)">
                                      <p:cBhvr>
                                        <p:cTn id="12" dur="500"/>
                                        <p:tgtEl>
                                          <p:spTgt spid="14">
                                            <p:txEl>
                                              <p:charRg st="0"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9" grpId="0" build="p"/>
      <p:bldP spid="14"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9" name="Text Box 3"/>
          <p:cNvSpPr txBox="1"/>
          <p:nvPr/>
        </p:nvSpPr>
        <p:spPr>
          <a:xfrm>
            <a:off x="381000" y="304800"/>
            <a:ext cx="8153400" cy="579438"/>
          </a:xfrm>
          <a:prstGeom prst="rect">
            <a:avLst/>
          </a:prstGeom>
          <a:noFill/>
          <a:ln w="9525">
            <a:noFill/>
          </a:ln>
        </p:spPr>
        <p:txBody>
          <a:bodyPr anchor="t" anchorCtr="0">
            <a:spAutoFit/>
          </a:bodyPr>
          <a:p>
            <a:pPr>
              <a:spcBef>
                <a:spcPct val="50000"/>
              </a:spcBef>
            </a:pPr>
            <a:r>
              <a:rPr lang="en-US" altLang="zh-CN" sz="3200" b="1" dirty="0">
                <a:latin typeface="Times New Roman" panose="02020603050405020304" pitchFamily="18" charset="0"/>
                <a:ea typeface="宋体" panose="02010600030101010101" pitchFamily="2" charset="-122"/>
              </a:rPr>
              <a:t>Hermite</a:t>
            </a:r>
            <a:r>
              <a:rPr lang="zh-CN" altLang="en-US" sz="3200" b="1" dirty="0">
                <a:latin typeface="Times New Roman" panose="02020603050405020304" pitchFamily="18" charset="0"/>
                <a:ea typeface="黑体" panose="02010609060101010101" pitchFamily="49" charset="-122"/>
              </a:rPr>
              <a:t>插值的基函数</a:t>
            </a:r>
            <a:endParaRPr lang="zh-CN" altLang="en-US" sz="3200" b="1" dirty="0">
              <a:latin typeface="Times New Roman" panose="02020603050405020304" pitchFamily="18" charset="0"/>
              <a:ea typeface="黑体" panose="02010609060101010101" pitchFamily="49" charset="-122"/>
            </a:endParaRPr>
          </a:p>
        </p:txBody>
      </p:sp>
      <p:graphicFrame>
        <p:nvGraphicFramePr>
          <p:cNvPr id="7170" name="Object 1024"/>
          <p:cNvGraphicFramePr>
            <a:graphicFrameLocks noChangeAspect="1"/>
          </p:cNvGraphicFramePr>
          <p:nvPr/>
        </p:nvGraphicFramePr>
        <p:xfrm>
          <a:off x="904875" y="990600"/>
          <a:ext cx="6800850" cy="514350"/>
        </p:xfrm>
        <a:graphic>
          <a:graphicData uri="http://schemas.openxmlformats.org/presentationml/2006/ole">
            <mc:AlternateContent xmlns:mc="http://schemas.openxmlformats.org/markup-compatibility/2006">
              <mc:Choice xmlns:v="urn:schemas-microsoft-com:vml" Requires="v">
                <p:oleObj spid="_x0000_s3085" name="" r:id="rId1" imgW="3022600" imgH="228600" progId="Equation.DSMT4">
                  <p:embed/>
                </p:oleObj>
              </mc:Choice>
              <mc:Fallback>
                <p:oleObj name="" r:id="rId1" imgW="3022600" imgH="228600" progId="Equation.DSMT4">
                  <p:embed/>
                  <p:pic>
                    <p:nvPicPr>
                      <p:cNvPr id="0" name="图片 3084"/>
                      <p:cNvPicPr/>
                      <p:nvPr/>
                    </p:nvPicPr>
                    <p:blipFill>
                      <a:blip r:embed="rId2"/>
                      <a:stretch>
                        <a:fillRect/>
                      </a:stretch>
                    </p:blipFill>
                    <p:spPr>
                      <a:xfrm>
                        <a:off x="904875" y="990600"/>
                        <a:ext cx="6800850" cy="514350"/>
                      </a:xfrm>
                      <a:prstGeom prst="rect">
                        <a:avLst/>
                      </a:prstGeom>
                      <a:noFill/>
                      <a:ln w="38100">
                        <a:noFill/>
                        <a:miter/>
                      </a:ln>
                    </p:spPr>
                  </p:pic>
                </p:oleObj>
              </mc:Fallback>
            </mc:AlternateContent>
          </a:graphicData>
        </a:graphic>
      </p:graphicFrame>
      <p:grpSp>
        <p:nvGrpSpPr>
          <p:cNvPr id="2" name="Group 53"/>
          <p:cNvGrpSpPr/>
          <p:nvPr/>
        </p:nvGrpSpPr>
        <p:grpSpPr>
          <a:xfrm>
            <a:off x="1554163" y="1600200"/>
            <a:ext cx="2789237" cy="3094038"/>
            <a:chOff x="643" y="2304"/>
            <a:chExt cx="1757" cy="1949"/>
          </a:xfrm>
        </p:grpSpPr>
        <p:sp>
          <p:nvSpPr>
            <p:cNvPr id="10244" name="Text Box 36"/>
            <p:cNvSpPr txBox="1"/>
            <p:nvPr/>
          </p:nvSpPr>
          <p:spPr>
            <a:xfrm>
              <a:off x="1440" y="2304"/>
              <a:ext cx="960" cy="1949"/>
            </a:xfrm>
            <a:prstGeom prst="rect">
              <a:avLst/>
            </a:prstGeom>
            <a:noFill/>
            <a:ln w="9525" cap="flat" cmpd="sng">
              <a:solidFill>
                <a:schemeClr val="tx1"/>
              </a:solidFill>
              <a:prstDash val="solid"/>
              <a:miter/>
              <a:headEnd type="none" w="med" len="med"/>
              <a:tailEnd type="none" w="med" len="med"/>
            </a:ln>
          </p:spPr>
          <p:txBody>
            <a:bodyPr anchor="t" anchorCtr="0">
              <a:spAutoFit/>
            </a:bodyPr>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1</a:t>
              </a:r>
              <a:endParaRPr lang="en-US" altLang="zh-CN" sz="2800" b="1" baseline="-25000" dirty="0">
                <a:latin typeface="Times New Roman" panose="02020603050405020304" pitchFamily="18" charset="0"/>
                <a:ea typeface="宋体" panose="02010600030101010101" pitchFamily="2" charset="-122"/>
              </a:endParaRPr>
            </a:p>
            <a:p>
              <a:pPr marL="457200" indent="-457200">
                <a:spcBef>
                  <a:spcPct val="50000"/>
                </a:spcBef>
              </a:pPr>
              <a:r>
                <a:rPr lang="en-US" altLang="zh-CN" sz="2800" b="1" baseline="-25000"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1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0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1</a:t>
              </a:r>
              <a:endParaRPr lang="en-US" altLang="zh-CN" sz="2800" b="1" dirty="0">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0</a:t>
              </a:r>
              <a:endParaRPr lang="en-US" altLang="zh-CN" sz="2800" b="1" dirty="0">
                <a:latin typeface="Times New Roman" panose="02020603050405020304" pitchFamily="18" charset="0"/>
                <a:ea typeface="宋体" panose="02010600030101010101" pitchFamily="2" charset="-122"/>
              </a:endParaRPr>
            </a:p>
          </p:txBody>
        </p:sp>
        <p:graphicFrame>
          <p:nvGraphicFramePr>
            <p:cNvPr id="10245" name="Object 1031"/>
            <p:cNvGraphicFramePr>
              <a:graphicFrameLocks noChangeAspect="1"/>
            </p:cNvGraphicFramePr>
            <p:nvPr/>
          </p:nvGraphicFramePr>
          <p:xfrm>
            <a:off x="747" y="2673"/>
            <a:ext cx="672" cy="378"/>
          </p:xfrm>
          <a:graphic>
            <a:graphicData uri="http://schemas.openxmlformats.org/presentationml/2006/ole">
              <mc:AlternateContent xmlns:mc="http://schemas.openxmlformats.org/markup-compatibility/2006">
                <mc:Choice xmlns:v="urn:schemas-microsoft-com:vml" Requires="v">
                  <p:oleObj spid="_x0000_s3082" name="" r:id="rId3" imgW="406400" imgH="228600" progId="Equation.DSMT4">
                    <p:embed/>
                  </p:oleObj>
                </mc:Choice>
                <mc:Fallback>
                  <p:oleObj name="" r:id="rId3" imgW="406400" imgH="228600" progId="Equation.DSMT4">
                    <p:embed/>
                    <p:pic>
                      <p:nvPicPr>
                        <p:cNvPr id="0" name="图片 3081"/>
                        <p:cNvPicPr/>
                        <p:nvPr/>
                      </p:nvPicPr>
                      <p:blipFill>
                        <a:blip r:embed="rId4"/>
                        <a:stretch>
                          <a:fillRect/>
                        </a:stretch>
                      </p:blipFill>
                      <p:spPr>
                        <a:xfrm>
                          <a:off x="747" y="2673"/>
                          <a:ext cx="672" cy="378"/>
                        </a:xfrm>
                        <a:prstGeom prst="rect">
                          <a:avLst/>
                        </a:prstGeom>
                        <a:noFill/>
                        <a:ln w="38100">
                          <a:noFill/>
                          <a:miter/>
                        </a:ln>
                      </p:spPr>
                    </p:pic>
                  </p:oleObj>
                </mc:Fallback>
              </mc:AlternateContent>
            </a:graphicData>
          </a:graphic>
        </p:graphicFrame>
        <p:graphicFrame>
          <p:nvGraphicFramePr>
            <p:cNvPr id="10246" name="Object 1032"/>
            <p:cNvGraphicFramePr>
              <a:graphicFrameLocks noChangeAspect="1"/>
            </p:cNvGraphicFramePr>
            <p:nvPr/>
          </p:nvGraphicFramePr>
          <p:xfrm>
            <a:off x="720" y="3456"/>
            <a:ext cx="651" cy="357"/>
          </p:xfrm>
          <a:graphic>
            <a:graphicData uri="http://schemas.openxmlformats.org/presentationml/2006/ole">
              <mc:AlternateContent xmlns:mc="http://schemas.openxmlformats.org/markup-compatibility/2006">
                <mc:Choice xmlns:v="urn:schemas-microsoft-com:vml" Requires="v">
                  <p:oleObj spid="_x0000_s3084" name="" r:id="rId5" imgW="393065" imgH="215900" progId="Equation.3">
                    <p:embed/>
                  </p:oleObj>
                </mc:Choice>
                <mc:Fallback>
                  <p:oleObj name="" r:id="rId5" imgW="393065" imgH="215900" progId="Equation.3">
                    <p:embed/>
                    <p:pic>
                      <p:nvPicPr>
                        <p:cNvPr id="0" name="图片 3083"/>
                        <p:cNvPicPr/>
                        <p:nvPr/>
                      </p:nvPicPr>
                      <p:blipFill>
                        <a:blip r:embed="rId6"/>
                        <a:stretch>
                          <a:fillRect/>
                        </a:stretch>
                      </p:blipFill>
                      <p:spPr>
                        <a:xfrm>
                          <a:off x="720" y="3456"/>
                          <a:ext cx="651" cy="357"/>
                        </a:xfrm>
                        <a:prstGeom prst="rect">
                          <a:avLst/>
                        </a:prstGeom>
                        <a:noFill/>
                        <a:ln w="38100">
                          <a:noFill/>
                          <a:miter/>
                        </a:ln>
                      </p:spPr>
                    </p:pic>
                  </p:oleObj>
                </mc:Fallback>
              </mc:AlternateContent>
            </a:graphicData>
          </a:graphic>
        </p:graphicFrame>
        <p:sp>
          <p:nvSpPr>
            <p:cNvPr id="10247" name="Rectangle 39"/>
            <p:cNvSpPr/>
            <p:nvPr/>
          </p:nvSpPr>
          <p:spPr>
            <a:xfrm>
              <a:off x="644" y="2304"/>
              <a:ext cx="796" cy="1943"/>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10248" name="Line 40"/>
            <p:cNvSpPr/>
            <p:nvPr/>
          </p:nvSpPr>
          <p:spPr>
            <a:xfrm>
              <a:off x="643" y="2688"/>
              <a:ext cx="1757" cy="0"/>
            </a:xfrm>
            <a:prstGeom prst="line">
              <a:avLst/>
            </a:prstGeom>
            <a:ln w="9525" cap="flat" cmpd="sng">
              <a:solidFill>
                <a:schemeClr val="tx1"/>
              </a:solidFill>
              <a:prstDash val="solid"/>
              <a:round/>
              <a:headEnd type="none" w="med" len="med"/>
              <a:tailEnd type="none" w="med" len="med"/>
            </a:ln>
          </p:spPr>
        </p:sp>
        <p:graphicFrame>
          <p:nvGraphicFramePr>
            <p:cNvPr id="10249" name="Object 1033"/>
            <p:cNvGraphicFramePr>
              <a:graphicFrameLocks noChangeAspect="1"/>
            </p:cNvGraphicFramePr>
            <p:nvPr/>
          </p:nvGraphicFramePr>
          <p:xfrm>
            <a:off x="720" y="3078"/>
            <a:ext cx="672" cy="378"/>
          </p:xfrm>
          <a:graphic>
            <a:graphicData uri="http://schemas.openxmlformats.org/presentationml/2006/ole">
              <mc:AlternateContent xmlns:mc="http://schemas.openxmlformats.org/markup-compatibility/2006">
                <mc:Choice xmlns:v="urn:schemas-microsoft-com:vml" Requires="v">
                  <p:oleObj spid="_x0000_s3087" name="" r:id="rId7" imgW="406400" imgH="228600" progId="Equation.3">
                    <p:embed/>
                  </p:oleObj>
                </mc:Choice>
                <mc:Fallback>
                  <p:oleObj name="" r:id="rId7" imgW="406400" imgH="228600" progId="Equation.3">
                    <p:embed/>
                    <p:pic>
                      <p:nvPicPr>
                        <p:cNvPr id="0" name="图片 3086"/>
                        <p:cNvPicPr/>
                        <p:nvPr/>
                      </p:nvPicPr>
                      <p:blipFill>
                        <a:blip r:embed="rId8"/>
                        <a:stretch>
                          <a:fillRect/>
                        </a:stretch>
                      </p:blipFill>
                      <p:spPr>
                        <a:xfrm>
                          <a:off x="720" y="3078"/>
                          <a:ext cx="672" cy="378"/>
                        </a:xfrm>
                        <a:prstGeom prst="rect">
                          <a:avLst/>
                        </a:prstGeom>
                        <a:noFill/>
                        <a:ln w="38100">
                          <a:noFill/>
                          <a:miter/>
                        </a:ln>
                      </p:spPr>
                    </p:pic>
                  </p:oleObj>
                </mc:Fallback>
              </mc:AlternateContent>
            </a:graphicData>
          </a:graphic>
        </p:graphicFrame>
        <p:graphicFrame>
          <p:nvGraphicFramePr>
            <p:cNvPr id="10250" name="Object 1034"/>
            <p:cNvGraphicFramePr>
              <a:graphicFrameLocks noChangeAspect="1"/>
            </p:cNvGraphicFramePr>
            <p:nvPr/>
          </p:nvGraphicFramePr>
          <p:xfrm>
            <a:off x="720" y="3840"/>
            <a:ext cx="651" cy="357"/>
          </p:xfrm>
          <a:graphic>
            <a:graphicData uri="http://schemas.openxmlformats.org/presentationml/2006/ole">
              <mc:AlternateContent xmlns:mc="http://schemas.openxmlformats.org/markup-compatibility/2006">
                <mc:Choice xmlns:v="urn:schemas-microsoft-com:vml" Requires="v">
                  <p:oleObj spid="_x0000_s3088" name="" r:id="rId9" imgW="393065" imgH="215900" progId="Equation.3">
                    <p:embed/>
                  </p:oleObj>
                </mc:Choice>
                <mc:Fallback>
                  <p:oleObj name="" r:id="rId9" imgW="393065" imgH="215900" progId="Equation.3">
                    <p:embed/>
                    <p:pic>
                      <p:nvPicPr>
                        <p:cNvPr id="0" name="图片 3087"/>
                        <p:cNvPicPr/>
                        <p:nvPr/>
                      </p:nvPicPr>
                      <p:blipFill>
                        <a:blip r:embed="rId10"/>
                        <a:stretch>
                          <a:fillRect/>
                        </a:stretch>
                      </p:blipFill>
                      <p:spPr>
                        <a:xfrm>
                          <a:off x="720" y="3840"/>
                          <a:ext cx="651" cy="357"/>
                        </a:xfrm>
                        <a:prstGeom prst="rect">
                          <a:avLst/>
                        </a:prstGeom>
                        <a:noFill/>
                        <a:ln w="38100">
                          <a:noFill/>
                          <a:miter/>
                        </a:ln>
                      </p:spPr>
                    </p:pic>
                  </p:oleObj>
                </mc:Fallback>
              </mc:AlternateContent>
            </a:graphicData>
          </a:graphic>
        </p:graphicFrame>
        <p:sp>
          <p:nvSpPr>
            <p:cNvPr id="10251" name="Text Box 51"/>
            <p:cNvSpPr txBox="1"/>
            <p:nvPr/>
          </p:nvSpPr>
          <p:spPr>
            <a:xfrm>
              <a:off x="768" y="2304"/>
              <a:ext cx="576" cy="365"/>
            </a:xfrm>
            <a:prstGeom prst="rect">
              <a:avLst/>
            </a:prstGeom>
            <a:noFill/>
            <a:ln w="9525">
              <a:noFill/>
            </a:ln>
          </p:spPr>
          <p:txBody>
            <a:bodyPr anchor="t" anchorCtr="0">
              <a:spAutoFit/>
            </a:bodyPr>
            <a:p>
              <a:pPr algn="ctr">
                <a:spcBef>
                  <a:spcPct val="50000"/>
                </a:spcBef>
              </a:pPr>
              <a:r>
                <a:rPr lang="en-US" altLang="zh-CN" sz="3200" b="1" i="1" dirty="0">
                  <a:latin typeface="Times New Roman" panose="02020603050405020304" pitchFamily="18" charset="0"/>
                  <a:ea typeface="宋体" panose="02010600030101010101" pitchFamily="2" charset="-122"/>
                </a:rPr>
                <a:t>x</a:t>
              </a:r>
              <a:endParaRPr lang="en-US" altLang="zh-CN" sz="3200" b="1" i="1" dirty="0">
                <a:latin typeface="Times New Roman" panose="02020603050405020304" pitchFamily="18" charset="0"/>
                <a:ea typeface="宋体" panose="02010600030101010101" pitchFamily="2" charset="-122"/>
              </a:endParaRPr>
            </a:p>
          </p:txBody>
        </p:sp>
      </p:grpSp>
      <p:grpSp>
        <p:nvGrpSpPr>
          <p:cNvPr id="3" name="Group 54"/>
          <p:cNvGrpSpPr/>
          <p:nvPr/>
        </p:nvGrpSpPr>
        <p:grpSpPr>
          <a:xfrm>
            <a:off x="4906963" y="1600200"/>
            <a:ext cx="2789237" cy="3094038"/>
            <a:chOff x="2755" y="2323"/>
            <a:chExt cx="1757" cy="1949"/>
          </a:xfrm>
        </p:grpSpPr>
        <p:graphicFrame>
          <p:nvGraphicFramePr>
            <p:cNvPr id="10253" name="Object 1027"/>
            <p:cNvGraphicFramePr>
              <a:graphicFrameLocks noChangeAspect="1"/>
            </p:cNvGraphicFramePr>
            <p:nvPr/>
          </p:nvGraphicFramePr>
          <p:xfrm>
            <a:off x="2814" y="3504"/>
            <a:ext cx="672" cy="357"/>
          </p:xfrm>
          <a:graphic>
            <a:graphicData uri="http://schemas.openxmlformats.org/presentationml/2006/ole">
              <mc:AlternateContent xmlns:mc="http://schemas.openxmlformats.org/markup-compatibility/2006">
                <mc:Choice xmlns:v="urn:schemas-microsoft-com:vml" Requires="v">
                  <p:oleObj spid="_x0000_s3092" name="" r:id="rId11" imgW="405765" imgH="215900" progId="Equation.3">
                    <p:embed/>
                  </p:oleObj>
                </mc:Choice>
                <mc:Fallback>
                  <p:oleObj name="" r:id="rId11" imgW="405765" imgH="215900" progId="Equation.3">
                    <p:embed/>
                    <p:pic>
                      <p:nvPicPr>
                        <p:cNvPr id="0" name="图片 3091"/>
                        <p:cNvPicPr/>
                        <p:nvPr/>
                      </p:nvPicPr>
                      <p:blipFill>
                        <a:blip r:embed="rId12"/>
                        <a:stretch>
                          <a:fillRect/>
                        </a:stretch>
                      </p:blipFill>
                      <p:spPr>
                        <a:xfrm>
                          <a:off x="2814" y="3504"/>
                          <a:ext cx="672" cy="357"/>
                        </a:xfrm>
                        <a:prstGeom prst="rect">
                          <a:avLst/>
                        </a:prstGeom>
                        <a:noFill/>
                        <a:ln w="38100">
                          <a:noFill/>
                          <a:miter/>
                        </a:ln>
                      </p:spPr>
                    </p:pic>
                  </p:oleObj>
                </mc:Fallback>
              </mc:AlternateContent>
            </a:graphicData>
          </a:graphic>
        </p:graphicFrame>
        <p:graphicFrame>
          <p:nvGraphicFramePr>
            <p:cNvPr id="10254" name="Object 1028"/>
            <p:cNvGraphicFramePr>
              <a:graphicFrameLocks noChangeAspect="1"/>
            </p:cNvGraphicFramePr>
            <p:nvPr/>
          </p:nvGraphicFramePr>
          <p:xfrm>
            <a:off x="2832" y="2736"/>
            <a:ext cx="672" cy="378"/>
          </p:xfrm>
          <a:graphic>
            <a:graphicData uri="http://schemas.openxmlformats.org/presentationml/2006/ole">
              <mc:AlternateContent xmlns:mc="http://schemas.openxmlformats.org/markup-compatibility/2006">
                <mc:Choice xmlns:v="urn:schemas-microsoft-com:vml" Requires="v">
                  <p:oleObj spid="_x0000_s3089" name="" r:id="rId13" imgW="406400" imgH="228600" progId="Equation.3">
                    <p:embed/>
                  </p:oleObj>
                </mc:Choice>
                <mc:Fallback>
                  <p:oleObj name="" r:id="rId13" imgW="406400" imgH="228600" progId="Equation.3">
                    <p:embed/>
                    <p:pic>
                      <p:nvPicPr>
                        <p:cNvPr id="0" name="图片 3088"/>
                        <p:cNvPicPr/>
                        <p:nvPr/>
                      </p:nvPicPr>
                      <p:blipFill>
                        <a:blip r:embed="rId14"/>
                        <a:stretch>
                          <a:fillRect/>
                        </a:stretch>
                      </p:blipFill>
                      <p:spPr>
                        <a:xfrm>
                          <a:off x="2832" y="2736"/>
                          <a:ext cx="672" cy="378"/>
                        </a:xfrm>
                        <a:prstGeom prst="rect">
                          <a:avLst/>
                        </a:prstGeom>
                        <a:noFill/>
                        <a:ln w="38100">
                          <a:noFill/>
                          <a:miter/>
                        </a:ln>
                      </p:spPr>
                    </p:pic>
                  </p:oleObj>
                </mc:Fallback>
              </mc:AlternateContent>
            </a:graphicData>
          </a:graphic>
        </p:graphicFrame>
        <p:sp>
          <p:nvSpPr>
            <p:cNvPr id="10255" name="Text Box 46"/>
            <p:cNvSpPr txBox="1"/>
            <p:nvPr/>
          </p:nvSpPr>
          <p:spPr>
            <a:xfrm>
              <a:off x="3552" y="2323"/>
              <a:ext cx="960" cy="1949"/>
            </a:xfrm>
            <a:prstGeom prst="rect">
              <a:avLst/>
            </a:prstGeom>
            <a:noFill/>
            <a:ln w="9525" cap="flat" cmpd="sng">
              <a:solidFill>
                <a:schemeClr val="tx1"/>
              </a:solidFill>
              <a:prstDash val="solid"/>
              <a:miter/>
              <a:headEnd type="none" w="med" len="med"/>
              <a:tailEnd type="none" w="med" len="med"/>
            </a:ln>
          </p:spPr>
          <p:txBody>
            <a:bodyPr anchor="t" anchorCtr="0">
              <a:spAutoFit/>
            </a:bodyPr>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1</a:t>
              </a:r>
              <a:endParaRPr lang="en-US" altLang="zh-CN" sz="2800" b="1" baseline="-25000" dirty="0">
                <a:latin typeface="Times New Roman" panose="02020603050405020304" pitchFamily="18" charset="0"/>
                <a:ea typeface="宋体" panose="02010600030101010101" pitchFamily="2" charset="-122"/>
              </a:endParaRPr>
            </a:p>
            <a:p>
              <a:pPr marL="457200" indent="-457200">
                <a:spcBef>
                  <a:spcPct val="50000"/>
                </a:spcBef>
              </a:pPr>
              <a:r>
                <a:rPr lang="en-US" altLang="zh-CN" sz="2800" b="1" baseline="-25000"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1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1</a:t>
              </a:r>
              <a:endParaRPr lang="en-US" altLang="zh-CN" sz="2800" b="1" dirty="0">
                <a:latin typeface="Times New Roman" panose="02020603050405020304" pitchFamily="18" charset="0"/>
                <a:ea typeface="宋体" panose="02010600030101010101" pitchFamily="2" charset="-122"/>
              </a:endParaRPr>
            </a:p>
          </p:txBody>
        </p:sp>
        <p:graphicFrame>
          <p:nvGraphicFramePr>
            <p:cNvPr id="10256" name="Object 1029"/>
            <p:cNvGraphicFramePr>
              <a:graphicFrameLocks noChangeAspect="1"/>
            </p:cNvGraphicFramePr>
            <p:nvPr/>
          </p:nvGraphicFramePr>
          <p:xfrm>
            <a:off x="2822" y="3912"/>
            <a:ext cx="672" cy="357"/>
          </p:xfrm>
          <a:graphic>
            <a:graphicData uri="http://schemas.openxmlformats.org/presentationml/2006/ole">
              <mc:AlternateContent xmlns:mc="http://schemas.openxmlformats.org/markup-compatibility/2006">
                <mc:Choice xmlns:v="urn:schemas-microsoft-com:vml" Requires="v">
                  <p:oleObj spid="_x0000_s3094" name="" r:id="rId15" imgW="405765" imgH="215900" progId="Equation.3">
                    <p:embed/>
                  </p:oleObj>
                </mc:Choice>
                <mc:Fallback>
                  <p:oleObj name="" r:id="rId15" imgW="405765" imgH="215900" progId="Equation.3">
                    <p:embed/>
                    <p:pic>
                      <p:nvPicPr>
                        <p:cNvPr id="0" name="图片 3093"/>
                        <p:cNvPicPr/>
                        <p:nvPr/>
                      </p:nvPicPr>
                      <p:blipFill>
                        <a:blip r:embed="rId16"/>
                        <a:stretch>
                          <a:fillRect/>
                        </a:stretch>
                      </p:blipFill>
                      <p:spPr>
                        <a:xfrm>
                          <a:off x="2822" y="3912"/>
                          <a:ext cx="672" cy="357"/>
                        </a:xfrm>
                        <a:prstGeom prst="rect">
                          <a:avLst/>
                        </a:prstGeom>
                        <a:noFill/>
                        <a:ln w="38100">
                          <a:noFill/>
                          <a:miter/>
                        </a:ln>
                      </p:spPr>
                    </p:pic>
                  </p:oleObj>
                </mc:Fallback>
              </mc:AlternateContent>
            </a:graphicData>
          </a:graphic>
        </p:graphicFrame>
        <p:graphicFrame>
          <p:nvGraphicFramePr>
            <p:cNvPr id="10257" name="Object 1030"/>
            <p:cNvGraphicFramePr>
              <a:graphicFrameLocks noChangeAspect="1"/>
            </p:cNvGraphicFramePr>
            <p:nvPr/>
          </p:nvGraphicFramePr>
          <p:xfrm>
            <a:off x="2832" y="3120"/>
            <a:ext cx="693" cy="378"/>
          </p:xfrm>
          <a:graphic>
            <a:graphicData uri="http://schemas.openxmlformats.org/presentationml/2006/ole">
              <mc:AlternateContent xmlns:mc="http://schemas.openxmlformats.org/markup-compatibility/2006">
                <mc:Choice xmlns:v="urn:schemas-microsoft-com:vml" Requires="v">
                  <p:oleObj spid="_x0000_s3093" name="" r:id="rId17" imgW="419100" imgH="228600" progId="Equation.3">
                    <p:embed/>
                  </p:oleObj>
                </mc:Choice>
                <mc:Fallback>
                  <p:oleObj name="" r:id="rId17" imgW="419100" imgH="228600" progId="Equation.3">
                    <p:embed/>
                    <p:pic>
                      <p:nvPicPr>
                        <p:cNvPr id="0" name="图片 3092"/>
                        <p:cNvPicPr/>
                        <p:nvPr/>
                      </p:nvPicPr>
                      <p:blipFill>
                        <a:blip r:embed="rId18"/>
                        <a:stretch>
                          <a:fillRect/>
                        </a:stretch>
                      </p:blipFill>
                      <p:spPr>
                        <a:xfrm>
                          <a:off x="2832" y="3120"/>
                          <a:ext cx="693" cy="378"/>
                        </a:xfrm>
                        <a:prstGeom prst="rect">
                          <a:avLst/>
                        </a:prstGeom>
                        <a:noFill/>
                        <a:ln w="38100">
                          <a:noFill/>
                          <a:miter/>
                        </a:ln>
                      </p:spPr>
                    </p:pic>
                  </p:oleObj>
                </mc:Fallback>
              </mc:AlternateContent>
            </a:graphicData>
          </a:graphic>
        </p:graphicFrame>
        <p:sp>
          <p:nvSpPr>
            <p:cNvPr id="10258" name="Rectangle 49"/>
            <p:cNvSpPr/>
            <p:nvPr/>
          </p:nvSpPr>
          <p:spPr>
            <a:xfrm>
              <a:off x="2756" y="2328"/>
              <a:ext cx="796" cy="1943"/>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10259" name="Line 50"/>
            <p:cNvSpPr/>
            <p:nvPr/>
          </p:nvSpPr>
          <p:spPr>
            <a:xfrm>
              <a:off x="2755" y="2712"/>
              <a:ext cx="1757" cy="0"/>
            </a:xfrm>
            <a:prstGeom prst="line">
              <a:avLst/>
            </a:prstGeom>
            <a:ln w="9525" cap="flat" cmpd="sng">
              <a:solidFill>
                <a:schemeClr val="tx1"/>
              </a:solidFill>
              <a:prstDash val="solid"/>
              <a:round/>
              <a:headEnd type="none" w="med" len="med"/>
              <a:tailEnd type="none" w="med" len="med"/>
            </a:ln>
          </p:spPr>
        </p:sp>
        <p:sp>
          <p:nvSpPr>
            <p:cNvPr id="10260" name="Text Box 52"/>
            <p:cNvSpPr txBox="1"/>
            <p:nvPr/>
          </p:nvSpPr>
          <p:spPr>
            <a:xfrm>
              <a:off x="2901" y="2323"/>
              <a:ext cx="576" cy="365"/>
            </a:xfrm>
            <a:prstGeom prst="rect">
              <a:avLst/>
            </a:prstGeom>
            <a:noFill/>
            <a:ln w="9525">
              <a:noFill/>
            </a:ln>
          </p:spPr>
          <p:txBody>
            <a:bodyPr anchor="t" anchorCtr="0">
              <a:spAutoFit/>
            </a:bodyPr>
            <a:p>
              <a:pPr algn="ctr">
                <a:spcBef>
                  <a:spcPct val="50000"/>
                </a:spcBef>
              </a:pPr>
              <a:r>
                <a:rPr lang="en-US" altLang="zh-CN" sz="3200" b="1" i="1" dirty="0">
                  <a:latin typeface="Times New Roman" panose="02020603050405020304" pitchFamily="18" charset="0"/>
                  <a:ea typeface="宋体" panose="02010600030101010101" pitchFamily="2" charset="-122"/>
                </a:rPr>
                <a:t>x</a:t>
              </a:r>
              <a:endParaRPr lang="en-US" altLang="zh-CN" sz="3200" b="1" i="1" dirty="0">
                <a:latin typeface="Times New Roman" panose="02020603050405020304" pitchFamily="18" charset="0"/>
                <a:ea typeface="宋体" panose="02010600030101010101" pitchFamily="2" charset="-122"/>
              </a:endParaRPr>
            </a:p>
          </p:txBody>
        </p:sp>
      </p:grpSp>
      <p:sp>
        <p:nvSpPr>
          <p:cNvPr id="10261" name="矩形 22"/>
          <p:cNvSpPr/>
          <p:nvPr/>
        </p:nvSpPr>
        <p:spPr>
          <a:xfrm>
            <a:off x="255588" y="5262563"/>
            <a:ext cx="9413875" cy="830262"/>
          </a:xfrm>
          <a:prstGeom prst="rect">
            <a:avLst/>
          </a:prstGeom>
          <a:noFill/>
          <a:ln w="9525">
            <a:noFill/>
          </a:ln>
        </p:spPr>
        <p:txBody>
          <a:bodyPr wrap="square" anchor="t" anchorCtr="0">
            <a:spAutoFit/>
          </a:bodyPr>
          <a:p>
            <a:pPr eaLnBrk="0" hangingPunct="0"/>
            <a:r>
              <a:rPr lang="zh-CN" altLang="en-US" b="1" dirty="0">
                <a:latin typeface="Times New Roman" panose="02020603050405020304" pitchFamily="18" charset="0"/>
                <a:ea typeface="黑体" panose="02010609060101010101" pitchFamily="49" charset="-122"/>
              </a:rPr>
              <a:t>将一般函数的插值问题化归为更加容易求解的</a:t>
            </a:r>
            <a:endParaRPr lang="zh-CN" altLang="en-US" b="1" dirty="0">
              <a:latin typeface="Times New Roman" panose="02020603050405020304" pitchFamily="18" charset="0"/>
              <a:ea typeface="黑体" panose="02010609060101010101" pitchFamily="49" charset="-122"/>
            </a:endParaRPr>
          </a:p>
          <a:p>
            <a:pPr eaLnBrk="0" hangingPunct="0"/>
            <a:r>
              <a:rPr lang="zh-CN" altLang="en-US" b="1" dirty="0">
                <a:latin typeface="Times New Roman" panose="02020603050405020304" pitchFamily="18" charset="0"/>
                <a:ea typeface="黑体" panose="02010609060101010101" pitchFamily="49" charset="-122"/>
              </a:rPr>
              <a:t>满足某些特定条件的基函数插值问题。</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9"/>
                                        </p:tgtEl>
                                        <p:attrNameLst>
                                          <p:attrName>style.visibility</p:attrName>
                                        </p:attrNameLst>
                                      </p:cBhvr>
                                      <p:to>
                                        <p:strVal val="visible"/>
                                      </p:to>
                                    </p:set>
                                    <p:animEffect transition="in" filter="wipe(left)">
                                      <p:cBhvr>
                                        <p:cTn id="7" dur="500"/>
                                        <p:tgtEl>
                                          <p:spTgt spid="71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Effect transition="in" filter="wipe(left)">
                                      <p:cBhvr>
                                        <p:cTn id="12" dur="500"/>
                                        <p:tgtEl>
                                          <p:spTgt spid="71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747" name="Object 3"/>
          <p:cNvGraphicFramePr>
            <a:graphicFrameLocks noChangeAspect="1"/>
          </p:cNvGraphicFramePr>
          <p:nvPr/>
        </p:nvGraphicFramePr>
        <p:xfrm>
          <a:off x="1071563" y="3786188"/>
          <a:ext cx="4006850" cy="1071562"/>
        </p:xfrm>
        <a:graphic>
          <a:graphicData uri="http://schemas.openxmlformats.org/presentationml/2006/ole">
            <mc:AlternateContent xmlns:mc="http://schemas.openxmlformats.org/markup-compatibility/2006">
              <mc:Choice xmlns:v="urn:schemas-microsoft-com:vml" Requires="v">
                <p:oleObj spid="_x0000_s3095" name="" r:id="rId1" imgW="1675765" imgH="444500" progId="Equation.3">
                  <p:embed/>
                </p:oleObj>
              </mc:Choice>
              <mc:Fallback>
                <p:oleObj name="" r:id="rId1" imgW="1675765" imgH="444500" progId="Equation.3">
                  <p:embed/>
                  <p:pic>
                    <p:nvPicPr>
                      <p:cNvPr id="0" name="图片 3094"/>
                      <p:cNvPicPr/>
                      <p:nvPr/>
                    </p:nvPicPr>
                    <p:blipFill>
                      <a:blip r:embed="rId2"/>
                      <a:stretch>
                        <a:fillRect/>
                      </a:stretch>
                    </p:blipFill>
                    <p:spPr>
                      <a:xfrm>
                        <a:off x="1071563" y="3786188"/>
                        <a:ext cx="4006850" cy="1071562"/>
                      </a:xfrm>
                      <a:prstGeom prst="rect">
                        <a:avLst/>
                      </a:prstGeom>
                      <a:noFill/>
                      <a:ln w="38100">
                        <a:noFill/>
                        <a:miter/>
                      </a:ln>
                    </p:spPr>
                  </p:pic>
                </p:oleObj>
              </mc:Fallback>
            </mc:AlternateContent>
          </a:graphicData>
        </a:graphic>
      </p:graphicFrame>
      <p:graphicFrame>
        <p:nvGraphicFramePr>
          <p:cNvPr id="10243" name="Object 16"/>
          <p:cNvGraphicFramePr>
            <a:graphicFrameLocks noChangeAspect="1"/>
          </p:cNvGraphicFramePr>
          <p:nvPr/>
        </p:nvGraphicFramePr>
        <p:xfrm>
          <a:off x="1192213" y="350838"/>
          <a:ext cx="4165600" cy="590550"/>
        </p:xfrm>
        <a:graphic>
          <a:graphicData uri="http://schemas.openxmlformats.org/presentationml/2006/ole">
            <mc:AlternateContent xmlns:mc="http://schemas.openxmlformats.org/markup-compatibility/2006">
              <mc:Choice xmlns:v="urn:schemas-microsoft-com:vml" Requires="v">
                <p:oleObj spid="_x0000_s3096" name="" r:id="rId3" imgW="1701800" imgH="241300" progId="Equation.DSMT4">
                  <p:embed/>
                </p:oleObj>
              </mc:Choice>
              <mc:Fallback>
                <p:oleObj name="" r:id="rId3" imgW="1701800" imgH="241300" progId="Equation.DSMT4">
                  <p:embed/>
                  <p:pic>
                    <p:nvPicPr>
                      <p:cNvPr id="0" name="图片 3095"/>
                      <p:cNvPicPr/>
                      <p:nvPr/>
                    </p:nvPicPr>
                    <p:blipFill>
                      <a:blip r:embed="rId4"/>
                      <a:stretch>
                        <a:fillRect/>
                      </a:stretch>
                    </p:blipFill>
                    <p:spPr>
                      <a:xfrm>
                        <a:off x="1192213" y="350838"/>
                        <a:ext cx="4165600" cy="590550"/>
                      </a:xfrm>
                      <a:prstGeom prst="rect">
                        <a:avLst/>
                      </a:prstGeom>
                      <a:noFill/>
                      <a:ln w="38100">
                        <a:noFill/>
                        <a:miter/>
                      </a:ln>
                    </p:spPr>
                  </p:pic>
                </p:oleObj>
              </mc:Fallback>
            </mc:AlternateContent>
          </a:graphicData>
        </a:graphic>
      </p:graphicFrame>
      <p:graphicFrame>
        <p:nvGraphicFramePr>
          <p:cNvPr id="31765" name="Object 21"/>
          <p:cNvGraphicFramePr>
            <a:graphicFrameLocks noChangeAspect="1"/>
          </p:cNvGraphicFramePr>
          <p:nvPr/>
        </p:nvGraphicFramePr>
        <p:xfrm>
          <a:off x="1065213" y="1285875"/>
          <a:ext cx="4221162" cy="1077913"/>
        </p:xfrm>
        <a:graphic>
          <a:graphicData uri="http://schemas.openxmlformats.org/presentationml/2006/ole">
            <mc:AlternateContent xmlns:mc="http://schemas.openxmlformats.org/markup-compatibility/2006">
              <mc:Choice xmlns:v="urn:schemas-microsoft-com:vml" Requires="v">
                <p:oleObj spid="_x0000_s3090" name="" r:id="rId5" imgW="1764665" imgH="444500" progId="Equation.DSMT4">
                  <p:embed/>
                </p:oleObj>
              </mc:Choice>
              <mc:Fallback>
                <p:oleObj name="" r:id="rId5" imgW="1764665" imgH="444500" progId="Equation.DSMT4">
                  <p:embed/>
                  <p:pic>
                    <p:nvPicPr>
                      <p:cNvPr id="0" name="图片 3089"/>
                      <p:cNvPicPr/>
                      <p:nvPr/>
                    </p:nvPicPr>
                    <p:blipFill>
                      <a:blip r:embed="rId6"/>
                      <a:stretch>
                        <a:fillRect/>
                      </a:stretch>
                    </p:blipFill>
                    <p:spPr>
                      <a:xfrm>
                        <a:off x="1065213" y="1285875"/>
                        <a:ext cx="4221162" cy="1077913"/>
                      </a:xfrm>
                      <a:prstGeom prst="rect">
                        <a:avLst/>
                      </a:prstGeom>
                      <a:noFill/>
                      <a:ln w="38100">
                        <a:noFill/>
                        <a:miter/>
                      </a:ln>
                    </p:spPr>
                  </p:pic>
                </p:oleObj>
              </mc:Fallback>
            </mc:AlternateContent>
          </a:graphicData>
        </a:graphic>
      </p:graphicFrame>
      <p:graphicFrame>
        <p:nvGraphicFramePr>
          <p:cNvPr id="11268" name="Object 23"/>
          <p:cNvGraphicFramePr>
            <a:graphicFrameLocks noChangeAspect="1"/>
          </p:cNvGraphicFramePr>
          <p:nvPr/>
        </p:nvGraphicFramePr>
        <p:xfrm>
          <a:off x="6210300" y="3392488"/>
          <a:ext cx="1066800" cy="600075"/>
        </p:xfrm>
        <a:graphic>
          <a:graphicData uri="http://schemas.openxmlformats.org/presentationml/2006/ole">
            <mc:AlternateContent xmlns:mc="http://schemas.openxmlformats.org/markup-compatibility/2006">
              <mc:Choice xmlns:v="urn:schemas-microsoft-com:vml" Requires="v">
                <p:oleObj spid="_x0000_s3097" name="" r:id="rId7" imgW="406400" imgH="228600" progId="Equation.DSMT4">
                  <p:embed/>
                </p:oleObj>
              </mc:Choice>
              <mc:Fallback>
                <p:oleObj name="" r:id="rId7" imgW="406400" imgH="228600" progId="Equation.DSMT4">
                  <p:embed/>
                  <p:pic>
                    <p:nvPicPr>
                      <p:cNvPr id="0" name="图片 3096"/>
                      <p:cNvPicPr/>
                      <p:nvPr/>
                    </p:nvPicPr>
                    <p:blipFill>
                      <a:blip r:embed="rId8"/>
                      <a:stretch>
                        <a:fillRect/>
                      </a:stretch>
                    </p:blipFill>
                    <p:spPr>
                      <a:xfrm>
                        <a:off x="6210300" y="3392488"/>
                        <a:ext cx="1066800" cy="600075"/>
                      </a:xfrm>
                      <a:prstGeom prst="rect">
                        <a:avLst/>
                      </a:prstGeom>
                      <a:noFill/>
                      <a:ln w="38100">
                        <a:noFill/>
                        <a:miter/>
                      </a:ln>
                    </p:spPr>
                  </p:pic>
                </p:oleObj>
              </mc:Fallback>
            </mc:AlternateContent>
          </a:graphicData>
        </a:graphic>
      </p:graphicFrame>
      <p:graphicFrame>
        <p:nvGraphicFramePr>
          <p:cNvPr id="11269" name="Object 24"/>
          <p:cNvGraphicFramePr>
            <a:graphicFrameLocks noChangeAspect="1"/>
          </p:cNvGraphicFramePr>
          <p:nvPr/>
        </p:nvGraphicFramePr>
        <p:xfrm>
          <a:off x="6248400" y="2189163"/>
          <a:ext cx="1066800" cy="600075"/>
        </p:xfrm>
        <a:graphic>
          <a:graphicData uri="http://schemas.openxmlformats.org/presentationml/2006/ole">
            <mc:AlternateContent xmlns:mc="http://schemas.openxmlformats.org/markup-compatibility/2006">
              <mc:Choice xmlns:v="urn:schemas-microsoft-com:vml" Requires="v">
                <p:oleObj spid="_x0000_s3099" name="" r:id="rId9" imgW="406400" imgH="228600" progId="Equation.DSMT4">
                  <p:embed/>
                </p:oleObj>
              </mc:Choice>
              <mc:Fallback>
                <p:oleObj name="" r:id="rId9" imgW="406400" imgH="228600" progId="Equation.DSMT4">
                  <p:embed/>
                  <p:pic>
                    <p:nvPicPr>
                      <p:cNvPr id="0" name="图片 3098"/>
                      <p:cNvPicPr/>
                      <p:nvPr/>
                    </p:nvPicPr>
                    <p:blipFill>
                      <a:blip r:embed="rId10"/>
                      <a:stretch>
                        <a:fillRect/>
                      </a:stretch>
                    </p:blipFill>
                    <p:spPr>
                      <a:xfrm>
                        <a:off x="6248400" y="2189163"/>
                        <a:ext cx="1066800" cy="600075"/>
                      </a:xfrm>
                      <a:prstGeom prst="rect">
                        <a:avLst/>
                      </a:prstGeom>
                      <a:noFill/>
                      <a:ln w="38100">
                        <a:noFill/>
                        <a:miter/>
                      </a:ln>
                    </p:spPr>
                  </p:pic>
                </p:oleObj>
              </mc:Fallback>
            </mc:AlternateContent>
          </a:graphicData>
        </a:graphic>
      </p:graphicFrame>
      <p:sp>
        <p:nvSpPr>
          <p:cNvPr id="11270" name="Text Box 25"/>
          <p:cNvSpPr txBox="1"/>
          <p:nvPr/>
        </p:nvSpPr>
        <p:spPr>
          <a:xfrm>
            <a:off x="7391400" y="1557338"/>
            <a:ext cx="1501775" cy="3108325"/>
          </a:xfrm>
          <a:prstGeom prst="rect">
            <a:avLst/>
          </a:prstGeom>
          <a:noFill/>
          <a:ln w="9525" cap="flat" cmpd="sng">
            <a:solidFill>
              <a:schemeClr val="tx1"/>
            </a:solidFill>
            <a:prstDash val="solid"/>
            <a:miter/>
            <a:headEnd type="none" w="med" len="med"/>
            <a:tailEnd type="none" w="med" len="med"/>
          </a:ln>
        </p:spPr>
        <p:txBody>
          <a:bodyPr anchor="t" anchorCtr="0">
            <a:spAutoFit/>
          </a:bodyPr>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1</a:t>
            </a:r>
            <a:endParaRPr lang="en-US" altLang="zh-CN" sz="2800" b="1" baseline="-25000" dirty="0">
              <a:latin typeface="Times New Roman" panose="02020603050405020304" pitchFamily="18" charset="0"/>
              <a:ea typeface="宋体" panose="02010600030101010101" pitchFamily="2" charset="-122"/>
            </a:endParaRPr>
          </a:p>
          <a:p>
            <a:pPr marL="457200" indent="-457200">
              <a:spcBef>
                <a:spcPct val="50000"/>
              </a:spcBef>
            </a:pPr>
            <a:r>
              <a:rPr lang="en-US" altLang="zh-CN" sz="2800" b="1" baseline="-25000"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1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1</a:t>
            </a:r>
            <a:endParaRPr lang="en-US" altLang="zh-CN" sz="2800" b="1" dirty="0">
              <a:latin typeface="Times New Roman" panose="02020603050405020304" pitchFamily="18" charset="0"/>
              <a:ea typeface="宋体" panose="02010600030101010101" pitchFamily="2" charset="-122"/>
            </a:endParaRPr>
          </a:p>
        </p:txBody>
      </p:sp>
      <p:graphicFrame>
        <p:nvGraphicFramePr>
          <p:cNvPr id="11271" name="Object 26"/>
          <p:cNvGraphicFramePr>
            <a:graphicFrameLocks noChangeAspect="1"/>
          </p:cNvGraphicFramePr>
          <p:nvPr/>
        </p:nvGraphicFramePr>
        <p:xfrm>
          <a:off x="6192838" y="4040188"/>
          <a:ext cx="1066800" cy="600075"/>
        </p:xfrm>
        <a:graphic>
          <a:graphicData uri="http://schemas.openxmlformats.org/presentationml/2006/ole">
            <mc:AlternateContent xmlns:mc="http://schemas.openxmlformats.org/markup-compatibility/2006">
              <mc:Choice xmlns:v="urn:schemas-microsoft-com:vml" Requires="v">
                <p:oleObj spid="_x0000_s3098" name="" r:id="rId11" imgW="406400" imgH="228600" progId="Equation.DSMT4">
                  <p:embed/>
                </p:oleObj>
              </mc:Choice>
              <mc:Fallback>
                <p:oleObj name="" r:id="rId11" imgW="406400" imgH="228600" progId="Equation.DSMT4">
                  <p:embed/>
                  <p:pic>
                    <p:nvPicPr>
                      <p:cNvPr id="0" name="图片 3097"/>
                      <p:cNvPicPr/>
                      <p:nvPr/>
                    </p:nvPicPr>
                    <p:blipFill>
                      <a:blip r:embed="rId12"/>
                      <a:stretch>
                        <a:fillRect/>
                      </a:stretch>
                    </p:blipFill>
                    <p:spPr>
                      <a:xfrm>
                        <a:off x="6192838" y="4040188"/>
                        <a:ext cx="1066800" cy="600075"/>
                      </a:xfrm>
                      <a:prstGeom prst="rect">
                        <a:avLst/>
                      </a:prstGeom>
                      <a:noFill/>
                      <a:ln w="38100">
                        <a:noFill/>
                        <a:miter/>
                      </a:ln>
                    </p:spPr>
                  </p:pic>
                </p:oleObj>
              </mc:Fallback>
            </mc:AlternateContent>
          </a:graphicData>
        </a:graphic>
      </p:graphicFrame>
      <p:graphicFrame>
        <p:nvGraphicFramePr>
          <p:cNvPr id="11272" name="Object 27"/>
          <p:cNvGraphicFramePr>
            <a:graphicFrameLocks noChangeAspect="1"/>
          </p:cNvGraphicFramePr>
          <p:nvPr/>
        </p:nvGraphicFramePr>
        <p:xfrm>
          <a:off x="6264275" y="2798763"/>
          <a:ext cx="1066800" cy="600075"/>
        </p:xfrm>
        <a:graphic>
          <a:graphicData uri="http://schemas.openxmlformats.org/presentationml/2006/ole">
            <mc:AlternateContent xmlns:mc="http://schemas.openxmlformats.org/markup-compatibility/2006">
              <mc:Choice xmlns:v="urn:schemas-microsoft-com:vml" Requires="v">
                <p:oleObj spid="_x0000_s3091" name="" r:id="rId13" imgW="406400" imgH="228600" progId="Equation.DSMT4">
                  <p:embed/>
                </p:oleObj>
              </mc:Choice>
              <mc:Fallback>
                <p:oleObj name="" r:id="rId13" imgW="406400" imgH="228600" progId="Equation.DSMT4">
                  <p:embed/>
                  <p:pic>
                    <p:nvPicPr>
                      <p:cNvPr id="0" name="图片 3090"/>
                      <p:cNvPicPr/>
                      <p:nvPr/>
                    </p:nvPicPr>
                    <p:blipFill>
                      <a:blip r:embed="rId14"/>
                      <a:stretch>
                        <a:fillRect/>
                      </a:stretch>
                    </p:blipFill>
                    <p:spPr>
                      <a:xfrm>
                        <a:off x="6264275" y="2798763"/>
                        <a:ext cx="1066800" cy="600075"/>
                      </a:xfrm>
                      <a:prstGeom prst="rect">
                        <a:avLst/>
                      </a:prstGeom>
                      <a:noFill/>
                      <a:ln w="38100">
                        <a:noFill/>
                        <a:miter/>
                      </a:ln>
                    </p:spPr>
                  </p:pic>
                </p:oleObj>
              </mc:Fallback>
            </mc:AlternateContent>
          </a:graphicData>
        </a:graphic>
      </p:graphicFrame>
      <p:sp>
        <p:nvSpPr>
          <p:cNvPr id="11273" name="Rectangle 28"/>
          <p:cNvSpPr/>
          <p:nvPr/>
        </p:nvSpPr>
        <p:spPr>
          <a:xfrm>
            <a:off x="6127750" y="1568450"/>
            <a:ext cx="1263650" cy="3084513"/>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11274" name="Line 29"/>
          <p:cNvSpPr/>
          <p:nvPr/>
        </p:nvSpPr>
        <p:spPr>
          <a:xfrm>
            <a:off x="6126163" y="2205038"/>
            <a:ext cx="2767012" cy="0"/>
          </a:xfrm>
          <a:prstGeom prst="line">
            <a:avLst/>
          </a:prstGeom>
          <a:ln w="9525" cap="flat" cmpd="sng">
            <a:solidFill>
              <a:schemeClr val="tx1"/>
            </a:solidFill>
            <a:prstDash val="solid"/>
            <a:round/>
            <a:headEnd type="none" w="med" len="med"/>
            <a:tailEnd type="none" w="med" len="med"/>
          </a:ln>
        </p:spPr>
      </p:sp>
      <p:sp>
        <p:nvSpPr>
          <p:cNvPr id="31781" name="Rectangle 37"/>
          <p:cNvSpPr/>
          <p:nvPr/>
        </p:nvSpPr>
        <p:spPr>
          <a:xfrm>
            <a:off x="785813" y="3714750"/>
            <a:ext cx="4724400" cy="1219200"/>
          </a:xfrm>
          <a:prstGeom prst="rect">
            <a:avLst/>
          </a:prstGeom>
          <a:noFill/>
          <a:ln w="38100" cap="flat" cmpd="dbl">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1782" name="Rectangle 38"/>
          <p:cNvSpPr/>
          <p:nvPr/>
        </p:nvSpPr>
        <p:spPr>
          <a:xfrm>
            <a:off x="785813" y="1214438"/>
            <a:ext cx="4724400" cy="1219200"/>
          </a:xfrm>
          <a:prstGeom prst="rect">
            <a:avLst/>
          </a:prstGeom>
          <a:noFill/>
          <a:ln w="38100" cap="flat" cmpd="dbl">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11277" name="Text Box 52"/>
          <p:cNvSpPr txBox="1"/>
          <p:nvPr/>
        </p:nvSpPr>
        <p:spPr>
          <a:xfrm>
            <a:off x="6286500" y="1581150"/>
            <a:ext cx="914400" cy="579438"/>
          </a:xfrm>
          <a:prstGeom prst="rect">
            <a:avLst/>
          </a:prstGeom>
          <a:noFill/>
          <a:ln w="9525">
            <a:noFill/>
          </a:ln>
        </p:spPr>
        <p:txBody>
          <a:bodyPr anchor="t" anchorCtr="0">
            <a:spAutoFit/>
          </a:bodyPr>
          <a:p>
            <a:pPr algn="ctr">
              <a:spcBef>
                <a:spcPct val="50000"/>
              </a:spcBef>
            </a:pPr>
            <a:r>
              <a:rPr lang="en-US" altLang="zh-CN" sz="3200" b="1" i="1" dirty="0">
                <a:latin typeface="Times New Roman" panose="02020603050405020304" pitchFamily="18" charset="0"/>
                <a:ea typeface="宋体" panose="02010600030101010101" pitchFamily="2" charset="-122"/>
              </a:rPr>
              <a:t>x</a:t>
            </a:r>
            <a:endParaRPr lang="en-US" altLang="zh-CN" sz="3200" b="1" i="1" dirty="0">
              <a:latin typeface="Times New Roman" panose="02020603050405020304" pitchFamily="18" charset="0"/>
              <a:ea typeface="宋体" panose="02010600030101010101" pitchFamily="2" charset="-122"/>
            </a:endParaRPr>
          </a:p>
        </p:txBody>
      </p:sp>
      <p:graphicFrame>
        <p:nvGraphicFramePr>
          <p:cNvPr id="10267" name="Object 16"/>
          <p:cNvGraphicFramePr>
            <a:graphicFrameLocks noChangeAspect="1"/>
          </p:cNvGraphicFramePr>
          <p:nvPr/>
        </p:nvGraphicFramePr>
        <p:xfrm>
          <a:off x="1143000" y="2857500"/>
          <a:ext cx="4165600" cy="590550"/>
        </p:xfrm>
        <a:graphic>
          <a:graphicData uri="http://schemas.openxmlformats.org/presentationml/2006/ole">
            <mc:AlternateContent xmlns:mc="http://schemas.openxmlformats.org/markup-compatibility/2006">
              <mc:Choice xmlns:v="urn:schemas-microsoft-com:vml" Requires="v">
                <p:oleObj spid="_x0000_s3108" name="" r:id="rId15" imgW="1701800" imgH="241300" progId="Equation.DSMT4">
                  <p:embed/>
                </p:oleObj>
              </mc:Choice>
              <mc:Fallback>
                <p:oleObj name="" r:id="rId15" imgW="1701800" imgH="241300" progId="Equation.DSMT4">
                  <p:embed/>
                  <p:pic>
                    <p:nvPicPr>
                      <p:cNvPr id="0" name="图片 3107"/>
                      <p:cNvPicPr/>
                      <p:nvPr/>
                    </p:nvPicPr>
                    <p:blipFill>
                      <a:blip r:embed="rId16"/>
                      <a:stretch>
                        <a:fillRect/>
                      </a:stretch>
                    </p:blipFill>
                    <p:spPr>
                      <a:xfrm>
                        <a:off x="1143000" y="2857500"/>
                        <a:ext cx="4165600" cy="590550"/>
                      </a:xfrm>
                      <a:prstGeom prst="rect">
                        <a:avLst/>
                      </a:prstGeom>
                      <a:noFill/>
                      <a:ln w="38100">
                        <a:noFill/>
                        <a:miter/>
                      </a:ln>
                    </p:spPr>
                  </p:pic>
                </p:oleObj>
              </mc:Fallback>
            </mc:AlternateContent>
          </a:graphicData>
        </a:graphic>
      </p:graphicFrame>
      <p:graphicFrame>
        <p:nvGraphicFramePr>
          <p:cNvPr id="3" name="Object 16"/>
          <p:cNvGraphicFramePr>
            <a:graphicFrameLocks noChangeAspect="1"/>
          </p:cNvGraphicFramePr>
          <p:nvPr/>
        </p:nvGraphicFramePr>
        <p:xfrm>
          <a:off x="42863" y="5643563"/>
          <a:ext cx="9099550" cy="588962"/>
        </p:xfrm>
        <a:graphic>
          <a:graphicData uri="http://schemas.openxmlformats.org/presentationml/2006/ole">
            <mc:AlternateContent xmlns:mc="http://schemas.openxmlformats.org/markup-compatibility/2006">
              <mc:Choice xmlns:v="urn:schemas-microsoft-com:vml" Requires="v">
                <p:oleObj spid="_x0000_s3103" name="" r:id="rId17" imgW="3721100" imgH="241300" progId="Equation.DSMT4">
                  <p:embed/>
                </p:oleObj>
              </mc:Choice>
              <mc:Fallback>
                <p:oleObj name="" r:id="rId17" imgW="3721100" imgH="241300" progId="Equation.DSMT4">
                  <p:embed/>
                  <p:pic>
                    <p:nvPicPr>
                      <p:cNvPr id="0" name="图片 3102"/>
                      <p:cNvPicPr/>
                      <p:nvPr/>
                    </p:nvPicPr>
                    <p:blipFill>
                      <a:blip r:embed="rId18"/>
                      <a:stretch>
                        <a:fillRect/>
                      </a:stretch>
                    </p:blipFill>
                    <p:spPr>
                      <a:xfrm>
                        <a:off x="42863" y="5643563"/>
                        <a:ext cx="9099550" cy="5889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wipe(left)">
                                      <p:cBhvr>
                                        <p:cTn id="7" dur="500"/>
                                        <p:tgtEl>
                                          <p:spTgt spid="102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765"/>
                                        </p:tgtEl>
                                        <p:attrNameLst>
                                          <p:attrName>style.visibility</p:attrName>
                                        </p:attrNameLst>
                                      </p:cBhvr>
                                      <p:to>
                                        <p:strVal val="visible"/>
                                      </p:to>
                                    </p:set>
                                    <p:animEffect transition="in" filter="wipe(left)">
                                      <p:cBhvr>
                                        <p:cTn id="12" dur="500"/>
                                        <p:tgtEl>
                                          <p:spTgt spid="317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82"/>
                                        </p:tgtEl>
                                        <p:attrNameLst>
                                          <p:attrName>style.visibility</p:attrName>
                                        </p:attrNameLst>
                                      </p:cBhvr>
                                      <p:to>
                                        <p:strVal val="visible"/>
                                      </p:to>
                                    </p:set>
                                    <p:animEffect transition="in" filter="wipe(left)">
                                      <p:cBhvr>
                                        <p:cTn id="17" dur="500"/>
                                        <p:tgtEl>
                                          <p:spTgt spid="317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67"/>
                                        </p:tgtEl>
                                        <p:attrNameLst>
                                          <p:attrName>style.visibility</p:attrName>
                                        </p:attrNameLst>
                                      </p:cBhvr>
                                      <p:to>
                                        <p:strVal val="visible"/>
                                      </p:to>
                                    </p:set>
                                    <p:animEffect transition="in" filter="wipe(left)">
                                      <p:cBhvr>
                                        <p:cTn id="22" dur="500"/>
                                        <p:tgtEl>
                                          <p:spTgt spid="102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1747"/>
                                        </p:tgtEl>
                                        <p:attrNameLst>
                                          <p:attrName>style.visibility</p:attrName>
                                        </p:attrNameLst>
                                      </p:cBhvr>
                                      <p:to>
                                        <p:strVal val="visible"/>
                                      </p:to>
                                    </p:set>
                                    <p:animEffect transition="in" filter="wipe(left)">
                                      <p:cBhvr>
                                        <p:cTn id="27" dur="500"/>
                                        <p:tgtEl>
                                          <p:spTgt spid="3174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781"/>
                                        </p:tgtEl>
                                        <p:attrNameLst>
                                          <p:attrName>style.visibility</p:attrName>
                                        </p:attrNameLst>
                                      </p:cBhvr>
                                      <p:to>
                                        <p:strVal val="visible"/>
                                      </p:to>
                                    </p:set>
                                    <p:animEffect transition="in" filter="wipe(left)">
                                      <p:cBhvr>
                                        <p:cTn id="32" dur="500"/>
                                        <p:tgtEl>
                                          <p:spTgt spid="3178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81" grpId="0" bldLvl="0" animBg="1"/>
      <p:bldP spid="31782"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7104" name="Object 2048"/>
          <p:cNvGraphicFramePr>
            <a:graphicFrameLocks noChangeAspect="1"/>
          </p:cNvGraphicFramePr>
          <p:nvPr/>
        </p:nvGraphicFramePr>
        <p:xfrm>
          <a:off x="838200" y="2428875"/>
          <a:ext cx="4470400" cy="977900"/>
        </p:xfrm>
        <a:graphic>
          <a:graphicData uri="http://schemas.openxmlformats.org/presentationml/2006/ole">
            <mc:AlternateContent xmlns:mc="http://schemas.openxmlformats.org/markup-compatibility/2006">
              <mc:Choice xmlns:v="urn:schemas-microsoft-com:vml" Requires="v">
                <p:oleObj spid="_x0000_s3110" name="" r:id="rId1" imgW="2044700" imgH="444500" progId="Equation.DSMT4">
                  <p:embed/>
                </p:oleObj>
              </mc:Choice>
              <mc:Fallback>
                <p:oleObj name="" r:id="rId1" imgW="2044700" imgH="444500" progId="Equation.DSMT4">
                  <p:embed/>
                  <p:pic>
                    <p:nvPicPr>
                      <p:cNvPr id="0" name="图片 3109"/>
                      <p:cNvPicPr/>
                      <p:nvPr/>
                    </p:nvPicPr>
                    <p:blipFill>
                      <a:blip r:embed="rId2"/>
                      <a:stretch>
                        <a:fillRect/>
                      </a:stretch>
                    </p:blipFill>
                    <p:spPr>
                      <a:xfrm>
                        <a:off x="838200" y="2428875"/>
                        <a:ext cx="4470400" cy="977900"/>
                      </a:xfrm>
                      <a:prstGeom prst="rect">
                        <a:avLst/>
                      </a:prstGeom>
                      <a:noFill/>
                      <a:ln w="38100">
                        <a:noFill/>
                        <a:miter/>
                      </a:ln>
                    </p:spPr>
                  </p:pic>
                </p:oleObj>
              </mc:Fallback>
            </mc:AlternateContent>
          </a:graphicData>
        </a:graphic>
      </p:graphicFrame>
      <p:graphicFrame>
        <p:nvGraphicFramePr>
          <p:cNvPr id="47105" name="Object 2049"/>
          <p:cNvGraphicFramePr>
            <a:graphicFrameLocks noChangeAspect="1"/>
          </p:cNvGraphicFramePr>
          <p:nvPr/>
        </p:nvGraphicFramePr>
        <p:xfrm>
          <a:off x="769938" y="3857625"/>
          <a:ext cx="4421187" cy="1000125"/>
        </p:xfrm>
        <a:graphic>
          <a:graphicData uri="http://schemas.openxmlformats.org/presentationml/2006/ole">
            <mc:AlternateContent xmlns:mc="http://schemas.openxmlformats.org/markup-compatibility/2006">
              <mc:Choice xmlns:v="urn:schemas-microsoft-com:vml" Requires="v">
                <p:oleObj spid="_x0000_s3100" name="" r:id="rId3" imgW="1981200" imgH="444500" progId="Equation.DSMT4">
                  <p:embed/>
                </p:oleObj>
              </mc:Choice>
              <mc:Fallback>
                <p:oleObj name="" r:id="rId3" imgW="1981200" imgH="444500" progId="Equation.DSMT4">
                  <p:embed/>
                  <p:pic>
                    <p:nvPicPr>
                      <p:cNvPr id="0" name="图片 3099"/>
                      <p:cNvPicPr/>
                      <p:nvPr/>
                    </p:nvPicPr>
                    <p:blipFill>
                      <a:blip r:embed="rId4"/>
                      <a:stretch>
                        <a:fillRect/>
                      </a:stretch>
                    </p:blipFill>
                    <p:spPr>
                      <a:xfrm>
                        <a:off x="769938" y="3857625"/>
                        <a:ext cx="4421187" cy="1000125"/>
                      </a:xfrm>
                      <a:prstGeom prst="rect">
                        <a:avLst/>
                      </a:prstGeom>
                      <a:noFill/>
                      <a:ln w="38100">
                        <a:noFill/>
                        <a:miter/>
                      </a:ln>
                    </p:spPr>
                  </p:pic>
                </p:oleObj>
              </mc:Fallback>
            </mc:AlternateContent>
          </a:graphicData>
        </a:graphic>
      </p:graphicFrame>
      <p:graphicFrame>
        <p:nvGraphicFramePr>
          <p:cNvPr id="9245" name="Object 16"/>
          <p:cNvGraphicFramePr>
            <a:graphicFrameLocks noChangeAspect="1"/>
          </p:cNvGraphicFramePr>
          <p:nvPr/>
        </p:nvGraphicFramePr>
        <p:xfrm>
          <a:off x="785813" y="285750"/>
          <a:ext cx="3854450" cy="590550"/>
        </p:xfrm>
        <a:graphic>
          <a:graphicData uri="http://schemas.openxmlformats.org/presentationml/2006/ole">
            <mc:AlternateContent xmlns:mc="http://schemas.openxmlformats.org/markup-compatibility/2006">
              <mc:Choice xmlns:v="urn:schemas-microsoft-com:vml" Requires="v">
                <p:oleObj spid="_x0000_s3106" name="" r:id="rId5" imgW="1574800" imgH="241300" progId="Equation.DSMT4">
                  <p:embed/>
                </p:oleObj>
              </mc:Choice>
              <mc:Fallback>
                <p:oleObj name="" r:id="rId5" imgW="1574800" imgH="241300" progId="Equation.DSMT4">
                  <p:embed/>
                  <p:pic>
                    <p:nvPicPr>
                      <p:cNvPr id="0" name="图片 3105"/>
                      <p:cNvPicPr/>
                      <p:nvPr/>
                    </p:nvPicPr>
                    <p:blipFill>
                      <a:blip r:embed="rId6"/>
                      <a:stretch>
                        <a:fillRect/>
                      </a:stretch>
                    </p:blipFill>
                    <p:spPr>
                      <a:xfrm>
                        <a:off x="785813" y="285750"/>
                        <a:ext cx="3854450" cy="590550"/>
                      </a:xfrm>
                      <a:prstGeom prst="rect">
                        <a:avLst/>
                      </a:prstGeom>
                      <a:noFill/>
                      <a:ln w="38100">
                        <a:noFill/>
                        <a:miter/>
                      </a:ln>
                    </p:spPr>
                  </p:pic>
                </p:oleObj>
              </mc:Fallback>
            </mc:AlternateContent>
          </a:graphicData>
        </a:graphic>
      </p:graphicFrame>
      <p:graphicFrame>
        <p:nvGraphicFramePr>
          <p:cNvPr id="9246" name="Object 16"/>
          <p:cNvGraphicFramePr>
            <a:graphicFrameLocks noChangeAspect="1"/>
          </p:cNvGraphicFramePr>
          <p:nvPr/>
        </p:nvGraphicFramePr>
        <p:xfrm>
          <a:off x="214313" y="1285875"/>
          <a:ext cx="2798762" cy="590550"/>
        </p:xfrm>
        <a:graphic>
          <a:graphicData uri="http://schemas.openxmlformats.org/presentationml/2006/ole">
            <mc:AlternateContent xmlns:mc="http://schemas.openxmlformats.org/markup-compatibility/2006">
              <mc:Choice xmlns:v="urn:schemas-microsoft-com:vml" Requires="v">
                <p:oleObj spid="_x0000_s3109" name="" r:id="rId7" imgW="1143000" imgH="241300" progId="Equation.DSMT4">
                  <p:embed/>
                </p:oleObj>
              </mc:Choice>
              <mc:Fallback>
                <p:oleObj name="" r:id="rId7" imgW="1143000" imgH="241300" progId="Equation.DSMT4">
                  <p:embed/>
                  <p:pic>
                    <p:nvPicPr>
                      <p:cNvPr id="0" name="图片 3108"/>
                      <p:cNvPicPr/>
                      <p:nvPr/>
                    </p:nvPicPr>
                    <p:blipFill>
                      <a:blip r:embed="rId8"/>
                      <a:stretch>
                        <a:fillRect/>
                      </a:stretch>
                    </p:blipFill>
                    <p:spPr>
                      <a:xfrm>
                        <a:off x="214313" y="1285875"/>
                        <a:ext cx="2798762" cy="590550"/>
                      </a:xfrm>
                      <a:prstGeom prst="rect">
                        <a:avLst/>
                      </a:prstGeom>
                      <a:noFill/>
                      <a:ln w="38100">
                        <a:noFill/>
                        <a:miter/>
                      </a:ln>
                    </p:spPr>
                  </p:pic>
                </p:oleObj>
              </mc:Fallback>
            </mc:AlternateContent>
          </a:graphicData>
        </a:graphic>
      </p:graphicFrame>
      <p:graphicFrame>
        <p:nvGraphicFramePr>
          <p:cNvPr id="9247" name="Object 16"/>
          <p:cNvGraphicFramePr>
            <a:graphicFrameLocks noChangeAspect="1"/>
          </p:cNvGraphicFramePr>
          <p:nvPr/>
        </p:nvGraphicFramePr>
        <p:xfrm>
          <a:off x="3643313" y="1285875"/>
          <a:ext cx="5157787" cy="590550"/>
        </p:xfrm>
        <a:graphic>
          <a:graphicData uri="http://schemas.openxmlformats.org/presentationml/2006/ole">
            <mc:AlternateContent xmlns:mc="http://schemas.openxmlformats.org/markup-compatibility/2006">
              <mc:Choice xmlns:v="urn:schemas-microsoft-com:vml" Requires="v">
                <p:oleObj spid="_x0000_s3101" name="" r:id="rId9" imgW="2108200" imgH="241300" progId="Equation.DSMT4">
                  <p:embed/>
                </p:oleObj>
              </mc:Choice>
              <mc:Fallback>
                <p:oleObj name="" r:id="rId9" imgW="2108200" imgH="241300" progId="Equation.DSMT4">
                  <p:embed/>
                  <p:pic>
                    <p:nvPicPr>
                      <p:cNvPr id="0" name="图片 3100"/>
                      <p:cNvPicPr/>
                      <p:nvPr/>
                    </p:nvPicPr>
                    <p:blipFill>
                      <a:blip r:embed="rId10"/>
                      <a:stretch>
                        <a:fillRect/>
                      </a:stretch>
                    </p:blipFill>
                    <p:spPr>
                      <a:xfrm>
                        <a:off x="3643313" y="1285875"/>
                        <a:ext cx="5157787" cy="590550"/>
                      </a:xfrm>
                      <a:prstGeom prst="rect">
                        <a:avLst/>
                      </a:prstGeom>
                      <a:noFill/>
                      <a:ln w="38100">
                        <a:noFill/>
                        <a:miter/>
                      </a:ln>
                    </p:spPr>
                  </p:pic>
                </p:oleObj>
              </mc:Fallback>
            </mc:AlternateContent>
          </a:graphicData>
        </a:graphic>
      </p:graphicFrame>
      <p:grpSp>
        <p:nvGrpSpPr>
          <p:cNvPr id="2" name="Group 53"/>
          <p:cNvGrpSpPr/>
          <p:nvPr/>
        </p:nvGrpSpPr>
        <p:grpSpPr>
          <a:xfrm>
            <a:off x="5857875" y="2071688"/>
            <a:ext cx="2789238" cy="3094037"/>
            <a:chOff x="643" y="2304"/>
            <a:chExt cx="1757" cy="1949"/>
          </a:xfrm>
        </p:grpSpPr>
        <p:sp>
          <p:nvSpPr>
            <p:cNvPr id="12295" name="Text Box 36"/>
            <p:cNvSpPr txBox="1"/>
            <p:nvPr/>
          </p:nvSpPr>
          <p:spPr>
            <a:xfrm>
              <a:off x="1440" y="2304"/>
              <a:ext cx="960" cy="1949"/>
            </a:xfrm>
            <a:prstGeom prst="rect">
              <a:avLst/>
            </a:prstGeom>
            <a:noFill/>
            <a:ln w="9525" cap="flat" cmpd="sng">
              <a:solidFill>
                <a:schemeClr val="tx1"/>
              </a:solidFill>
              <a:prstDash val="solid"/>
              <a:miter/>
              <a:headEnd type="none" w="med" len="med"/>
              <a:tailEnd type="none" w="med" len="med"/>
            </a:ln>
          </p:spPr>
          <p:txBody>
            <a:bodyPr anchor="t" anchorCtr="0">
              <a:spAutoFit/>
            </a:bodyPr>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x</a:t>
              </a:r>
              <a:r>
                <a:rPr lang="en-US" altLang="zh-CN" sz="2800" b="1" baseline="-25000" dirty="0">
                  <a:latin typeface="Times New Roman" panose="02020603050405020304" pitchFamily="18" charset="0"/>
                  <a:ea typeface="宋体" panose="02010600030101010101" pitchFamily="2" charset="-122"/>
                </a:rPr>
                <a:t>1</a:t>
              </a:r>
              <a:endParaRPr lang="en-US" altLang="zh-CN" sz="2800" b="1" baseline="-25000" dirty="0">
                <a:latin typeface="Times New Roman" panose="02020603050405020304" pitchFamily="18" charset="0"/>
                <a:ea typeface="宋体" panose="02010600030101010101" pitchFamily="2" charset="-122"/>
              </a:endParaRPr>
            </a:p>
            <a:p>
              <a:pPr marL="457200" indent="-457200">
                <a:spcBef>
                  <a:spcPct val="50000"/>
                </a:spcBef>
              </a:pPr>
              <a:r>
                <a:rPr lang="en-US" altLang="zh-CN" sz="2800" b="1" baseline="-25000"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1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0		</a:t>
              </a: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1</a:t>
              </a:r>
              <a:endParaRPr lang="en-US" altLang="zh-CN" sz="2800" b="1" dirty="0">
                <a:latin typeface="Times New Roman" panose="02020603050405020304" pitchFamily="18" charset="0"/>
                <a:ea typeface="宋体" panose="02010600030101010101" pitchFamily="2" charset="-122"/>
              </a:endParaRPr>
            </a:p>
            <a:p>
              <a:pPr marL="457200" indent="-457200">
                <a:spcBef>
                  <a:spcPct val="50000"/>
                </a:spcBef>
              </a:pPr>
              <a:r>
                <a:rPr lang="en-US" altLang="zh-CN" sz="2800" b="1" dirty="0">
                  <a:latin typeface="Times New Roman" panose="02020603050405020304" pitchFamily="18" charset="0"/>
                  <a:ea typeface="宋体" panose="02010600030101010101" pitchFamily="2" charset="-122"/>
                </a:rPr>
                <a:t>  </a:t>
              </a:r>
              <a:r>
                <a:rPr lang="en-US" altLang="zh-CN" sz="2800" b="1" dirty="0">
                  <a:solidFill>
                    <a:srgbClr val="FF0000"/>
                  </a:solidFill>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0</a:t>
              </a:r>
              <a:endParaRPr lang="en-US" altLang="zh-CN" sz="2800" b="1" dirty="0">
                <a:latin typeface="Times New Roman" panose="02020603050405020304" pitchFamily="18" charset="0"/>
                <a:ea typeface="宋体" panose="02010600030101010101" pitchFamily="2" charset="-122"/>
              </a:endParaRPr>
            </a:p>
          </p:txBody>
        </p:sp>
        <p:graphicFrame>
          <p:nvGraphicFramePr>
            <p:cNvPr id="12296" name="Object 1031"/>
            <p:cNvGraphicFramePr>
              <a:graphicFrameLocks noChangeAspect="1"/>
            </p:cNvGraphicFramePr>
            <p:nvPr/>
          </p:nvGraphicFramePr>
          <p:xfrm>
            <a:off x="747" y="2673"/>
            <a:ext cx="672" cy="378"/>
          </p:xfrm>
          <a:graphic>
            <a:graphicData uri="http://schemas.openxmlformats.org/presentationml/2006/ole">
              <mc:AlternateContent xmlns:mc="http://schemas.openxmlformats.org/markup-compatibility/2006">
                <mc:Choice xmlns:v="urn:schemas-microsoft-com:vml" Requires="v">
                  <p:oleObj spid="_x0000_s3102" name="" r:id="rId11" imgW="406400" imgH="228600" progId="Equation.DSMT4">
                    <p:embed/>
                  </p:oleObj>
                </mc:Choice>
                <mc:Fallback>
                  <p:oleObj name="" r:id="rId11" imgW="406400" imgH="228600" progId="Equation.DSMT4">
                    <p:embed/>
                    <p:pic>
                      <p:nvPicPr>
                        <p:cNvPr id="0" name="图片 3101"/>
                        <p:cNvPicPr/>
                        <p:nvPr/>
                      </p:nvPicPr>
                      <p:blipFill>
                        <a:blip r:embed="rId12"/>
                        <a:stretch>
                          <a:fillRect/>
                        </a:stretch>
                      </p:blipFill>
                      <p:spPr>
                        <a:xfrm>
                          <a:off x="747" y="2673"/>
                          <a:ext cx="672" cy="378"/>
                        </a:xfrm>
                        <a:prstGeom prst="rect">
                          <a:avLst/>
                        </a:prstGeom>
                        <a:noFill/>
                        <a:ln w="38100">
                          <a:noFill/>
                          <a:miter/>
                        </a:ln>
                      </p:spPr>
                    </p:pic>
                  </p:oleObj>
                </mc:Fallback>
              </mc:AlternateContent>
            </a:graphicData>
          </a:graphic>
        </p:graphicFrame>
        <p:graphicFrame>
          <p:nvGraphicFramePr>
            <p:cNvPr id="12297" name="Object 1032"/>
            <p:cNvGraphicFramePr>
              <a:graphicFrameLocks noChangeAspect="1"/>
            </p:cNvGraphicFramePr>
            <p:nvPr/>
          </p:nvGraphicFramePr>
          <p:xfrm>
            <a:off x="720" y="3456"/>
            <a:ext cx="651" cy="357"/>
          </p:xfrm>
          <a:graphic>
            <a:graphicData uri="http://schemas.openxmlformats.org/presentationml/2006/ole">
              <mc:AlternateContent xmlns:mc="http://schemas.openxmlformats.org/markup-compatibility/2006">
                <mc:Choice xmlns:v="urn:schemas-microsoft-com:vml" Requires="v">
                  <p:oleObj spid="_x0000_s3107" name="" r:id="rId13" imgW="393065" imgH="215900" progId="Equation.3">
                    <p:embed/>
                  </p:oleObj>
                </mc:Choice>
                <mc:Fallback>
                  <p:oleObj name="" r:id="rId13" imgW="393065" imgH="215900" progId="Equation.3">
                    <p:embed/>
                    <p:pic>
                      <p:nvPicPr>
                        <p:cNvPr id="0" name="图片 3106"/>
                        <p:cNvPicPr/>
                        <p:nvPr/>
                      </p:nvPicPr>
                      <p:blipFill>
                        <a:blip r:embed="rId14"/>
                        <a:stretch>
                          <a:fillRect/>
                        </a:stretch>
                      </p:blipFill>
                      <p:spPr>
                        <a:xfrm>
                          <a:off x="720" y="3456"/>
                          <a:ext cx="651" cy="357"/>
                        </a:xfrm>
                        <a:prstGeom prst="rect">
                          <a:avLst/>
                        </a:prstGeom>
                        <a:noFill/>
                        <a:ln w="38100">
                          <a:noFill/>
                          <a:miter/>
                        </a:ln>
                      </p:spPr>
                    </p:pic>
                  </p:oleObj>
                </mc:Fallback>
              </mc:AlternateContent>
            </a:graphicData>
          </a:graphic>
        </p:graphicFrame>
        <p:sp>
          <p:nvSpPr>
            <p:cNvPr id="12298" name="Rectangle 39"/>
            <p:cNvSpPr/>
            <p:nvPr/>
          </p:nvSpPr>
          <p:spPr>
            <a:xfrm>
              <a:off x="644" y="2304"/>
              <a:ext cx="796" cy="1943"/>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12299" name="Line 40"/>
            <p:cNvSpPr/>
            <p:nvPr/>
          </p:nvSpPr>
          <p:spPr>
            <a:xfrm>
              <a:off x="643" y="2688"/>
              <a:ext cx="1757" cy="0"/>
            </a:xfrm>
            <a:prstGeom prst="line">
              <a:avLst/>
            </a:prstGeom>
            <a:ln w="9525" cap="flat" cmpd="sng">
              <a:solidFill>
                <a:schemeClr val="tx1"/>
              </a:solidFill>
              <a:prstDash val="solid"/>
              <a:round/>
              <a:headEnd type="none" w="med" len="med"/>
              <a:tailEnd type="none" w="med" len="med"/>
            </a:ln>
          </p:spPr>
        </p:sp>
        <p:graphicFrame>
          <p:nvGraphicFramePr>
            <p:cNvPr id="12300" name="Object 1033"/>
            <p:cNvGraphicFramePr>
              <a:graphicFrameLocks noChangeAspect="1"/>
            </p:cNvGraphicFramePr>
            <p:nvPr/>
          </p:nvGraphicFramePr>
          <p:xfrm>
            <a:off x="720" y="3078"/>
            <a:ext cx="672" cy="378"/>
          </p:xfrm>
          <a:graphic>
            <a:graphicData uri="http://schemas.openxmlformats.org/presentationml/2006/ole">
              <mc:AlternateContent xmlns:mc="http://schemas.openxmlformats.org/markup-compatibility/2006">
                <mc:Choice xmlns:v="urn:schemas-microsoft-com:vml" Requires="v">
                  <p:oleObj spid="_x0000_s3104" name="" r:id="rId15" imgW="406400" imgH="228600" progId="Equation.3">
                    <p:embed/>
                  </p:oleObj>
                </mc:Choice>
                <mc:Fallback>
                  <p:oleObj name="" r:id="rId15" imgW="406400" imgH="228600" progId="Equation.3">
                    <p:embed/>
                    <p:pic>
                      <p:nvPicPr>
                        <p:cNvPr id="0" name="图片 3103"/>
                        <p:cNvPicPr/>
                        <p:nvPr/>
                      </p:nvPicPr>
                      <p:blipFill>
                        <a:blip r:embed="rId16"/>
                        <a:stretch>
                          <a:fillRect/>
                        </a:stretch>
                      </p:blipFill>
                      <p:spPr>
                        <a:xfrm>
                          <a:off x="720" y="3078"/>
                          <a:ext cx="672" cy="378"/>
                        </a:xfrm>
                        <a:prstGeom prst="rect">
                          <a:avLst/>
                        </a:prstGeom>
                        <a:noFill/>
                        <a:ln w="38100">
                          <a:noFill/>
                          <a:miter/>
                        </a:ln>
                      </p:spPr>
                    </p:pic>
                  </p:oleObj>
                </mc:Fallback>
              </mc:AlternateContent>
            </a:graphicData>
          </a:graphic>
        </p:graphicFrame>
        <p:graphicFrame>
          <p:nvGraphicFramePr>
            <p:cNvPr id="12301" name="Object 1034"/>
            <p:cNvGraphicFramePr>
              <a:graphicFrameLocks noChangeAspect="1"/>
            </p:cNvGraphicFramePr>
            <p:nvPr/>
          </p:nvGraphicFramePr>
          <p:xfrm>
            <a:off x="720" y="3840"/>
            <a:ext cx="651" cy="357"/>
          </p:xfrm>
          <a:graphic>
            <a:graphicData uri="http://schemas.openxmlformats.org/presentationml/2006/ole">
              <mc:AlternateContent xmlns:mc="http://schemas.openxmlformats.org/markup-compatibility/2006">
                <mc:Choice xmlns:v="urn:schemas-microsoft-com:vml" Requires="v">
                  <p:oleObj spid="_x0000_s3105" name="" r:id="rId17" imgW="393065" imgH="215900" progId="Equation.3">
                    <p:embed/>
                  </p:oleObj>
                </mc:Choice>
                <mc:Fallback>
                  <p:oleObj name="" r:id="rId17" imgW="393065" imgH="215900" progId="Equation.3">
                    <p:embed/>
                    <p:pic>
                      <p:nvPicPr>
                        <p:cNvPr id="0" name="图片 3104"/>
                        <p:cNvPicPr/>
                        <p:nvPr/>
                      </p:nvPicPr>
                      <p:blipFill>
                        <a:blip r:embed="rId18"/>
                        <a:stretch>
                          <a:fillRect/>
                        </a:stretch>
                      </p:blipFill>
                      <p:spPr>
                        <a:xfrm>
                          <a:off x="720" y="3840"/>
                          <a:ext cx="651" cy="357"/>
                        </a:xfrm>
                        <a:prstGeom prst="rect">
                          <a:avLst/>
                        </a:prstGeom>
                        <a:noFill/>
                        <a:ln w="38100">
                          <a:noFill/>
                          <a:miter/>
                        </a:ln>
                      </p:spPr>
                    </p:pic>
                  </p:oleObj>
                </mc:Fallback>
              </mc:AlternateContent>
            </a:graphicData>
          </a:graphic>
        </p:graphicFrame>
        <p:sp>
          <p:nvSpPr>
            <p:cNvPr id="12302" name="Text Box 51"/>
            <p:cNvSpPr txBox="1"/>
            <p:nvPr/>
          </p:nvSpPr>
          <p:spPr>
            <a:xfrm>
              <a:off x="768" y="2304"/>
              <a:ext cx="576" cy="365"/>
            </a:xfrm>
            <a:prstGeom prst="rect">
              <a:avLst/>
            </a:prstGeom>
            <a:noFill/>
            <a:ln w="9525">
              <a:noFill/>
            </a:ln>
          </p:spPr>
          <p:txBody>
            <a:bodyPr anchor="t" anchorCtr="0">
              <a:spAutoFit/>
            </a:bodyPr>
            <a:p>
              <a:pPr algn="ctr">
                <a:spcBef>
                  <a:spcPct val="50000"/>
                </a:spcBef>
              </a:pPr>
              <a:r>
                <a:rPr lang="en-US" altLang="zh-CN" sz="3200" b="1" i="1" dirty="0">
                  <a:latin typeface="Times New Roman" panose="02020603050405020304" pitchFamily="18" charset="0"/>
                  <a:ea typeface="宋体" panose="02010600030101010101" pitchFamily="2" charset="-122"/>
                </a:rPr>
                <a:t>x</a:t>
              </a:r>
              <a:endParaRPr lang="en-US" altLang="zh-CN" sz="3200" b="1" i="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45"/>
                                        </p:tgtEl>
                                        <p:attrNameLst>
                                          <p:attrName>style.visibility</p:attrName>
                                        </p:attrNameLst>
                                      </p:cBhvr>
                                      <p:to>
                                        <p:strVal val="visible"/>
                                      </p:to>
                                    </p:set>
                                    <p:animEffect transition="in" filter="wipe(left)">
                                      <p:cBhvr>
                                        <p:cTn id="12" dur="500"/>
                                        <p:tgtEl>
                                          <p:spTgt spid="92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46"/>
                                        </p:tgtEl>
                                        <p:attrNameLst>
                                          <p:attrName>style.visibility</p:attrName>
                                        </p:attrNameLst>
                                      </p:cBhvr>
                                      <p:to>
                                        <p:strVal val="visible"/>
                                      </p:to>
                                    </p:set>
                                    <p:animEffect transition="in" filter="wipe(left)">
                                      <p:cBhvr>
                                        <p:cTn id="17" dur="500"/>
                                        <p:tgtEl>
                                          <p:spTgt spid="92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247"/>
                                        </p:tgtEl>
                                        <p:attrNameLst>
                                          <p:attrName>style.visibility</p:attrName>
                                        </p:attrNameLst>
                                      </p:cBhvr>
                                      <p:to>
                                        <p:strVal val="visible"/>
                                      </p:to>
                                    </p:set>
                                    <p:animEffect transition="in" filter="wipe(left)">
                                      <p:cBhvr>
                                        <p:cTn id="22" dur="500"/>
                                        <p:tgtEl>
                                          <p:spTgt spid="92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7104"/>
                                        </p:tgtEl>
                                        <p:attrNameLst>
                                          <p:attrName>style.visibility</p:attrName>
                                        </p:attrNameLst>
                                      </p:cBhvr>
                                      <p:to>
                                        <p:strVal val="visible"/>
                                      </p:to>
                                    </p:set>
                                    <p:animEffect transition="in" filter="wipe(left)">
                                      <p:cBhvr>
                                        <p:cTn id="27" dur="500"/>
                                        <p:tgtEl>
                                          <p:spTgt spid="47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105"/>
                                        </p:tgtEl>
                                        <p:attrNameLst>
                                          <p:attrName>style.visibility</p:attrName>
                                        </p:attrNameLst>
                                      </p:cBhvr>
                                      <p:to>
                                        <p:strVal val="visible"/>
                                      </p:to>
                                    </p:set>
                                    <p:animEffect transition="in" filter="wipe(left)">
                                      <p:cBhvr>
                                        <p:cTn id="32" dur="500"/>
                                        <p:tgtEl>
                                          <p:spTgt spid="47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Text Box 2"/>
          <p:cNvSpPr txBox="1"/>
          <p:nvPr/>
        </p:nvSpPr>
        <p:spPr>
          <a:xfrm>
            <a:off x="214313" y="0"/>
            <a:ext cx="8534400" cy="952500"/>
          </a:xfrm>
          <a:prstGeom prst="rect">
            <a:avLst/>
          </a:prstGeom>
          <a:noFill/>
          <a:ln w="9525">
            <a:noFill/>
          </a:ln>
        </p:spPr>
        <p:txBody>
          <a:bodyPr anchor="t" anchorCtr="0">
            <a:spAutoFit/>
          </a:bodyPr>
          <a:p>
            <a:pPr>
              <a:spcBef>
                <a:spcPct val="50000"/>
              </a:spcBef>
            </a:pPr>
            <a:r>
              <a:rPr lang="zh-CN" altLang="en-US" b="1" dirty="0">
                <a:solidFill>
                  <a:srgbClr val="0070C0"/>
                </a:solidFill>
                <a:latin typeface="Times New Roman" panose="02020603050405020304" pitchFamily="18" charset="0"/>
                <a:ea typeface="宋体" panose="02010600030101010101" pitchFamily="2" charset="-122"/>
              </a:rPr>
              <a:t>例</a:t>
            </a:r>
            <a:r>
              <a:rPr lang="en-US" altLang="zh-CN" b="1" dirty="0">
                <a:solidFill>
                  <a:srgbClr val="0070C0"/>
                </a:solidFill>
                <a:latin typeface="Times New Roman" panose="02020603050405020304" pitchFamily="18" charset="0"/>
                <a:ea typeface="宋体" panose="02010600030101010101" pitchFamily="2" charset="-122"/>
              </a:rPr>
              <a:t>. </a:t>
            </a:r>
            <a:r>
              <a:rPr lang="zh-CN" altLang="en-US" b="1" dirty="0">
                <a:latin typeface="黑体" panose="02010609060101010101" pitchFamily="49" charset="-122"/>
                <a:ea typeface="黑体" panose="02010609060101010101" pitchFamily="49" charset="-122"/>
              </a:rPr>
              <a:t>给定插值条件</a:t>
            </a:r>
            <a:r>
              <a:rPr lang="en-US" altLang="zh-CN" b="1" i="1" dirty="0">
                <a:latin typeface="Times New Roman" panose="02020603050405020304" pitchFamily="18" charset="0"/>
                <a:ea typeface="宋体" panose="02010600030101010101" pitchFamily="2" charset="-122"/>
              </a:rPr>
              <a:t>f</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baseline="-30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y</a:t>
            </a:r>
            <a:r>
              <a:rPr lang="en-US" altLang="zh-CN" b="1" baseline="-30000" dirty="0">
                <a:latin typeface="Times New Roman" panose="02020603050405020304" pitchFamily="18" charset="0"/>
                <a:ea typeface="宋体" panose="02010600030101010101" pitchFamily="2" charset="-122"/>
              </a:rPr>
              <a:t>0</a:t>
            </a:r>
            <a:r>
              <a:rPr lang="en-US" altLang="zh-CN" b="1" dirty="0">
                <a:latin typeface="宋体" panose="02010600030101010101" pitchFamily="2" charset="-122"/>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f′</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baseline="-30000" dirty="0">
                <a:latin typeface="Times New Roman" panose="02020603050405020304" pitchFamily="18" charset="0"/>
                <a:ea typeface="宋体" panose="02010600030101010101" pitchFamily="2" charset="-122"/>
              </a:rPr>
              <a:t>1</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m</a:t>
            </a:r>
            <a:r>
              <a:rPr lang="en-US" altLang="zh-CN" b="1" baseline="-30000" dirty="0">
                <a:latin typeface="Times New Roman" panose="02020603050405020304" pitchFamily="18" charset="0"/>
                <a:ea typeface="宋体" panose="02010600030101010101" pitchFamily="2" charset="-122"/>
              </a:rPr>
              <a:t>1</a:t>
            </a:r>
            <a:r>
              <a:rPr lang="en-US" altLang="zh-CN" b="1" dirty="0">
                <a:latin typeface="宋体" panose="02010600030101010101" pitchFamily="2" charset="-122"/>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f</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 x</a:t>
            </a:r>
            <a:r>
              <a:rPr lang="en-US" altLang="zh-CN" b="1" baseline="-30000" dirty="0">
                <a:latin typeface="Times New Roman" panose="02020603050405020304" pitchFamily="18" charset="0"/>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y</a:t>
            </a:r>
            <a:r>
              <a:rPr lang="en-US" altLang="zh-CN" b="1" baseline="-30000" dirty="0">
                <a:latin typeface="Times New Roman" panose="02020603050405020304" pitchFamily="18" charset="0"/>
                <a:ea typeface="宋体" panose="02010600030101010101" pitchFamily="2" charset="-122"/>
              </a:rPr>
              <a:t>2</a:t>
            </a:r>
            <a:r>
              <a:rPr lang="en-US" altLang="zh-CN" b="1" dirty="0">
                <a:latin typeface="宋体" panose="02010600030101010101" pitchFamily="2" charset="-122"/>
                <a:ea typeface="宋体" panose="02010600030101010101" pitchFamily="2" charset="-122"/>
              </a:rPr>
              <a:t>,</a:t>
            </a:r>
            <a:r>
              <a:rPr lang="zh-CN" altLang="en-US" b="1" dirty="0">
                <a:latin typeface="黑体" panose="02010609060101010101" pitchFamily="49" charset="-122"/>
                <a:ea typeface="黑体" panose="02010609060101010101" pitchFamily="49" charset="-122"/>
              </a:rPr>
              <a:t>试求满足条件的插值多项式</a:t>
            </a:r>
            <a:endParaRPr lang="zh-CN" altLang="en-US" b="1" dirty="0">
              <a:latin typeface="黑体" panose="02010609060101010101" pitchFamily="49" charset="-122"/>
              <a:ea typeface="黑体" panose="02010609060101010101" pitchFamily="49" charset="-122"/>
            </a:endParaRPr>
          </a:p>
        </p:txBody>
      </p:sp>
      <p:graphicFrame>
        <p:nvGraphicFramePr>
          <p:cNvPr id="32774" name="Object 6"/>
          <p:cNvGraphicFramePr>
            <a:graphicFrameLocks noChangeAspect="1"/>
          </p:cNvGraphicFramePr>
          <p:nvPr/>
        </p:nvGraphicFramePr>
        <p:xfrm>
          <a:off x="2268538" y="3570288"/>
          <a:ext cx="4230687" cy="476250"/>
        </p:xfrm>
        <a:graphic>
          <a:graphicData uri="http://schemas.openxmlformats.org/presentationml/2006/ole">
            <mc:AlternateContent xmlns:mc="http://schemas.openxmlformats.org/markup-compatibility/2006">
              <mc:Choice xmlns:v="urn:schemas-microsoft-com:vml" Requires="v">
                <p:oleObj spid="_x0000_s3175" name="" r:id="rId1" imgW="2044700" imgH="228600" progId="Equation.DSMT4">
                  <p:embed/>
                </p:oleObj>
              </mc:Choice>
              <mc:Fallback>
                <p:oleObj name="" r:id="rId1" imgW="2044700" imgH="228600" progId="Equation.DSMT4">
                  <p:embed/>
                  <p:pic>
                    <p:nvPicPr>
                      <p:cNvPr id="0" name="图片 3174"/>
                      <p:cNvPicPr/>
                      <p:nvPr/>
                    </p:nvPicPr>
                    <p:blipFill>
                      <a:blip r:embed="rId2"/>
                      <a:stretch>
                        <a:fillRect/>
                      </a:stretch>
                    </p:blipFill>
                    <p:spPr>
                      <a:xfrm>
                        <a:off x="2268538" y="3570288"/>
                        <a:ext cx="4230687" cy="476250"/>
                      </a:xfrm>
                      <a:prstGeom prst="rect">
                        <a:avLst/>
                      </a:prstGeom>
                      <a:noFill/>
                      <a:ln w="38100">
                        <a:noFill/>
                        <a:miter/>
                      </a:ln>
                    </p:spPr>
                  </p:pic>
                </p:oleObj>
              </mc:Fallback>
            </mc:AlternateContent>
          </a:graphicData>
        </a:graphic>
      </p:graphicFrame>
      <p:sp>
        <p:nvSpPr>
          <p:cNvPr id="10" name="Text Box 5"/>
          <p:cNvSpPr txBox="1"/>
          <p:nvPr/>
        </p:nvSpPr>
        <p:spPr>
          <a:xfrm>
            <a:off x="285750" y="1071563"/>
            <a:ext cx="8382000" cy="519112"/>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解</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设 </a:t>
            </a:r>
            <a:r>
              <a:rPr lang="en-US" altLang="zh-CN" b="1" i="1" dirty="0">
                <a:latin typeface="Times New Roman" panose="02020603050405020304" pitchFamily="18" charset="0"/>
                <a:ea typeface="宋体" panose="02010600030101010101" pitchFamily="2" charset="-122"/>
              </a:rPr>
              <a:t>H</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dirty="0">
                <a:latin typeface="Times New Roman" panose="02020603050405020304" pitchFamily="18" charset="0"/>
                <a:ea typeface="宋体" panose="02010600030101010101" pitchFamily="2" charset="-122"/>
              </a:rPr>
              <a:t>) = </a:t>
            </a:r>
            <a:r>
              <a:rPr lang="en-US" altLang="zh-CN" b="1" i="1" dirty="0">
                <a:latin typeface="Times New Roman" panose="02020603050405020304" pitchFamily="18" charset="0"/>
                <a:ea typeface="宋体" panose="02010600030101010101" pitchFamily="2" charset="-122"/>
              </a:rPr>
              <a:t>a</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 + </a:t>
            </a:r>
            <a:r>
              <a:rPr lang="en-US" altLang="zh-CN" b="1" i="1" dirty="0">
                <a:latin typeface="Times New Roman" panose="02020603050405020304" pitchFamily="18" charset="0"/>
                <a:ea typeface="宋体" panose="02010600030101010101" pitchFamily="2" charset="-122"/>
              </a:rPr>
              <a:t>a</a:t>
            </a:r>
            <a:r>
              <a:rPr lang="en-US" altLang="zh-CN" b="1" baseline="-25000" dirty="0">
                <a:latin typeface="Times New Roman" panose="02020603050405020304" pitchFamily="18" charset="0"/>
                <a:ea typeface="宋体" panose="02010600030101010101" pitchFamily="2" charset="-122"/>
              </a:rPr>
              <a:t>1</a:t>
            </a:r>
            <a:r>
              <a:rPr lang="en-US" altLang="zh-CN" b="1" i="1" dirty="0">
                <a:latin typeface="Times New Roman" panose="02020603050405020304" pitchFamily="18" charset="0"/>
                <a:ea typeface="宋体" panose="02010600030101010101" pitchFamily="2" charset="-122"/>
              </a:rPr>
              <a:t>x + a</a:t>
            </a:r>
            <a:r>
              <a:rPr lang="en-US" altLang="zh-CN" b="1" baseline="-25000" dirty="0">
                <a:latin typeface="Times New Roman" panose="02020603050405020304" pitchFamily="18" charset="0"/>
                <a:ea typeface="宋体" panose="02010600030101010101" pitchFamily="2" charset="-122"/>
              </a:rPr>
              <a:t>2</a:t>
            </a:r>
            <a:r>
              <a:rPr lang="en-US" altLang="zh-CN" b="1" i="1" dirty="0">
                <a:latin typeface="Times New Roman" panose="02020603050405020304" pitchFamily="18" charset="0"/>
                <a:ea typeface="宋体" panose="02010600030101010101" pitchFamily="2" charset="-122"/>
              </a:rPr>
              <a:t>x</a:t>
            </a:r>
            <a:r>
              <a:rPr lang="en-US" altLang="zh-CN" b="1" baseline="30000" dirty="0">
                <a:latin typeface="Times New Roman" panose="02020603050405020304" pitchFamily="18" charset="0"/>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 , </a:t>
            </a:r>
            <a:r>
              <a:rPr lang="en-US" altLang="zh-CN" b="1" i="1" dirty="0">
                <a:latin typeface="Times New Roman" panose="02020603050405020304" pitchFamily="18" charset="0"/>
                <a:ea typeface="宋体" panose="02010600030101010101" pitchFamily="2" charset="-122"/>
              </a:rPr>
              <a:t>H' </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dirty="0">
                <a:latin typeface="Times New Roman" panose="02020603050405020304" pitchFamily="18" charset="0"/>
                <a:ea typeface="宋体" panose="02010600030101010101" pitchFamily="2" charset="-122"/>
              </a:rPr>
              <a:t>) = </a:t>
            </a:r>
            <a:r>
              <a:rPr lang="en-US" altLang="zh-CN" b="1" i="1" dirty="0">
                <a:latin typeface="Times New Roman" panose="02020603050405020304" pitchFamily="18" charset="0"/>
                <a:ea typeface="宋体" panose="02010600030101010101" pitchFamily="2" charset="-122"/>
              </a:rPr>
              <a:t>a</a:t>
            </a:r>
            <a:r>
              <a:rPr lang="en-US" altLang="zh-CN" b="1" baseline="-25000" dirty="0">
                <a:latin typeface="Times New Roman" panose="02020603050405020304" pitchFamily="18" charset="0"/>
                <a:ea typeface="宋体" panose="02010600030101010101" pitchFamily="2" charset="-122"/>
              </a:rPr>
              <a:t>1</a:t>
            </a:r>
            <a:r>
              <a:rPr lang="en-US" altLang="zh-CN" b="1" dirty="0">
                <a:latin typeface="Times New Roman" panose="02020603050405020304" pitchFamily="18" charset="0"/>
                <a:ea typeface="宋体" panose="02010600030101010101" pitchFamily="2" charset="-122"/>
              </a:rPr>
              <a:t> + 2</a:t>
            </a:r>
            <a:r>
              <a:rPr lang="en-US" altLang="zh-CN" b="1" i="1" dirty="0">
                <a:latin typeface="Times New Roman" panose="02020603050405020304" pitchFamily="18" charset="0"/>
                <a:ea typeface="宋体" panose="02010600030101010101" pitchFamily="2" charset="-122"/>
              </a:rPr>
              <a:t>a</a:t>
            </a:r>
            <a:r>
              <a:rPr lang="en-US" altLang="zh-CN" b="1" baseline="-25000" dirty="0">
                <a:latin typeface="Times New Roman" panose="02020603050405020304" pitchFamily="18" charset="0"/>
                <a:ea typeface="宋体" panose="02010600030101010101" pitchFamily="2" charset="-122"/>
              </a:rPr>
              <a:t>2</a:t>
            </a:r>
            <a:r>
              <a:rPr lang="en-US" altLang="zh-CN" b="1" i="1" dirty="0">
                <a:latin typeface="Times New Roman" panose="02020603050405020304" pitchFamily="18" charset="0"/>
                <a:ea typeface="宋体" panose="02010600030101010101" pitchFamily="2" charset="-122"/>
              </a:rPr>
              <a:t>x</a:t>
            </a:r>
            <a:endParaRPr lang="en-US" altLang="zh-CN" b="1" dirty="0">
              <a:latin typeface="Times New Roman" panose="02020603050405020304" pitchFamily="18" charset="0"/>
              <a:ea typeface="宋体" panose="02010600030101010101" pitchFamily="2" charset="-122"/>
            </a:endParaRPr>
          </a:p>
        </p:txBody>
      </p:sp>
      <p:graphicFrame>
        <p:nvGraphicFramePr>
          <p:cNvPr id="6" name="Object 6"/>
          <p:cNvGraphicFramePr>
            <a:graphicFrameLocks noChangeAspect="1"/>
          </p:cNvGraphicFramePr>
          <p:nvPr/>
        </p:nvGraphicFramePr>
        <p:xfrm>
          <a:off x="785813" y="1643063"/>
          <a:ext cx="3992562" cy="1754187"/>
        </p:xfrm>
        <a:graphic>
          <a:graphicData uri="http://schemas.openxmlformats.org/presentationml/2006/ole">
            <mc:AlternateContent xmlns:mc="http://schemas.openxmlformats.org/markup-compatibility/2006">
              <mc:Choice xmlns:v="urn:schemas-microsoft-com:vml" Requires="v">
                <p:oleObj spid="_x0000_s3169" name="" r:id="rId3" imgW="1676400" imgH="736600" progId="Equation.DSMT4">
                  <p:embed/>
                </p:oleObj>
              </mc:Choice>
              <mc:Fallback>
                <p:oleObj name="" r:id="rId3" imgW="1676400" imgH="736600" progId="Equation.DSMT4">
                  <p:embed/>
                  <p:pic>
                    <p:nvPicPr>
                      <p:cNvPr id="0" name="图片 3168"/>
                      <p:cNvPicPr/>
                      <p:nvPr/>
                    </p:nvPicPr>
                    <p:blipFill>
                      <a:blip r:embed="rId4"/>
                      <a:stretch>
                        <a:fillRect/>
                      </a:stretch>
                    </p:blipFill>
                    <p:spPr>
                      <a:xfrm>
                        <a:off x="785813" y="1643063"/>
                        <a:ext cx="3992562" cy="1754187"/>
                      </a:xfrm>
                      <a:prstGeom prst="rect">
                        <a:avLst/>
                      </a:prstGeom>
                      <a:noFill/>
                      <a:ln w="38100">
                        <a:noFill/>
                        <a:miter/>
                      </a:ln>
                    </p:spPr>
                  </p:pic>
                </p:oleObj>
              </mc:Fallback>
            </mc:AlternateContent>
          </a:graphicData>
        </a:graphic>
      </p:graphicFrame>
      <p:graphicFrame>
        <p:nvGraphicFramePr>
          <p:cNvPr id="7" name="Object 7"/>
          <p:cNvGraphicFramePr>
            <a:graphicFrameLocks noChangeAspect="1"/>
          </p:cNvGraphicFramePr>
          <p:nvPr/>
        </p:nvGraphicFramePr>
        <p:xfrm>
          <a:off x="6072188" y="1571625"/>
          <a:ext cx="2057400" cy="1012825"/>
        </p:xfrm>
        <a:graphic>
          <a:graphicData uri="http://schemas.openxmlformats.org/presentationml/2006/ole">
            <mc:AlternateContent xmlns:mc="http://schemas.openxmlformats.org/markup-compatibility/2006">
              <mc:Choice xmlns:v="urn:schemas-microsoft-com:vml" Requires="v">
                <p:oleObj spid="_x0000_s3177" name="" r:id="rId5" imgW="824865" imgH="406400" progId="Equation.DSMT4">
                  <p:embed/>
                </p:oleObj>
              </mc:Choice>
              <mc:Fallback>
                <p:oleObj name="" r:id="rId5" imgW="824865" imgH="406400" progId="Equation.DSMT4">
                  <p:embed/>
                  <p:pic>
                    <p:nvPicPr>
                      <p:cNvPr id="0" name="图片 3176"/>
                      <p:cNvPicPr/>
                      <p:nvPr/>
                    </p:nvPicPr>
                    <p:blipFill>
                      <a:blip r:embed="rId6"/>
                      <a:stretch>
                        <a:fillRect/>
                      </a:stretch>
                    </p:blipFill>
                    <p:spPr>
                      <a:xfrm>
                        <a:off x="6072188" y="1571625"/>
                        <a:ext cx="2057400" cy="1012825"/>
                      </a:xfrm>
                      <a:prstGeom prst="rect">
                        <a:avLst/>
                      </a:prstGeom>
                      <a:noFill/>
                      <a:ln w="38100">
                        <a:noFill/>
                        <a:miter/>
                      </a:ln>
                    </p:spPr>
                  </p:pic>
                </p:oleObj>
              </mc:Fallback>
            </mc:AlternateContent>
          </a:graphicData>
        </a:graphic>
      </p:graphicFrame>
      <p:graphicFrame>
        <p:nvGraphicFramePr>
          <p:cNvPr id="8" name="Object 7"/>
          <p:cNvGraphicFramePr>
            <a:graphicFrameLocks noChangeAspect="1"/>
          </p:cNvGraphicFramePr>
          <p:nvPr/>
        </p:nvGraphicFramePr>
        <p:xfrm>
          <a:off x="6500813" y="2714625"/>
          <a:ext cx="1235075" cy="569913"/>
        </p:xfrm>
        <a:graphic>
          <a:graphicData uri="http://schemas.openxmlformats.org/presentationml/2006/ole">
            <mc:AlternateContent xmlns:mc="http://schemas.openxmlformats.org/markup-compatibility/2006">
              <mc:Choice xmlns:v="urn:schemas-microsoft-com:vml" Requires="v">
                <p:oleObj spid="_x0000_s3166" name="" r:id="rId7" imgW="495300" imgH="228600" progId="Equation.DSMT4">
                  <p:embed/>
                </p:oleObj>
              </mc:Choice>
              <mc:Fallback>
                <p:oleObj name="" r:id="rId7" imgW="495300" imgH="228600" progId="Equation.DSMT4">
                  <p:embed/>
                  <p:pic>
                    <p:nvPicPr>
                      <p:cNvPr id="0" name="图片 3165"/>
                      <p:cNvPicPr/>
                      <p:nvPr/>
                    </p:nvPicPr>
                    <p:blipFill>
                      <a:blip r:embed="rId8"/>
                      <a:stretch>
                        <a:fillRect/>
                      </a:stretch>
                    </p:blipFill>
                    <p:spPr>
                      <a:xfrm>
                        <a:off x="6500813" y="2714625"/>
                        <a:ext cx="1235075" cy="569913"/>
                      </a:xfrm>
                      <a:prstGeom prst="rect">
                        <a:avLst/>
                      </a:prstGeom>
                      <a:noFill/>
                      <a:ln w="38100">
                        <a:noFill/>
                        <a:miter/>
                      </a:ln>
                    </p:spPr>
                  </p:pic>
                </p:oleObj>
              </mc:Fallback>
            </mc:AlternateContent>
          </a:graphicData>
        </a:graphic>
      </p:graphicFrame>
      <p:sp>
        <p:nvSpPr>
          <p:cNvPr id="14" name="右箭头 13"/>
          <p:cNvSpPr/>
          <p:nvPr/>
        </p:nvSpPr>
        <p:spPr>
          <a:xfrm>
            <a:off x="4929188" y="2286000"/>
            <a:ext cx="857250" cy="428625"/>
          </a:xfrm>
          <a:prstGeom prst="right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anchor="t" anchorCtr="0"/>
          <a:p>
            <a:endParaRPr lang="zh-CN" altLang="en-US" dirty="0">
              <a:latin typeface="Times New Roman" panose="02020603050405020304" pitchFamily="18" charset="0"/>
              <a:ea typeface="宋体" panose="02010600030101010101" pitchFamily="2" charset="-122"/>
            </a:endParaRPr>
          </a:p>
        </p:txBody>
      </p:sp>
      <p:graphicFrame>
        <p:nvGraphicFramePr>
          <p:cNvPr id="9" name="Object 6"/>
          <p:cNvGraphicFramePr>
            <a:graphicFrameLocks noChangeAspect="1"/>
          </p:cNvGraphicFramePr>
          <p:nvPr/>
        </p:nvGraphicFramePr>
        <p:xfrm>
          <a:off x="2074863" y="4162425"/>
          <a:ext cx="4835525" cy="577850"/>
        </p:xfrm>
        <a:graphic>
          <a:graphicData uri="http://schemas.openxmlformats.org/presentationml/2006/ole">
            <mc:AlternateContent xmlns:mc="http://schemas.openxmlformats.org/markup-compatibility/2006">
              <mc:Choice xmlns:v="urn:schemas-microsoft-com:vml" Requires="v">
                <p:oleObj spid="_x0000_s3168" name="" r:id="rId9" imgW="2336800" imgH="279400" progId="Equation.DSMT4">
                  <p:embed/>
                </p:oleObj>
              </mc:Choice>
              <mc:Fallback>
                <p:oleObj name="" r:id="rId9" imgW="2336800" imgH="279400" progId="Equation.DSMT4">
                  <p:embed/>
                  <p:pic>
                    <p:nvPicPr>
                      <p:cNvPr id="0" name="图片 3167"/>
                      <p:cNvPicPr/>
                      <p:nvPr/>
                    </p:nvPicPr>
                    <p:blipFill>
                      <a:blip r:embed="rId10"/>
                      <a:stretch>
                        <a:fillRect/>
                      </a:stretch>
                    </p:blipFill>
                    <p:spPr>
                      <a:xfrm>
                        <a:off x="2074863" y="4162425"/>
                        <a:ext cx="4835525" cy="577850"/>
                      </a:xfrm>
                      <a:prstGeom prst="rect">
                        <a:avLst/>
                      </a:prstGeom>
                      <a:noFill/>
                      <a:ln w="38100">
                        <a:noFill/>
                        <a:miter/>
                      </a:ln>
                    </p:spPr>
                  </p:pic>
                </p:oleObj>
              </mc:Fallback>
            </mc:AlternateContent>
          </a:graphicData>
        </a:graphic>
      </p:graphicFrame>
      <p:graphicFrame>
        <p:nvGraphicFramePr>
          <p:cNvPr id="11" name="Object 6"/>
          <p:cNvGraphicFramePr>
            <a:graphicFrameLocks noChangeAspect="1"/>
          </p:cNvGraphicFramePr>
          <p:nvPr/>
        </p:nvGraphicFramePr>
        <p:xfrm>
          <a:off x="1149350" y="4805363"/>
          <a:ext cx="5915025" cy="579437"/>
        </p:xfrm>
        <a:graphic>
          <a:graphicData uri="http://schemas.openxmlformats.org/presentationml/2006/ole">
            <mc:AlternateContent xmlns:mc="http://schemas.openxmlformats.org/markup-compatibility/2006">
              <mc:Choice xmlns:v="urn:schemas-microsoft-com:vml" Requires="v">
                <p:oleObj spid="_x0000_s3171" name="" r:id="rId11" imgW="2857500" imgH="279400" progId="Equation.DSMT4">
                  <p:embed/>
                </p:oleObj>
              </mc:Choice>
              <mc:Fallback>
                <p:oleObj name="" r:id="rId11" imgW="2857500" imgH="279400" progId="Equation.DSMT4">
                  <p:embed/>
                  <p:pic>
                    <p:nvPicPr>
                      <p:cNvPr id="0" name="图片 3170"/>
                      <p:cNvPicPr/>
                      <p:nvPr/>
                    </p:nvPicPr>
                    <p:blipFill>
                      <a:blip r:embed="rId12"/>
                      <a:stretch>
                        <a:fillRect/>
                      </a:stretch>
                    </p:blipFill>
                    <p:spPr>
                      <a:xfrm>
                        <a:off x="1149350" y="4805363"/>
                        <a:ext cx="5915025" cy="579437"/>
                      </a:xfrm>
                      <a:prstGeom prst="rect">
                        <a:avLst/>
                      </a:prstGeom>
                      <a:noFill/>
                      <a:ln w="38100">
                        <a:noFill/>
                        <a:miter/>
                      </a:ln>
                    </p:spPr>
                  </p:pic>
                </p:oleObj>
              </mc:Fallback>
            </mc:AlternateContent>
          </a:graphicData>
        </a:graphic>
      </p:graphicFrame>
      <p:graphicFrame>
        <p:nvGraphicFramePr>
          <p:cNvPr id="12" name="Object 6"/>
          <p:cNvGraphicFramePr>
            <a:graphicFrameLocks noChangeAspect="1"/>
          </p:cNvGraphicFramePr>
          <p:nvPr/>
        </p:nvGraphicFramePr>
        <p:xfrm>
          <a:off x="2963863" y="5384800"/>
          <a:ext cx="2286000" cy="1027113"/>
        </p:xfrm>
        <a:graphic>
          <a:graphicData uri="http://schemas.openxmlformats.org/presentationml/2006/ole">
            <mc:AlternateContent xmlns:mc="http://schemas.openxmlformats.org/markup-compatibility/2006">
              <mc:Choice xmlns:v="urn:schemas-microsoft-com:vml" Requires="v">
                <p:oleObj spid="_x0000_s3176" name="" r:id="rId13" imgW="1104900" imgH="495300" progId="Equation.DSMT4">
                  <p:embed/>
                </p:oleObj>
              </mc:Choice>
              <mc:Fallback>
                <p:oleObj name="" r:id="rId13" imgW="1104900" imgH="495300" progId="Equation.DSMT4">
                  <p:embed/>
                  <p:pic>
                    <p:nvPicPr>
                      <p:cNvPr id="0" name="图片 3175"/>
                      <p:cNvPicPr/>
                      <p:nvPr/>
                    </p:nvPicPr>
                    <p:blipFill>
                      <a:blip r:embed="rId14"/>
                      <a:stretch>
                        <a:fillRect/>
                      </a:stretch>
                    </p:blipFill>
                    <p:spPr>
                      <a:xfrm>
                        <a:off x="2963863" y="5384800"/>
                        <a:ext cx="2286000" cy="1027113"/>
                      </a:xfrm>
                      <a:prstGeom prst="rect">
                        <a:avLst/>
                      </a:prstGeom>
                      <a:noFill/>
                      <a:ln w="38100">
                        <a:noFill/>
                        <a:miter/>
                      </a:ln>
                    </p:spPr>
                  </p:pic>
                </p:oleObj>
              </mc:Fallback>
            </mc:AlternateContent>
          </a:graphicData>
        </a:graphic>
      </p:graphicFrame>
      <p:sp>
        <p:nvSpPr>
          <p:cNvPr id="97291" name="文本框 1"/>
          <p:cNvSpPr txBox="1"/>
          <p:nvPr/>
        </p:nvSpPr>
        <p:spPr>
          <a:xfrm>
            <a:off x="523875" y="6353175"/>
            <a:ext cx="6634163" cy="522288"/>
          </a:xfrm>
          <a:prstGeom prst="rect">
            <a:avLst/>
          </a:prstGeom>
          <a:noFill/>
          <a:ln w="9525">
            <a:noFill/>
          </a:ln>
        </p:spPr>
        <p:txBody>
          <a:bodyPr wrap="square" anchor="t" anchorCtr="0">
            <a:spAutoFit/>
          </a:bodyPr>
          <a:p>
            <a:r>
              <a:rPr lang="zh-CN" altLang="en-US">
                <a:latin typeface="Times New Roman" panose="02020603050405020304" pitchFamily="18" charset="0"/>
                <a:ea typeface="宋体" panose="02010600030101010101" pitchFamily="2" charset="-122"/>
              </a:rPr>
              <a:t>技巧：尽可能用够条件，用不了的待定</a:t>
            </a:r>
            <a:endParaRPr lang="zh-CN" altLang="en-US">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xEl>
                                              <p:charRg st="0" end="49"/>
                                            </p:txEl>
                                          </p:spTgt>
                                        </p:tgtEl>
                                        <p:attrNameLst>
                                          <p:attrName>style.visibility</p:attrName>
                                        </p:attrNameLst>
                                      </p:cBhvr>
                                      <p:to>
                                        <p:strVal val="visible"/>
                                      </p:to>
                                    </p:set>
                                    <p:animEffect transition="in" filter="wipe(left)">
                                      <p:cBhvr>
                                        <p:cTn id="7" dur="500"/>
                                        <p:tgtEl>
                                          <p:spTgt spid="10">
                                            <p:txEl>
                                              <p:charRg st="0" end="4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2774"/>
                                        </p:tgtEl>
                                        <p:attrNameLst>
                                          <p:attrName>style.visibility</p:attrName>
                                        </p:attrNameLst>
                                      </p:cBhvr>
                                      <p:to>
                                        <p:strVal val="visible"/>
                                      </p:to>
                                    </p:set>
                                    <p:animEffect transition="in" filter="wipe(left)">
                                      <p:cBhvr>
                                        <p:cTn id="32" dur="500"/>
                                        <p:tgtEl>
                                          <p:spTgt spid="3277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4" grpId="0" bldLvl="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文本框 13314"/>
          <p:cNvSpPr txBox="1"/>
          <p:nvPr/>
        </p:nvSpPr>
        <p:spPr>
          <a:xfrm>
            <a:off x="228600" y="333375"/>
            <a:ext cx="8229600" cy="522288"/>
          </a:xfrm>
          <a:prstGeom prst="rect">
            <a:avLst/>
          </a:prstGeom>
          <a:noFill/>
          <a:ln w="9525">
            <a:noFill/>
          </a:ln>
        </p:spPr>
        <p:txBody>
          <a:bodyPr anchor="t" anchorCtr="0">
            <a:spAutoFit/>
          </a:bodyPr>
          <a:p>
            <a:pPr algn="just" eaLnBrk="0" hangingPunct="0">
              <a:spcBef>
                <a:spcPct val="50000"/>
              </a:spcBef>
            </a:pPr>
            <a:r>
              <a:rPr lang="zh-CN" altLang="en-US" b="1" dirty="0">
                <a:solidFill>
                  <a:srgbClr val="0070C0"/>
                </a:solidFill>
                <a:latin typeface="Times New Roman" panose="02020603050405020304" pitchFamily="18" charset="0"/>
                <a:ea typeface="宋体" panose="02010600030101010101" pitchFamily="2" charset="-122"/>
              </a:rPr>
              <a:t>例 </a:t>
            </a:r>
            <a:r>
              <a:rPr lang="zh-CN" altLang="en-US" b="1" dirty="0">
                <a:latin typeface="黑体" panose="02010609060101010101" pitchFamily="49" charset="-122"/>
                <a:ea typeface="黑体" panose="02010609060101010101" pitchFamily="49" charset="-122"/>
              </a:rPr>
              <a:t>已知函数</a:t>
            </a:r>
            <a:r>
              <a:rPr lang="en-US" altLang="zh-CN" b="1" i="1" dirty="0">
                <a:latin typeface="Times New Roman" panose="02020603050405020304" pitchFamily="18" charset="0"/>
                <a:ea typeface="宋体" panose="02010600030101010101" pitchFamily="2" charset="-122"/>
              </a:rPr>
              <a:t>y = f</a:t>
            </a:r>
            <a:r>
              <a:rPr lang="en-US" altLang="zh-CN" b="1" dirty="0">
                <a:latin typeface="Times New Roman" panose="02020603050405020304" pitchFamily="18" charset="0"/>
                <a:ea typeface="宋体" panose="02010600030101010101" pitchFamily="2" charset="-122"/>
              </a:rPr>
              <a:t>(</a:t>
            </a:r>
            <a:r>
              <a:rPr lang="en-US" altLang="zh-CN" b="1" i="1" dirty="0">
                <a:latin typeface="Times New Roman" panose="02020603050405020304" pitchFamily="18" charset="0"/>
                <a:ea typeface="宋体" panose="02010600030101010101" pitchFamily="2" charset="-122"/>
              </a:rPr>
              <a:t>x</a:t>
            </a:r>
            <a:r>
              <a:rPr lang="en-US" altLang="zh-CN" b="1" dirty="0">
                <a:latin typeface="Times New Roman" panose="02020603050405020304" pitchFamily="18" charset="0"/>
                <a:ea typeface="宋体" panose="02010600030101010101" pitchFamily="2" charset="-122"/>
              </a:rPr>
              <a:t>)</a:t>
            </a:r>
            <a:r>
              <a:rPr lang="zh-CN" altLang="en-US" b="1" dirty="0">
                <a:latin typeface="黑体" panose="02010609060101010101" pitchFamily="49" charset="-122"/>
                <a:ea typeface="黑体" panose="02010609060101010101" pitchFamily="49" charset="-122"/>
              </a:rPr>
              <a:t>的数据如下表</a:t>
            </a:r>
            <a:endParaRPr lang="zh-CN" altLang="en-US" b="1" dirty="0">
              <a:latin typeface="黑体" panose="02010609060101010101" pitchFamily="49" charset="-122"/>
              <a:ea typeface="黑体" panose="02010609060101010101" pitchFamily="49" charset="-122"/>
            </a:endParaRPr>
          </a:p>
        </p:txBody>
      </p:sp>
      <p:grpSp>
        <p:nvGrpSpPr>
          <p:cNvPr id="2" name="组合 13315"/>
          <p:cNvGrpSpPr/>
          <p:nvPr/>
        </p:nvGrpSpPr>
        <p:grpSpPr>
          <a:xfrm>
            <a:off x="2555875" y="1196975"/>
            <a:ext cx="3133725" cy="1928813"/>
            <a:chOff x="0" y="0"/>
            <a:chExt cx="1974" cy="1215"/>
          </a:xfrm>
        </p:grpSpPr>
        <p:grpSp>
          <p:nvGrpSpPr>
            <p:cNvPr id="98307" name="组合 13316"/>
            <p:cNvGrpSpPr/>
            <p:nvPr/>
          </p:nvGrpSpPr>
          <p:grpSpPr>
            <a:xfrm>
              <a:off x="3" y="3"/>
              <a:ext cx="1968" cy="1209"/>
              <a:chOff x="0" y="0"/>
              <a:chExt cx="1968" cy="1209"/>
            </a:xfrm>
          </p:grpSpPr>
          <p:grpSp>
            <p:nvGrpSpPr>
              <p:cNvPr id="98308" name="组合 13317"/>
              <p:cNvGrpSpPr/>
              <p:nvPr/>
            </p:nvGrpSpPr>
            <p:grpSpPr>
              <a:xfrm>
                <a:off x="0" y="0"/>
                <a:ext cx="426" cy="403"/>
                <a:chOff x="0" y="0"/>
                <a:chExt cx="426" cy="403"/>
              </a:xfrm>
            </p:grpSpPr>
            <p:sp>
              <p:nvSpPr>
                <p:cNvPr id="98309" name="矩形 13318"/>
                <p:cNvSpPr/>
                <p:nvPr/>
              </p:nvSpPr>
              <p:spPr>
                <a:xfrm>
                  <a:off x="43" y="0"/>
                  <a:ext cx="340" cy="403"/>
                </a:xfrm>
                <a:prstGeom prst="rect">
                  <a:avLst/>
                </a:prstGeom>
                <a:noFill/>
                <a:ln w="9525">
                  <a:noFill/>
                </a:ln>
              </p:spPr>
              <p:txBody>
                <a:bodyPr anchor="t" anchorCtr="0"/>
                <a:p>
                  <a:pPr algn="ctr" eaLnBrk="0" hangingPunct="0"/>
                  <a:r>
                    <a:rPr lang="en-US" altLang="zh-CN" b="1" i="1" dirty="0">
                      <a:latin typeface="Times New Roman" panose="02020603050405020304" pitchFamily="18" charset="0"/>
                      <a:ea typeface="宋体" panose="02010600030101010101" pitchFamily="2" charset="-122"/>
                    </a:rPr>
                    <a:t>x</a:t>
                  </a:r>
                  <a:endParaRPr lang="en-US" altLang="zh-CN" sz="4400" b="1" dirty="0">
                    <a:latin typeface="Times New Roman" panose="02020603050405020304" pitchFamily="18" charset="0"/>
                    <a:ea typeface="宋体" panose="02010600030101010101" pitchFamily="2" charset="-122"/>
                  </a:endParaRPr>
                </a:p>
              </p:txBody>
            </p:sp>
            <p:sp>
              <p:nvSpPr>
                <p:cNvPr id="98310" name="矩形 13319"/>
                <p:cNvSpPr/>
                <p:nvPr/>
              </p:nvSpPr>
              <p:spPr>
                <a:xfrm>
                  <a:off x="0" y="0"/>
                  <a:ext cx="426"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11" name="组合 13320"/>
              <p:cNvGrpSpPr/>
              <p:nvPr/>
            </p:nvGrpSpPr>
            <p:grpSpPr>
              <a:xfrm>
                <a:off x="426" y="0"/>
                <a:ext cx="514" cy="403"/>
                <a:chOff x="0" y="0"/>
                <a:chExt cx="514" cy="403"/>
              </a:xfrm>
            </p:grpSpPr>
            <p:sp>
              <p:nvSpPr>
                <p:cNvPr id="98312" name="矩形 13321"/>
                <p:cNvSpPr/>
                <p:nvPr/>
              </p:nvSpPr>
              <p:spPr>
                <a:xfrm>
                  <a:off x="43" y="0"/>
                  <a:ext cx="428" cy="403"/>
                </a:xfrm>
                <a:prstGeom prst="rect">
                  <a:avLst/>
                </a:prstGeom>
                <a:noFill/>
                <a:ln w="9525">
                  <a:noFill/>
                </a:ln>
              </p:spPr>
              <p:txBody>
                <a:bodyPr anchor="t" anchorCtr="0"/>
                <a:p>
                  <a:pPr algn="just" eaLnBrk="0" hangingPunct="0"/>
                  <a:r>
                    <a:rPr lang="en-US" altLang="zh-CN" b="1" dirty="0">
                      <a:latin typeface="Times New Roman" panose="02020603050405020304" pitchFamily="18" charset="0"/>
                      <a:ea typeface="宋体" panose="02010600030101010101" pitchFamily="2" charset="-122"/>
                    </a:rPr>
                    <a:t>– 1</a:t>
                  </a:r>
                  <a:r>
                    <a:rPr lang="en-US" altLang="zh-CN" sz="10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98313" name="矩形 13322"/>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14" name="组合 13323"/>
              <p:cNvGrpSpPr/>
              <p:nvPr/>
            </p:nvGrpSpPr>
            <p:grpSpPr>
              <a:xfrm>
                <a:off x="940" y="0"/>
                <a:ext cx="514" cy="403"/>
                <a:chOff x="0" y="0"/>
                <a:chExt cx="514" cy="403"/>
              </a:xfrm>
            </p:grpSpPr>
            <p:sp>
              <p:nvSpPr>
                <p:cNvPr id="98315" name="矩形 13324"/>
                <p:cNvSpPr/>
                <p:nvPr/>
              </p:nvSpPr>
              <p:spPr>
                <a:xfrm>
                  <a:off x="43" y="0"/>
                  <a:ext cx="428" cy="403"/>
                </a:xfrm>
                <a:prstGeom prst="rect">
                  <a:avLst/>
                </a:prstGeom>
                <a:noFill/>
                <a:ln w="9525">
                  <a:noFill/>
                </a:ln>
              </p:spPr>
              <p:txBody>
                <a:bodyPr anchor="t" anchorCtr="0"/>
                <a:p>
                  <a:pPr algn="just" eaLnBrk="0" hangingPunct="0"/>
                  <a:r>
                    <a:rPr lang="en-US" altLang="zh-CN" b="1" dirty="0">
                      <a:latin typeface="Times New Roman" panose="02020603050405020304" pitchFamily="18" charset="0"/>
                      <a:ea typeface="宋体" panose="02010600030101010101" pitchFamily="2" charset="-122"/>
                    </a:rPr>
                    <a:t>0</a:t>
                  </a:r>
                  <a:endParaRPr lang="en-US" altLang="zh-CN" dirty="0">
                    <a:latin typeface="Times New Roman" panose="02020603050405020304" pitchFamily="18" charset="0"/>
                    <a:ea typeface="宋体" panose="02010600030101010101" pitchFamily="2" charset="-122"/>
                  </a:endParaRPr>
                </a:p>
              </p:txBody>
            </p:sp>
            <p:sp>
              <p:nvSpPr>
                <p:cNvPr id="98316" name="矩形 13325"/>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17" name="组合 13326"/>
              <p:cNvGrpSpPr/>
              <p:nvPr/>
            </p:nvGrpSpPr>
            <p:grpSpPr>
              <a:xfrm>
                <a:off x="1454" y="0"/>
                <a:ext cx="514" cy="403"/>
                <a:chOff x="0" y="0"/>
                <a:chExt cx="514" cy="403"/>
              </a:xfrm>
            </p:grpSpPr>
            <p:sp>
              <p:nvSpPr>
                <p:cNvPr id="98318" name="矩形 13327"/>
                <p:cNvSpPr/>
                <p:nvPr/>
              </p:nvSpPr>
              <p:spPr>
                <a:xfrm>
                  <a:off x="43" y="0"/>
                  <a:ext cx="428" cy="403"/>
                </a:xfrm>
                <a:prstGeom prst="rect">
                  <a:avLst/>
                </a:prstGeom>
                <a:noFill/>
                <a:ln w="9525">
                  <a:noFill/>
                </a:ln>
              </p:spPr>
              <p:txBody>
                <a:bodyPr anchor="t" anchorCtr="0"/>
                <a:p>
                  <a:pPr algn="just" eaLnBrk="0" hangingPunct="0"/>
                  <a:r>
                    <a:rPr lang="en-US" altLang="zh-CN" b="1" dirty="0">
                      <a:latin typeface="Times New Roman" panose="02020603050405020304" pitchFamily="18" charset="0"/>
                      <a:ea typeface="宋体" panose="02010600030101010101" pitchFamily="2" charset="-122"/>
                    </a:rPr>
                    <a:t>1</a:t>
                  </a:r>
                  <a:endParaRPr lang="en-US" altLang="zh-CN" sz="4800" b="1" dirty="0">
                    <a:latin typeface="Times New Roman" panose="02020603050405020304" pitchFamily="18" charset="0"/>
                    <a:ea typeface="宋体" panose="02010600030101010101" pitchFamily="2" charset="-122"/>
                  </a:endParaRPr>
                </a:p>
              </p:txBody>
            </p:sp>
            <p:sp>
              <p:nvSpPr>
                <p:cNvPr id="98319" name="矩形 13328"/>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20" name="组合 13329"/>
              <p:cNvGrpSpPr/>
              <p:nvPr/>
            </p:nvGrpSpPr>
            <p:grpSpPr>
              <a:xfrm>
                <a:off x="0" y="403"/>
                <a:ext cx="426" cy="403"/>
                <a:chOff x="0" y="0"/>
                <a:chExt cx="426" cy="403"/>
              </a:xfrm>
            </p:grpSpPr>
            <p:sp>
              <p:nvSpPr>
                <p:cNvPr id="98321" name="矩形 13330"/>
                <p:cNvSpPr/>
                <p:nvPr/>
              </p:nvSpPr>
              <p:spPr>
                <a:xfrm>
                  <a:off x="43" y="0"/>
                  <a:ext cx="340" cy="403"/>
                </a:xfrm>
                <a:prstGeom prst="rect">
                  <a:avLst/>
                </a:prstGeom>
                <a:noFill/>
                <a:ln w="9525">
                  <a:noFill/>
                </a:ln>
              </p:spPr>
              <p:txBody>
                <a:bodyPr anchor="t" anchorCtr="0"/>
                <a:p>
                  <a:pPr algn="ctr" eaLnBrk="0" hangingPunct="0"/>
                  <a:r>
                    <a:rPr lang="en-US" altLang="zh-CN" b="1" i="1" dirty="0">
                      <a:latin typeface="Times New Roman" panose="02020603050405020304" pitchFamily="18" charset="0"/>
                      <a:ea typeface="宋体" panose="02010600030101010101" pitchFamily="2" charset="-122"/>
                    </a:rPr>
                    <a:t>y</a:t>
                  </a:r>
                  <a:endParaRPr lang="en-US" altLang="zh-CN" dirty="0">
                    <a:latin typeface="Times New Roman" panose="02020603050405020304" pitchFamily="18" charset="0"/>
                    <a:ea typeface="宋体" panose="02010600030101010101" pitchFamily="2" charset="-122"/>
                  </a:endParaRPr>
                </a:p>
              </p:txBody>
            </p:sp>
            <p:sp>
              <p:nvSpPr>
                <p:cNvPr id="98322" name="矩形 13331"/>
                <p:cNvSpPr/>
                <p:nvPr/>
              </p:nvSpPr>
              <p:spPr>
                <a:xfrm>
                  <a:off x="0" y="0"/>
                  <a:ext cx="426"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23" name="组合 13332"/>
              <p:cNvGrpSpPr/>
              <p:nvPr/>
            </p:nvGrpSpPr>
            <p:grpSpPr>
              <a:xfrm>
                <a:off x="426" y="403"/>
                <a:ext cx="514" cy="403"/>
                <a:chOff x="0" y="0"/>
                <a:chExt cx="514" cy="403"/>
              </a:xfrm>
            </p:grpSpPr>
            <p:sp>
              <p:nvSpPr>
                <p:cNvPr id="98324" name="矩形 13333"/>
                <p:cNvSpPr/>
                <p:nvPr/>
              </p:nvSpPr>
              <p:spPr>
                <a:xfrm>
                  <a:off x="43" y="0"/>
                  <a:ext cx="428" cy="403"/>
                </a:xfrm>
                <a:prstGeom prst="rect">
                  <a:avLst/>
                </a:prstGeom>
                <a:noFill/>
                <a:ln w="9525">
                  <a:noFill/>
                </a:ln>
              </p:spPr>
              <p:txBody>
                <a:bodyPr anchor="t" anchorCtr="0"/>
                <a:p>
                  <a:pPr algn="just" eaLnBrk="0" hangingPunct="0"/>
                  <a:r>
                    <a:rPr lang="en-US" altLang="zh-CN" b="1" dirty="0">
                      <a:latin typeface="Times New Roman" panose="02020603050405020304" pitchFamily="18" charset="0"/>
                      <a:ea typeface="宋体" panose="02010600030101010101" pitchFamily="2" charset="-122"/>
                    </a:rPr>
                    <a:t>– 1</a:t>
                  </a:r>
                  <a:endParaRPr lang="en-US" altLang="zh-CN" sz="4800" b="1" dirty="0">
                    <a:latin typeface="Times New Roman" panose="02020603050405020304" pitchFamily="18" charset="0"/>
                    <a:ea typeface="宋体" panose="02010600030101010101" pitchFamily="2" charset="-122"/>
                  </a:endParaRPr>
                </a:p>
              </p:txBody>
            </p:sp>
            <p:sp>
              <p:nvSpPr>
                <p:cNvPr id="98325" name="矩形 13334"/>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26" name="组合 13335"/>
              <p:cNvGrpSpPr/>
              <p:nvPr/>
            </p:nvGrpSpPr>
            <p:grpSpPr>
              <a:xfrm>
                <a:off x="940" y="403"/>
                <a:ext cx="514" cy="403"/>
                <a:chOff x="0" y="0"/>
                <a:chExt cx="514" cy="403"/>
              </a:xfrm>
            </p:grpSpPr>
            <p:sp>
              <p:nvSpPr>
                <p:cNvPr id="98327" name="矩形 13336"/>
                <p:cNvSpPr/>
                <p:nvPr/>
              </p:nvSpPr>
              <p:spPr>
                <a:xfrm>
                  <a:off x="43" y="0"/>
                  <a:ext cx="428" cy="403"/>
                </a:xfrm>
                <a:prstGeom prst="rect">
                  <a:avLst/>
                </a:prstGeom>
                <a:noFill/>
                <a:ln w="9525">
                  <a:noFill/>
                </a:ln>
              </p:spPr>
              <p:txBody>
                <a:bodyPr anchor="t" anchorCtr="0"/>
                <a:p>
                  <a:pPr algn="just" eaLnBrk="0" hangingPunct="0"/>
                  <a:r>
                    <a:rPr lang="en-US" altLang="zh-CN" b="1" dirty="0">
                      <a:latin typeface="Times New Roman" panose="02020603050405020304" pitchFamily="18" charset="0"/>
                      <a:ea typeface="宋体" panose="02010600030101010101" pitchFamily="2" charset="-122"/>
                    </a:rPr>
                    <a:t>0</a:t>
                  </a:r>
                  <a:endParaRPr lang="en-US" altLang="zh-CN" sz="4800" b="1" dirty="0">
                    <a:latin typeface="Times New Roman" panose="02020603050405020304" pitchFamily="18" charset="0"/>
                    <a:ea typeface="宋体" panose="02010600030101010101" pitchFamily="2" charset="-122"/>
                  </a:endParaRPr>
                </a:p>
              </p:txBody>
            </p:sp>
            <p:sp>
              <p:nvSpPr>
                <p:cNvPr id="98328" name="矩形 13337"/>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29" name="组合 13338"/>
              <p:cNvGrpSpPr/>
              <p:nvPr/>
            </p:nvGrpSpPr>
            <p:grpSpPr>
              <a:xfrm>
                <a:off x="1454" y="403"/>
                <a:ext cx="514" cy="403"/>
                <a:chOff x="0" y="0"/>
                <a:chExt cx="514" cy="403"/>
              </a:xfrm>
            </p:grpSpPr>
            <p:sp>
              <p:nvSpPr>
                <p:cNvPr id="98330" name="矩形 13339"/>
                <p:cNvSpPr/>
                <p:nvPr/>
              </p:nvSpPr>
              <p:spPr>
                <a:xfrm>
                  <a:off x="43" y="0"/>
                  <a:ext cx="428" cy="403"/>
                </a:xfrm>
                <a:prstGeom prst="rect">
                  <a:avLst/>
                </a:prstGeom>
                <a:noFill/>
                <a:ln w="9525">
                  <a:noFill/>
                </a:ln>
              </p:spPr>
              <p:txBody>
                <a:bodyPr anchor="t" anchorCtr="0"/>
                <a:p>
                  <a:pPr algn="just" eaLnBrk="0" hangingPunct="0"/>
                  <a:r>
                    <a:rPr lang="en-US" altLang="zh-CN" b="1" dirty="0">
                      <a:latin typeface="Times New Roman" panose="02020603050405020304" pitchFamily="18" charset="0"/>
                      <a:ea typeface="宋体" panose="02010600030101010101" pitchFamily="2" charset="-122"/>
                    </a:rPr>
                    <a:t>1</a:t>
                  </a:r>
                  <a:endParaRPr lang="en-US" altLang="zh-CN" sz="4800" b="1" dirty="0">
                    <a:latin typeface="Times New Roman" panose="02020603050405020304" pitchFamily="18" charset="0"/>
                    <a:ea typeface="宋体" panose="02010600030101010101" pitchFamily="2" charset="-122"/>
                  </a:endParaRPr>
                </a:p>
              </p:txBody>
            </p:sp>
            <p:sp>
              <p:nvSpPr>
                <p:cNvPr id="98331" name="矩形 13340"/>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32" name="组合 13341"/>
              <p:cNvGrpSpPr/>
              <p:nvPr/>
            </p:nvGrpSpPr>
            <p:grpSpPr>
              <a:xfrm>
                <a:off x="0" y="806"/>
                <a:ext cx="426" cy="403"/>
                <a:chOff x="0" y="0"/>
                <a:chExt cx="426" cy="403"/>
              </a:xfrm>
            </p:grpSpPr>
            <p:sp>
              <p:nvSpPr>
                <p:cNvPr id="98333" name="矩形 13342"/>
                <p:cNvSpPr/>
                <p:nvPr/>
              </p:nvSpPr>
              <p:spPr>
                <a:xfrm>
                  <a:off x="43" y="0"/>
                  <a:ext cx="340" cy="403"/>
                </a:xfrm>
                <a:prstGeom prst="rect">
                  <a:avLst/>
                </a:prstGeom>
                <a:noFill/>
                <a:ln w="9525">
                  <a:noFill/>
                </a:ln>
              </p:spPr>
              <p:txBody>
                <a:bodyPr anchor="t" anchorCtr="0"/>
                <a:p>
                  <a:pPr algn="ctr" eaLnBrk="0" hangingPunct="0"/>
                  <a:r>
                    <a:rPr lang="en-US" altLang="zh-CN" sz="1200" i="1" dirty="0">
                      <a:latin typeface="Times New Roman" panose="02020603050405020304" pitchFamily="18" charset="0"/>
                      <a:ea typeface="宋体" panose="02010600030101010101" pitchFamily="2" charset="-122"/>
                    </a:rPr>
                    <a:t> </a:t>
                  </a:r>
                  <a:r>
                    <a:rPr lang="en-US" altLang="zh-CN" b="1" i="1" dirty="0">
                      <a:latin typeface="Times New Roman" panose="02020603050405020304" pitchFamily="18" charset="0"/>
                      <a:ea typeface="宋体" panose="02010600030101010101" pitchFamily="2" charset="-122"/>
                    </a:rPr>
                    <a:t>y'</a:t>
                  </a:r>
                  <a:endParaRPr lang="en-US" altLang="zh-CN" sz="4800" b="1" dirty="0">
                    <a:latin typeface="Times New Roman" panose="02020603050405020304" pitchFamily="18" charset="0"/>
                    <a:ea typeface="宋体" panose="02010600030101010101" pitchFamily="2" charset="-122"/>
                  </a:endParaRPr>
                </a:p>
              </p:txBody>
            </p:sp>
            <p:sp>
              <p:nvSpPr>
                <p:cNvPr id="98334" name="矩形 13343"/>
                <p:cNvSpPr/>
                <p:nvPr/>
              </p:nvSpPr>
              <p:spPr>
                <a:xfrm>
                  <a:off x="0" y="0"/>
                  <a:ext cx="426"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35" name="组合 13344"/>
              <p:cNvGrpSpPr/>
              <p:nvPr/>
            </p:nvGrpSpPr>
            <p:grpSpPr>
              <a:xfrm>
                <a:off x="426" y="806"/>
                <a:ext cx="514" cy="403"/>
                <a:chOff x="0" y="0"/>
                <a:chExt cx="514" cy="403"/>
              </a:xfrm>
            </p:grpSpPr>
            <p:sp>
              <p:nvSpPr>
                <p:cNvPr id="98336" name="矩形 13345"/>
                <p:cNvSpPr/>
                <p:nvPr/>
              </p:nvSpPr>
              <p:spPr>
                <a:xfrm>
                  <a:off x="43" y="0"/>
                  <a:ext cx="428" cy="403"/>
                </a:xfrm>
                <a:prstGeom prst="rect">
                  <a:avLst/>
                </a:prstGeom>
                <a:noFill/>
                <a:ln w="9525">
                  <a:noFill/>
                </a:ln>
              </p:spPr>
              <p:txBody>
                <a:bodyPr anchor="t" anchorCtr="0"/>
                <a:p>
                  <a:pPr algn="just" eaLnBrk="0" hangingPunct="0"/>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algn="just" eaLnBrk="0" hangingPunct="0"/>
                  <a:endParaRPr lang="en-US" altLang="zh-CN" dirty="0">
                    <a:latin typeface="Times New Roman" panose="02020603050405020304" pitchFamily="18" charset="0"/>
                    <a:ea typeface="宋体" panose="02010600030101010101" pitchFamily="2" charset="-122"/>
                  </a:endParaRPr>
                </a:p>
              </p:txBody>
            </p:sp>
            <p:sp>
              <p:nvSpPr>
                <p:cNvPr id="98337" name="矩形 13346"/>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38" name="组合 13347"/>
              <p:cNvGrpSpPr/>
              <p:nvPr/>
            </p:nvGrpSpPr>
            <p:grpSpPr>
              <a:xfrm>
                <a:off x="940" y="806"/>
                <a:ext cx="514" cy="403"/>
                <a:chOff x="0" y="0"/>
                <a:chExt cx="514" cy="403"/>
              </a:xfrm>
            </p:grpSpPr>
            <p:sp>
              <p:nvSpPr>
                <p:cNvPr id="98339" name="矩形 13348"/>
                <p:cNvSpPr/>
                <p:nvPr/>
              </p:nvSpPr>
              <p:spPr>
                <a:xfrm>
                  <a:off x="43" y="0"/>
                  <a:ext cx="428" cy="403"/>
                </a:xfrm>
                <a:prstGeom prst="rect">
                  <a:avLst/>
                </a:prstGeom>
                <a:noFill/>
                <a:ln w="9525">
                  <a:noFill/>
                </a:ln>
              </p:spPr>
              <p:txBody>
                <a:bodyPr anchor="t" anchorCtr="0"/>
                <a:p>
                  <a:pPr algn="just" eaLnBrk="0" hangingPunct="0"/>
                  <a:r>
                    <a:rPr lang="en-US" altLang="zh-CN" b="1" dirty="0">
                      <a:latin typeface="Times New Roman" panose="02020603050405020304" pitchFamily="18" charset="0"/>
                      <a:ea typeface="宋体" panose="02010600030101010101" pitchFamily="2" charset="-122"/>
                    </a:rPr>
                    <a:t>0</a:t>
                  </a:r>
                  <a:endParaRPr lang="en-US" altLang="zh-CN" dirty="0">
                    <a:latin typeface="Times New Roman" panose="02020603050405020304" pitchFamily="18" charset="0"/>
                    <a:ea typeface="宋体" panose="02010600030101010101" pitchFamily="2" charset="-122"/>
                  </a:endParaRPr>
                </a:p>
              </p:txBody>
            </p:sp>
            <p:sp>
              <p:nvSpPr>
                <p:cNvPr id="98340" name="矩形 13349"/>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8341" name="组合 13350"/>
              <p:cNvGrpSpPr/>
              <p:nvPr/>
            </p:nvGrpSpPr>
            <p:grpSpPr>
              <a:xfrm>
                <a:off x="1454" y="806"/>
                <a:ext cx="514" cy="403"/>
                <a:chOff x="0" y="0"/>
                <a:chExt cx="514" cy="403"/>
              </a:xfrm>
            </p:grpSpPr>
            <p:sp>
              <p:nvSpPr>
                <p:cNvPr id="98342" name="矩形 13351"/>
                <p:cNvSpPr/>
                <p:nvPr/>
              </p:nvSpPr>
              <p:spPr>
                <a:xfrm>
                  <a:off x="43" y="0"/>
                  <a:ext cx="428" cy="403"/>
                </a:xfrm>
                <a:prstGeom prst="rect">
                  <a:avLst/>
                </a:prstGeom>
                <a:noFill/>
                <a:ln w="9525">
                  <a:noFill/>
                </a:ln>
              </p:spPr>
              <p:txBody>
                <a:bodyPr anchor="t" anchorCtr="0"/>
                <a:p>
                  <a:pPr algn="just" eaLnBrk="0" hangingPunct="0"/>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algn="just" eaLnBrk="0" hangingPunct="0"/>
                  <a:endParaRPr lang="en-US" altLang="zh-CN" dirty="0">
                    <a:latin typeface="Times New Roman" panose="02020603050405020304" pitchFamily="18" charset="0"/>
                    <a:ea typeface="宋体" panose="02010600030101010101" pitchFamily="2" charset="-122"/>
                  </a:endParaRPr>
                </a:p>
              </p:txBody>
            </p:sp>
            <p:sp>
              <p:nvSpPr>
                <p:cNvPr id="98343" name="矩形 13352"/>
                <p:cNvSpPr/>
                <p:nvPr/>
              </p:nvSpPr>
              <p:spPr>
                <a:xfrm>
                  <a:off x="0" y="0"/>
                  <a:ext cx="514" cy="403"/>
                </a:xfrm>
                <a:prstGeom prst="rect">
                  <a:avLst/>
                </a:prstGeom>
                <a:noFill/>
                <a:ln w="7"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sp>
          <p:nvSpPr>
            <p:cNvPr id="98344" name="矩形 13353"/>
            <p:cNvSpPr/>
            <p:nvPr/>
          </p:nvSpPr>
          <p:spPr>
            <a:xfrm>
              <a:off x="0" y="0"/>
              <a:ext cx="1974" cy="1215"/>
            </a:xfrm>
            <a:prstGeom prst="rect">
              <a:avLst/>
            </a:prstGeom>
            <a:noFill/>
            <a:ln w="9525" cap="flat" cmpd="sng">
              <a:solidFill>
                <a:srgbClr val="A0A0A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grpSp>
      <p:sp>
        <p:nvSpPr>
          <p:cNvPr id="13355" name="文本框 13354"/>
          <p:cNvSpPr txBox="1"/>
          <p:nvPr/>
        </p:nvSpPr>
        <p:spPr>
          <a:xfrm>
            <a:off x="533400" y="3573463"/>
            <a:ext cx="8077200" cy="519112"/>
          </a:xfrm>
          <a:prstGeom prst="rect">
            <a:avLst/>
          </a:prstGeom>
          <a:noFill/>
          <a:ln w="9525">
            <a:noFill/>
          </a:ln>
        </p:spPr>
        <p:txBody>
          <a:bodyPr anchor="t" anchorCtr="0">
            <a:spAutoFit/>
          </a:bodyPr>
          <a:p>
            <a:pPr eaLnBrk="0" hangingPunct="0">
              <a:spcBef>
                <a:spcPct val="50000"/>
              </a:spcBef>
            </a:pPr>
            <a:r>
              <a:rPr lang="zh-CN" altLang="en-US" b="1" dirty="0">
                <a:latin typeface="黑体" panose="02010609060101010101" pitchFamily="49" charset="-122"/>
                <a:ea typeface="黑体" panose="02010609060101010101" pitchFamily="49" charset="-122"/>
              </a:rPr>
              <a:t>确定三次插值多项式</a:t>
            </a:r>
            <a:r>
              <a:rPr lang="en-US" altLang="zh-CN" b="1" i="1" dirty="0">
                <a:latin typeface="Times New Roman" panose="02020603050405020304" pitchFamily="18" charset="0"/>
                <a:ea typeface="黑体" panose="02010609060101010101" pitchFamily="49" charset="-122"/>
              </a:rPr>
              <a:t>P</a:t>
            </a:r>
            <a:r>
              <a:rPr lang="en-US" altLang="zh-CN" b="1" baseline="-25000" dirty="0">
                <a:latin typeface="Times New Roman" panose="02020603050405020304" pitchFamily="18" charset="0"/>
                <a:ea typeface="黑体" panose="02010609060101010101" pitchFamily="49" charset="-122"/>
              </a:rPr>
              <a:t>3</a:t>
            </a:r>
            <a:r>
              <a:rPr lang="en-US" altLang="zh-CN" b="1" dirty="0">
                <a:latin typeface="Times New Roman" panose="02020603050405020304" pitchFamily="18" charset="0"/>
                <a:ea typeface="黑体" panose="02010609060101010101" pitchFamily="49" charset="-122"/>
              </a:rPr>
              <a:t>(</a:t>
            </a:r>
            <a:r>
              <a:rPr lang="en-US" altLang="zh-CN" b="1" i="1" dirty="0">
                <a:latin typeface="Times New Roman" panose="02020603050405020304" pitchFamily="18" charset="0"/>
                <a:ea typeface="黑体" panose="02010609060101010101" pitchFamily="49" charset="-122"/>
              </a:rPr>
              <a:t>x</a:t>
            </a:r>
            <a:r>
              <a:rPr lang="en-US" altLang="zh-CN" b="1" dirty="0">
                <a:latin typeface="Times New Roman" panose="02020603050405020304" pitchFamily="18" charset="0"/>
                <a:ea typeface="黑体" panose="02010609060101010101" pitchFamily="49" charset="-122"/>
              </a:rPr>
              <a:t>)</a:t>
            </a:r>
            <a:r>
              <a:rPr lang="zh-CN" altLang="en-US" b="1" dirty="0">
                <a:latin typeface="黑体" panose="02010609060101010101" pitchFamily="49" charset="-122"/>
                <a:ea typeface="黑体" panose="02010609060101010101" pitchFamily="49" charset="-122"/>
              </a:rPr>
              <a:t>及其插值误差</a:t>
            </a:r>
            <a:r>
              <a:rPr lang="en-US" altLang="zh-CN" b="1" i="1" dirty="0">
                <a:latin typeface="Times New Roman" panose="02020603050405020304" pitchFamily="18" charset="0"/>
                <a:ea typeface="黑体" panose="02010609060101010101" pitchFamily="49" charset="-122"/>
              </a:rPr>
              <a:t>R</a:t>
            </a:r>
            <a:r>
              <a:rPr lang="en-US" altLang="zh-CN" b="1" dirty="0">
                <a:latin typeface="Times New Roman" panose="02020603050405020304" pitchFamily="18" charset="0"/>
                <a:ea typeface="黑体" panose="02010609060101010101" pitchFamily="49" charset="-122"/>
              </a:rPr>
              <a:t>(</a:t>
            </a:r>
            <a:r>
              <a:rPr lang="en-US" altLang="zh-CN" b="1" i="1" dirty="0">
                <a:latin typeface="Times New Roman" panose="02020603050405020304" pitchFamily="18" charset="0"/>
                <a:ea typeface="黑体" panose="02010609060101010101" pitchFamily="49" charset="-122"/>
              </a:rPr>
              <a:t>x</a:t>
            </a:r>
            <a:r>
              <a:rPr lang="en-US" altLang="zh-CN" b="1" dirty="0">
                <a:latin typeface="Times New Roman" panose="02020603050405020304" pitchFamily="18" charset="0"/>
                <a:ea typeface="黑体" panose="02010609060101010101" pitchFamily="49" charset="-122"/>
              </a:rPr>
              <a:t>)</a:t>
            </a:r>
            <a:r>
              <a:rPr lang="zh-CN" altLang="en-US" b="1" dirty="0">
                <a:latin typeface="Times New Roman" panose="02020603050405020304" pitchFamily="18" charset="0"/>
                <a:ea typeface="黑体" panose="02010609060101010101" pitchFamily="49" charset="-122"/>
              </a:rPr>
              <a:t>。</a:t>
            </a:r>
            <a:endParaRPr lang="en-US" altLang="zh-CN" b="1"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
                                            <p:txEl>
                                              <p:charRg st="0" end="23"/>
                                            </p:txEl>
                                          </p:spTgt>
                                        </p:tgtEl>
                                        <p:attrNameLst>
                                          <p:attrName>style.visibility</p:attrName>
                                        </p:attrNameLst>
                                      </p:cBhvr>
                                      <p:to>
                                        <p:strVal val="visible"/>
                                      </p:to>
                                    </p:set>
                                    <p:animEffect transition="in" filter="wipe(left)">
                                      <p:cBhvr>
                                        <p:cTn id="7" dur="500"/>
                                        <p:tgtEl>
                                          <p:spTgt spid="13315">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55">
                                            <p:txEl>
                                              <p:charRg st="0" end="26"/>
                                            </p:txEl>
                                          </p:spTgt>
                                        </p:tgtEl>
                                        <p:attrNameLst>
                                          <p:attrName>style.visibility</p:attrName>
                                        </p:attrNameLst>
                                      </p:cBhvr>
                                      <p:to>
                                        <p:strVal val="visible"/>
                                      </p:to>
                                    </p:set>
                                    <p:animEffect transition="in" filter="wipe(left)">
                                      <p:cBhvr>
                                        <p:cTn id="17" dur="500"/>
                                        <p:tgtEl>
                                          <p:spTgt spid="13355">
                                            <p:txEl>
                                              <p:charRg st="0" end="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build="p"/>
      <p:bldP spid="13355" grpId="0" animBg="1"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95" name="Text Box 19"/>
          <p:cNvSpPr txBox="1"/>
          <p:nvPr/>
        </p:nvSpPr>
        <p:spPr>
          <a:xfrm>
            <a:off x="357188" y="1285875"/>
            <a:ext cx="8534400" cy="1169988"/>
          </a:xfrm>
          <a:prstGeom prst="rect">
            <a:avLst/>
          </a:prstGeom>
          <a:noFill/>
          <a:ln w="9525">
            <a:noFill/>
          </a:ln>
        </p:spPr>
        <p:txBody>
          <a:bodyPr anchor="t" anchorCtr="0">
            <a:spAutoFit/>
          </a:bodyPr>
          <a:p>
            <a:pPr>
              <a:spcBef>
                <a:spcPct val="50000"/>
              </a:spcBef>
              <a:buSzTx/>
            </a:pPr>
            <a:r>
              <a:rPr lang="en-US" altLang="zh-CN" sz="2800" dirty="0">
                <a:solidFill>
                  <a:srgbClr val="0070C0"/>
                </a:solidFill>
                <a:latin typeface="Times New Roman" panose="02020603050405020304" pitchFamily="18" charset="0"/>
                <a:ea typeface="黑体" panose="02010609060101010101" pitchFamily="49" charset="-122"/>
              </a:rPr>
              <a:t>Runge</a:t>
            </a:r>
            <a:r>
              <a:rPr lang="zh-CN" altLang="en-US" sz="2800" dirty="0">
                <a:solidFill>
                  <a:srgbClr val="0070C0"/>
                </a:solidFill>
                <a:latin typeface="Times New Roman" panose="02020603050405020304" pitchFamily="18" charset="0"/>
                <a:ea typeface="黑体" panose="02010609060101010101" pitchFamily="49" charset="-122"/>
              </a:rPr>
              <a:t>反例</a:t>
            </a:r>
            <a:r>
              <a:rPr lang="en-US" altLang="zh-CN" sz="2800" dirty="0">
                <a:solidFill>
                  <a:srgbClr val="0070C0"/>
                </a:solidFill>
                <a:latin typeface="Times New Roman" panose="02020603050405020304" pitchFamily="18" charset="0"/>
                <a:ea typeface="黑体" panose="02010609060101010101" pitchFamily="49" charset="-122"/>
              </a:rPr>
              <a:t> </a:t>
            </a:r>
            <a:r>
              <a:rPr lang="en-US" altLang="zh-CN" sz="2800" dirty="0">
                <a:solidFill>
                  <a:srgbClr val="FFC000"/>
                </a:solidFill>
                <a:latin typeface="Times New Roman" panose="02020603050405020304" pitchFamily="18" charset="0"/>
                <a:ea typeface="黑体" panose="02010609060101010101" pitchFamily="49" charset="-122"/>
              </a:rPr>
              <a:t>(</a:t>
            </a:r>
            <a:r>
              <a:rPr lang="en-US" altLang="zh-CN" sz="2800" dirty="0">
                <a:solidFill>
                  <a:srgbClr val="FFC000"/>
                </a:solidFill>
                <a:latin typeface="Times New Roman" panose="02020603050405020304" pitchFamily="18" charset="0"/>
                <a:ea typeface="宋体" panose="02010600030101010101" pitchFamily="2" charset="-122"/>
              </a:rPr>
              <a:t>rungeinterp</a:t>
            </a:r>
            <a:r>
              <a:rPr lang="en-US" altLang="zh-CN" sz="2800" dirty="0">
                <a:solidFill>
                  <a:srgbClr val="FFC000"/>
                </a:solidFill>
                <a:latin typeface="Times New Roman" panose="02020603050405020304" pitchFamily="18" charset="0"/>
                <a:ea typeface="黑体" panose="02010609060101010101" pitchFamily="49" charset="-122"/>
              </a:rPr>
              <a:t>)</a:t>
            </a:r>
            <a:endParaRPr lang="en-US" altLang="zh-CN" sz="2800" dirty="0">
              <a:solidFill>
                <a:srgbClr val="FFC000"/>
              </a:solidFill>
              <a:latin typeface="Times New Roman" panose="02020603050405020304" pitchFamily="18" charset="0"/>
              <a:ea typeface="黑体" panose="02010609060101010101" pitchFamily="49" charset="-122"/>
            </a:endParaRPr>
          </a:p>
          <a:p>
            <a:pPr>
              <a:spcBef>
                <a:spcPct val="50000"/>
              </a:spcBef>
              <a:buSzTx/>
            </a:pPr>
            <a:r>
              <a:rPr lang="en-US" altLang="zh-CN" sz="2800" i="1" dirty="0">
                <a:latin typeface="Times New Roman" panose="02020603050405020304" pitchFamily="18" charset="0"/>
                <a:ea typeface="黑体" panose="02010609060101010101" pitchFamily="49" charset="-122"/>
              </a:rPr>
              <a:t>f</a:t>
            </a:r>
            <a:r>
              <a:rPr lang="en-US" altLang="zh-CN" sz="2800" dirty="0">
                <a:latin typeface="Times New Roman" panose="02020603050405020304" pitchFamily="18" charset="0"/>
                <a:ea typeface="黑体" panose="02010609060101010101" pitchFamily="49" charset="-122"/>
              </a:rPr>
              <a:t>(</a:t>
            </a:r>
            <a:r>
              <a:rPr lang="en-US" altLang="zh-CN" sz="2800" i="1" dirty="0">
                <a:latin typeface="Times New Roman" panose="02020603050405020304" pitchFamily="18" charset="0"/>
                <a:ea typeface="黑体" panose="02010609060101010101" pitchFamily="49" charset="-122"/>
              </a:rPr>
              <a:t>x</a:t>
            </a:r>
            <a:r>
              <a:rPr lang="en-US" altLang="zh-CN" sz="2800" dirty="0">
                <a:latin typeface="Times New Roman" panose="02020603050405020304" pitchFamily="18" charset="0"/>
                <a:ea typeface="黑体" panose="02010609060101010101" pitchFamily="49" charset="-122"/>
              </a:rPr>
              <a:t>)=1/(</a:t>
            </a:r>
            <a:r>
              <a:rPr lang="en-US" altLang="zh-CN" sz="2800" i="1" dirty="0">
                <a:latin typeface="Times New Roman" panose="02020603050405020304" pitchFamily="18" charset="0"/>
                <a:ea typeface="黑体" panose="02010609060101010101" pitchFamily="49" charset="-122"/>
              </a:rPr>
              <a:t>x</a:t>
            </a:r>
            <a:r>
              <a:rPr lang="en-US" altLang="zh-CN" sz="2800" dirty="0">
                <a:latin typeface="Times New Roman" panose="02020603050405020304" pitchFamily="18" charset="0"/>
                <a:ea typeface="黑体" panose="02010609060101010101" pitchFamily="49" charset="-122"/>
              </a:rPr>
              <a:t>^2+1), (-5&lt;=</a:t>
            </a:r>
            <a:r>
              <a:rPr lang="en-US" altLang="zh-CN" sz="2800" i="1" dirty="0">
                <a:latin typeface="Times New Roman" panose="02020603050405020304" pitchFamily="18" charset="0"/>
                <a:ea typeface="黑体" panose="02010609060101010101" pitchFamily="49" charset="-122"/>
              </a:rPr>
              <a:t>x&lt;=5</a:t>
            </a:r>
            <a:r>
              <a:rPr lang="en-US" altLang="zh-CN" sz="2800" dirty="0">
                <a:latin typeface="Times New Roman" panose="02020603050405020304" pitchFamily="18" charset="0"/>
                <a:ea typeface="黑体" panose="02010609060101010101" pitchFamily="49" charset="-122"/>
              </a:rPr>
              <a:t>)</a:t>
            </a:r>
            <a:endParaRPr lang="zh-CN" altLang="en-US" sz="2800" dirty="0">
              <a:latin typeface="Times New Roman" panose="02020603050405020304" pitchFamily="18" charset="0"/>
              <a:ea typeface="黑体" panose="02010609060101010101" pitchFamily="49" charset="-122"/>
            </a:endParaRPr>
          </a:p>
        </p:txBody>
      </p:sp>
      <p:sp>
        <p:nvSpPr>
          <p:cNvPr id="16" name="Text Box 19"/>
          <p:cNvSpPr txBox="1"/>
          <p:nvPr/>
        </p:nvSpPr>
        <p:spPr>
          <a:xfrm>
            <a:off x="609600" y="3000375"/>
            <a:ext cx="8534400" cy="2324100"/>
          </a:xfrm>
          <a:prstGeom prst="rect">
            <a:avLst/>
          </a:prstGeom>
          <a:noFill/>
          <a:ln w="9525">
            <a:noFill/>
          </a:ln>
        </p:spPr>
        <p:txBody>
          <a:bodyPr anchor="t" anchorCtr="0">
            <a:spAutoFit/>
          </a:bodyPr>
          <a:p>
            <a:pPr>
              <a:lnSpc>
                <a:spcPts val="1500"/>
              </a:lnSpc>
              <a:spcBef>
                <a:spcPct val="50000"/>
              </a:spcBef>
              <a:buSzTx/>
            </a:pPr>
            <a:r>
              <a:rPr lang="en-US" altLang="zh-CN" sz="2800" dirty="0">
                <a:solidFill>
                  <a:srgbClr val="0070C0"/>
                </a:solidFill>
                <a:latin typeface="Times New Roman" panose="02020603050405020304" pitchFamily="18" charset="0"/>
                <a:ea typeface="黑体" panose="02010609060101010101" pitchFamily="49" charset="-122"/>
              </a:rPr>
              <a:t>x=-5:5;</a:t>
            </a:r>
            <a:endParaRPr lang="en-US" altLang="zh-CN" sz="2800" dirty="0">
              <a:solidFill>
                <a:srgbClr val="0070C0"/>
              </a:solidFill>
              <a:latin typeface="Times New Roman" panose="02020603050405020304" pitchFamily="18" charset="0"/>
              <a:ea typeface="黑体" panose="02010609060101010101" pitchFamily="49" charset="-122"/>
            </a:endParaRPr>
          </a:p>
          <a:p>
            <a:pPr>
              <a:lnSpc>
                <a:spcPts val="1500"/>
              </a:lnSpc>
              <a:spcBef>
                <a:spcPct val="50000"/>
              </a:spcBef>
              <a:buSzTx/>
            </a:pPr>
            <a:r>
              <a:rPr lang="en-US" altLang="zh-CN" sz="2800" dirty="0">
                <a:solidFill>
                  <a:srgbClr val="0070C0"/>
                </a:solidFill>
                <a:latin typeface="Times New Roman" panose="02020603050405020304" pitchFamily="18" charset="0"/>
                <a:ea typeface="黑体" panose="02010609060101010101" pitchFamily="49" charset="-122"/>
              </a:rPr>
              <a:t>y=1./(x.^2+1);</a:t>
            </a:r>
            <a:endParaRPr lang="en-US" altLang="zh-CN" sz="2800" dirty="0">
              <a:solidFill>
                <a:srgbClr val="0070C0"/>
              </a:solidFill>
              <a:latin typeface="Times New Roman" panose="02020603050405020304" pitchFamily="18" charset="0"/>
              <a:ea typeface="黑体" panose="02010609060101010101" pitchFamily="49" charset="-122"/>
            </a:endParaRPr>
          </a:p>
          <a:p>
            <a:pPr>
              <a:lnSpc>
                <a:spcPts val="1500"/>
              </a:lnSpc>
              <a:spcBef>
                <a:spcPct val="50000"/>
              </a:spcBef>
              <a:buSzTx/>
            </a:pPr>
            <a:r>
              <a:rPr lang="en-US" altLang="zh-CN" sz="2800" dirty="0">
                <a:solidFill>
                  <a:srgbClr val="0070C0"/>
                </a:solidFill>
                <a:latin typeface="Times New Roman" panose="02020603050405020304" pitchFamily="18" charset="0"/>
                <a:ea typeface="黑体" panose="02010609060101010101" pitchFamily="49" charset="-122"/>
              </a:rPr>
              <a:t>u=-5:.01:5;</a:t>
            </a:r>
            <a:endParaRPr lang="en-US" altLang="zh-CN" sz="2800" dirty="0">
              <a:solidFill>
                <a:srgbClr val="0070C0"/>
              </a:solidFill>
              <a:latin typeface="Times New Roman" panose="02020603050405020304" pitchFamily="18" charset="0"/>
              <a:ea typeface="黑体" panose="02010609060101010101" pitchFamily="49" charset="-122"/>
            </a:endParaRPr>
          </a:p>
          <a:p>
            <a:pPr>
              <a:lnSpc>
                <a:spcPts val="1500"/>
              </a:lnSpc>
              <a:spcBef>
                <a:spcPct val="50000"/>
              </a:spcBef>
              <a:buSzTx/>
            </a:pPr>
            <a:r>
              <a:rPr lang="en-US" altLang="zh-CN" sz="2800" dirty="0">
                <a:solidFill>
                  <a:srgbClr val="0070C0"/>
                </a:solidFill>
                <a:latin typeface="Times New Roman" panose="02020603050405020304" pitchFamily="18" charset="0"/>
                <a:ea typeface="黑体" panose="02010609060101010101" pitchFamily="49" charset="-122"/>
              </a:rPr>
              <a:t>v=polyinterp(x,y,u);</a:t>
            </a:r>
            <a:endParaRPr lang="en-US" altLang="zh-CN" sz="2800" dirty="0">
              <a:solidFill>
                <a:srgbClr val="0070C0"/>
              </a:solidFill>
              <a:latin typeface="Times New Roman" panose="02020603050405020304" pitchFamily="18" charset="0"/>
              <a:ea typeface="黑体" panose="02010609060101010101" pitchFamily="49" charset="-122"/>
            </a:endParaRPr>
          </a:p>
          <a:p>
            <a:pPr>
              <a:lnSpc>
                <a:spcPts val="1500"/>
              </a:lnSpc>
              <a:spcBef>
                <a:spcPct val="50000"/>
              </a:spcBef>
              <a:buSzTx/>
            </a:pPr>
            <a:r>
              <a:rPr lang="en-US" altLang="zh-CN" sz="2800" dirty="0">
                <a:solidFill>
                  <a:srgbClr val="0070C0"/>
                </a:solidFill>
                <a:latin typeface="Times New Roman" panose="02020603050405020304" pitchFamily="18" charset="0"/>
                <a:ea typeface="黑体" panose="02010609060101010101" pitchFamily="49" charset="-122"/>
              </a:rPr>
              <a:t>plot(x,y,'o',u,v,'-')</a:t>
            </a:r>
            <a:endParaRPr lang="en-US" altLang="zh-CN" sz="2800" dirty="0">
              <a:solidFill>
                <a:srgbClr val="0070C0"/>
              </a:solidFill>
              <a:latin typeface="Times New Roman" panose="02020603050405020304" pitchFamily="18" charset="0"/>
              <a:ea typeface="黑体" panose="02010609060101010101" pitchFamily="49" charset="-122"/>
            </a:endParaRPr>
          </a:p>
          <a:p>
            <a:pPr>
              <a:lnSpc>
                <a:spcPts val="1500"/>
              </a:lnSpc>
              <a:spcBef>
                <a:spcPct val="50000"/>
              </a:spcBef>
              <a:buSzTx/>
            </a:pPr>
            <a:endParaRPr lang="en-US" altLang="zh-CN" sz="2800" dirty="0">
              <a:solidFill>
                <a:srgbClr val="0070C0"/>
              </a:solidFill>
              <a:latin typeface="Times New Roman" panose="02020603050405020304" pitchFamily="18" charset="0"/>
              <a:ea typeface="黑体" panose="02010609060101010101" pitchFamily="49" charset="-122"/>
            </a:endParaRPr>
          </a:p>
        </p:txBody>
      </p:sp>
      <p:sp>
        <p:nvSpPr>
          <p:cNvPr id="5" name="Text Box 19"/>
          <p:cNvSpPr txBox="1"/>
          <p:nvPr/>
        </p:nvSpPr>
        <p:spPr>
          <a:xfrm>
            <a:off x="357188" y="357188"/>
            <a:ext cx="8534400" cy="523875"/>
          </a:xfrm>
          <a:prstGeom prst="rect">
            <a:avLst/>
          </a:prstGeom>
          <a:noFill/>
          <a:ln w="9525">
            <a:noFill/>
          </a:ln>
        </p:spPr>
        <p:txBody>
          <a:bodyPr anchor="t" anchorCtr="0">
            <a:spAutoFit/>
          </a:bodyPr>
          <a:p>
            <a:pPr>
              <a:spcBef>
                <a:spcPct val="50000"/>
              </a:spcBef>
              <a:buSzTx/>
            </a:pPr>
            <a:r>
              <a:rPr lang="zh-CN" altLang="en-US" sz="2800" dirty="0">
                <a:latin typeface="Times New Roman" panose="02020603050405020304" pitchFamily="18" charset="0"/>
                <a:ea typeface="黑体" panose="02010609060101010101" pitchFamily="49" charset="-122"/>
              </a:rPr>
              <a:t>一般认为</a:t>
            </a:r>
            <a:r>
              <a:rPr lang="en-US" altLang="zh-CN" sz="2800" i="1">
                <a:latin typeface="Times New Roman" panose="02020603050405020304" pitchFamily="18" charset="0"/>
                <a:ea typeface="黑体" panose="02010609060101010101" pitchFamily="49" charset="-122"/>
              </a:rPr>
              <a:t>P</a:t>
            </a:r>
            <a:r>
              <a:rPr lang="en-US" altLang="zh-CN" sz="2800" i="1" baseline="-25000">
                <a:latin typeface="Times New Roman" panose="02020603050405020304" pitchFamily="18" charset="0"/>
                <a:ea typeface="黑体" panose="02010609060101010101" pitchFamily="49" charset="-122"/>
              </a:rPr>
              <a:t>n</a:t>
            </a:r>
            <a:r>
              <a:rPr lang="en-US" altLang="zh-CN" sz="2800">
                <a:latin typeface="Times New Roman" panose="02020603050405020304" pitchFamily="18" charset="0"/>
                <a:ea typeface="黑体" panose="02010609060101010101" pitchFamily="49" charset="-122"/>
              </a:rPr>
              <a:t>(</a:t>
            </a:r>
            <a:r>
              <a:rPr lang="en-US" altLang="zh-CN" sz="2800" i="1">
                <a:latin typeface="Times New Roman" panose="02020603050405020304" pitchFamily="18" charset="0"/>
                <a:ea typeface="黑体" panose="02010609060101010101" pitchFamily="49" charset="-122"/>
              </a:rPr>
              <a:t>x</a:t>
            </a:r>
            <a:r>
              <a:rPr lang="en-US" altLang="zh-CN" sz="2800" dirty="0">
                <a:latin typeface="Times New Roman" panose="02020603050405020304" pitchFamily="18" charset="0"/>
                <a:ea typeface="黑体" panose="02010609060101010101" pitchFamily="49" charset="-122"/>
              </a:rPr>
              <a:t>)</a:t>
            </a:r>
            <a:r>
              <a:rPr lang="zh-CN" altLang="en-US" sz="2800" dirty="0">
                <a:latin typeface="Times New Roman" panose="02020603050405020304" pitchFamily="18" charset="0"/>
                <a:ea typeface="黑体" panose="02010609060101010101" pitchFamily="49" charset="-122"/>
              </a:rPr>
              <a:t>的次数</a:t>
            </a:r>
            <a:r>
              <a:rPr lang="en-US" altLang="zh-CN" sz="2800" i="1" dirty="0">
                <a:latin typeface="Times New Roman" panose="02020603050405020304" pitchFamily="18" charset="0"/>
                <a:ea typeface="黑体" panose="02010609060101010101" pitchFamily="49" charset="-122"/>
              </a:rPr>
              <a:t>n</a:t>
            </a:r>
            <a:r>
              <a:rPr lang="zh-CN" altLang="en-US" sz="2800" dirty="0">
                <a:latin typeface="Times New Roman" panose="02020603050405020304" pitchFamily="18" charset="0"/>
                <a:ea typeface="黑体" panose="02010609060101010101" pitchFamily="49" charset="-122"/>
              </a:rPr>
              <a:t>越高逼近</a:t>
            </a:r>
            <a:r>
              <a:rPr lang="en-US" altLang="zh-CN" sz="2800" i="1" dirty="0">
                <a:latin typeface="Times New Roman" panose="02020603050405020304" pitchFamily="18" charset="0"/>
                <a:ea typeface="黑体" panose="02010609060101010101" pitchFamily="49" charset="-122"/>
              </a:rPr>
              <a:t>f</a:t>
            </a:r>
            <a:r>
              <a:rPr lang="en-US" altLang="zh-CN" sz="2800" dirty="0">
                <a:latin typeface="Times New Roman" panose="02020603050405020304" pitchFamily="18" charset="0"/>
                <a:ea typeface="黑体" panose="02010609060101010101" pitchFamily="49" charset="-122"/>
              </a:rPr>
              <a:t>(</a:t>
            </a:r>
            <a:r>
              <a:rPr lang="en-US" altLang="zh-CN" sz="2800" i="1" dirty="0">
                <a:latin typeface="Times New Roman" panose="02020603050405020304" pitchFamily="18" charset="0"/>
                <a:ea typeface="黑体" panose="02010609060101010101" pitchFamily="49" charset="-122"/>
              </a:rPr>
              <a:t>x</a:t>
            </a:r>
            <a:r>
              <a:rPr lang="en-US" altLang="zh-CN" sz="2800" dirty="0">
                <a:latin typeface="Times New Roman" panose="02020603050405020304" pitchFamily="18" charset="0"/>
                <a:ea typeface="黑体" panose="02010609060101010101" pitchFamily="49" charset="-122"/>
              </a:rPr>
              <a:t>)</a:t>
            </a:r>
            <a:r>
              <a:rPr lang="zh-CN" altLang="en-US" sz="2800" dirty="0">
                <a:latin typeface="Times New Roman" panose="02020603050405020304" pitchFamily="18" charset="0"/>
                <a:ea typeface="黑体" panose="02010609060101010101" pitchFamily="49" charset="-122"/>
              </a:rPr>
              <a:t>的精度越好？</a:t>
            </a:r>
            <a:endParaRPr lang="zh-CN" altLang="en-US" sz="2800" dirty="0">
              <a:latin typeface="Times New Roman" panose="02020603050405020304" pitchFamily="18" charset="0"/>
              <a:ea typeface="黑体" panose="02010609060101010101" pitchFamily="49" charset="-122"/>
            </a:endParaRPr>
          </a:p>
        </p:txBody>
      </p:sp>
      <p:pic>
        <p:nvPicPr>
          <p:cNvPr id="50181" name="Picture 6"/>
          <p:cNvPicPr>
            <a:picLocks noChangeAspect="1"/>
          </p:cNvPicPr>
          <p:nvPr/>
        </p:nvPicPr>
        <p:blipFill>
          <a:blip r:embed="rId1"/>
          <a:stretch>
            <a:fillRect/>
          </a:stretch>
        </p:blipFill>
        <p:spPr>
          <a:xfrm>
            <a:off x="4643438" y="1785938"/>
            <a:ext cx="4176712" cy="33258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charRg st="0" end="28"/>
                                            </p:txEl>
                                          </p:spTgt>
                                        </p:tgtEl>
                                        <p:attrNameLst>
                                          <p:attrName>style.visibility</p:attrName>
                                        </p:attrNameLst>
                                      </p:cBhvr>
                                      <p:to>
                                        <p:strVal val="visible"/>
                                      </p:to>
                                    </p:set>
                                    <p:animEffect transition="in" filter="wipe(left)">
                                      <p:cBhvr>
                                        <p:cTn id="7" dur="500"/>
                                        <p:tgtEl>
                                          <p:spTgt spid="5">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595">
                                            <p:txEl>
                                              <p:charRg st="0" end="22"/>
                                            </p:txEl>
                                          </p:spTgt>
                                        </p:tgtEl>
                                        <p:attrNameLst>
                                          <p:attrName>style.visibility</p:attrName>
                                        </p:attrNameLst>
                                      </p:cBhvr>
                                      <p:to>
                                        <p:strVal val="visible"/>
                                      </p:to>
                                    </p:set>
                                    <p:animEffect transition="in" filter="wipe(left)">
                                      <p:cBhvr>
                                        <p:cTn id="12" dur="500"/>
                                        <p:tgtEl>
                                          <p:spTgt spid="24595">
                                            <p:txEl>
                                              <p:charRg st="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595">
                                            <p:txEl>
                                              <p:charRg st="22" end="49"/>
                                            </p:txEl>
                                          </p:spTgt>
                                        </p:tgtEl>
                                        <p:attrNameLst>
                                          <p:attrName>style.visibility</p:attrName>
                                        </p:attrNameLst>
                                      </p:cBhvr>
                                      <p:to>
                                        <p:strVal val="visible"/>
                                      </p:to>
                                    </p:set>
                                    <p:animEffect transition="in" filter="wipe(left)">
                                      <p:cBhvr>
                                        <p:cTn id="17" dur="500"/>
                                        <p:tgtEl>
                                          <p:spTgt spid="24595">
                                            <p:txEl>
                                              <p:charRg st="22" end="4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0181"/>
                                        </p:tgtEl>
                                        <p:attrNameLst>
                                          <p:attrName>style.visibility</p:attrName>
                                        </p:attrNameLst>
                                      </p:cBhvr>
                                      <p:to>
                                        <p:strVal val="visible"/>
                                      </p:to>
                                    </p:set>
                                    <p:animEffect transition="in" filter="wipe(left)">
                                      <p:cBhvr>
                                        <p:cTn id="27" dur="500"/>
                                        <p:tgtEl>
                                          <p:spTgt spid="50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Text Box 2"/>
          <p:cNvSpPr txBox="1"/>
          <p:nvPr/>
        </p:nvSpPr>
        <p:spPr>
          <a:xfrm>
            <a:off x="71438" y="228600"/>
            <a:ext cx="9072562" cy="1570038"/>
          </a:xfrm>
          <a:prstGeom prst="rect">
            <a:avLst/>
          </a:prstGeom>
          <a:noFill/>
          <a:ln w="9525">
            <a:noFill/>
          </a:ln>
        </p:spPr>
        <p:txBody>
          <a:bodyPr anchor="t" anchorCtr="0">
            <a:spAutoFit/>
          </a:bodyPr>
          <a:p>
            <a:pPr eaLnBrk="0" hangingPunct="0">
              <a:spcBef>
                <a:spcPct val="50000"/>
              </a:spcBef>
            </a:pPr>
            <a:r>
              <a:rPr lang="zh-CN" altLang="en-US" sz="3200" dirty="0">
                <a:solidFill>
                  <a:srgbClr val="0070C0"/>
                </a:solidFill>
                <a:latin typeface="Times New Roman" panose="02020603050405020304" pitchFamily="18" charset="0"/>
                <a:ea typeface="黑体" panose="02010609060101010101" pitchFamily="49" charset="-122"/>
              </a:rPr>
              <a:t>例</a:t>
            </a:r>
            <a:r>
              <a:rPr lang="en-US" altLang="zh-CN" sz="3200" dirty="0">
                <a:solidFill>
                  <a:srgbClr val="0070C0"/>
                </a:solidFill>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黑体" panose="02010609060101010101" pitchFamily="49" charset="-122"/>
              </a:rPr>
              <a:t>设</a:t>
            </a:r>
            <a:r>
              <a:rPr lang="zh-CN" altLang="en-US"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y = f</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a:t>
            </a:r>
            <a:r>
              <a:rPr lang="en-US" altLang="zh-CN" sz="3200" dirty="0">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黑体" panose="02010609060101010101" pitchFamily="49" charset="-122"/>
              </a:rPr>
              <a:t>在区间</a:t>
            </a:r>
            <a:r>
              <a:rPr lang="zh-CN" altLang="en-US" sz="3200" dirty="0">
                <a:latin typeface="Times New Roman" panose="02020603050405020304" pitchFamily="18" charset="0"/>
                <a:ea typeface="宋体" panose="02010600030101010101" pitchFamily="2" charset="-122"/>
              </a:rPr>
              <a:t> </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a, b</a:t>
            </a:r>
            <a:r>
              <a:rPr lang="en-US" altLang="zh-CN" sz="3200" dirty="0">
                <a:latin typeface="Times New Roman" panose="02020603050405020304" pitchFamily="18" charset="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rPr>
              <a:t>上连续</a:t>
            </a:r>
            <a:r>
              <a:rPr lang="en-US" altLang="zh-CN" sz="3200" dirty="0">
                <a:latin typeface="Times New Roman" panose="02020603050405020304" pitchFamily="18" charset="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rPr>
              <a:t>且</a:t>
            </a:r>
            <a:r>
              <a:rPr lang="zh-CN" altLang="en-US" sz="3200" i="1"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f</a:t>
            </a:r>
            <a:r>
              <a:rPr lang="en-US" altLang="zh-CN" sz="3200" i="1" baseline="30000" dirty="0">
                <a:latin typeface="Times New Roman" panose="02020603050405020304" pitchFamily="18" charset="0"/>
                <a:ea typeface="宋体" panose="02010600030101010101" pitchFamily="2" charset="-122"/>
              </a:rPr>
              <a:t> </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a:t>
            </a:r>
            <a:r>
              <a:rPr lang="en-US" altLang="zh-CN" sz="3200" dirty="0">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黑体" panose="02010609060101010101" pitchFamily="49" charset="-122"/>
              </a:rPr>
              <a:t>在</a:t>
            </a:r>
            <a:r>
              <a:rPr lang="zh-CN" altLang="en-US" sz="3200" dirty="0">
                <a:latin typeface="Times New Roman" panose="02020603050405020304" pitchFamily="18" charset="0"/>
                <a:ea typeface="宋体" panose="02010600030101010101" pitchFamily="2" charset="-122"/>
              </a:rPr>
              <a:t> </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a, b</a:t>
            </a:r>
            <a:r>
              <a:rPr lang="en-US" altLang="zh-CN" sz="3200" dirty="0">
                <a:latin typeface="Times New Roman" panose="02020603050405020304" pitchFamily="18" charset="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rPr>
              <a:t>内具有</a:t>
            </a:r>
            <a:r>
              <a:rPr lang="en-US" altLang="zh-CN" sz="3200" dirty="0">
                <a:latin typeface="Times New Roman" panose="02020603050405020304" pitchFamily="18" charset="0"/>
                <a:ea typeface="宋体" panose="02010600030101010101" pitchFamily="2" charset="-122"/>
              </a:rPr>
              <a:t>2</a:t>
            </a:r>
            <a:r>
              <a:rPr lang="zh-CN" altLang="en-US" sz="3200" dirty="0">
                <a:latin typeface="Times New Roman" panose="02020603050405020304" pitchFamily="18" charset="0"/>
                <a:ea typeface="黑体" panose="02010609060101010101" pitchFamily="49" charset="-122"/>
              </a:rPr>
              <a:t>阶导数。如果当</a:t>
            </a:r>
            <a:r>
              <a:rPr lang="en-US" altLang="zh-CN" sz="3200"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a, b</a:t>
            </a:r>
            <a:r>
              <a:rPr lang="en-US" altLang="zh-CN" sz="3200" dirty="0">
                <a:latin typeface="Times New Roman" panose="02020603050405020304" pitchFamily="18" charset="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rPr>
              <a:t>时有</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f </a:t>
            </a:r>
            <a:r>
              <a:rPr lang="en-US" altLang="zh-CN" sz="3200" baseline="300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rPr>
              <a:t>(x)|≤</a:t>
            </a:r>
            <a:r>
              <a:rPr lang="en-US" altLang="zh-CN" sz="3200" i="1" dirty="0">
                <a:latin typeface="Times New Roman" panose="02020603050405020304" pitchFamily="18" charset="0"/>
                <a:ea typeface="宋体" panose="02010600030101010101" pitchFamily="2" charset="-122"/>
              </a:rPr>
              <a:t>M</a:t>
            </a:r>
            <a:r>
              <a:rPr lang="zh-CN" altLang="en-US" sz="3200" dirty="0">
                <a:latin typeface="Times New Roman" panose="02020603050405020304" pitchFamily="18" charset="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rPr>
              <a:t>证明</a:t>
            </a:r>
            <a:endParaRPr lang="zh-CN" altLang="en-US" sz="3200" dirty="0">
              <a:latin typeface="Times New Roman" panose="02020603050405020304" pitchFamily="18" charset="0"/>
              <a:ea typeface="黑体" panose="02010609060101010101" pitchFamily="49" charset="-122"/>
            </a:endParaRPr>
          </a:p>
        </p:txBody>
      </p:sp>
      <p:graphicFrame>
        <p:nvGraphicFramePr>
          <p:cNvPr id="11267" name="Object 3"/>
          <p:cNvGraphicFramePr/>
          <p:nvPr/>
        </p:nvGraphicFramePr>
        <p:xfrm>
          <a:off x="2786063" y="1571625"/>
          <a:ext cx="3144837" cy="620713"/>
        </p:xfrm>
        <a:graphic>
          <a:graphicData uri="http://schemas.openxmlformats.org/presentationml/2006/ole">
            <mc:AlternateContent xmlns:mc="http://schemas.openxmlformats.org/markup-compatibility/2006">
              <mc:Choice xmlns:v="urn:schemas-microsoft-com:vml" Requires="v">
                <p:oleObj spid="_x0000_s3302" name="" r:id="rId1" imgW="1218565" imgH="241300" progId="Equation.DSMT4">
                  <p:embed/>
                </p:oleObj>
              </mc:Choice>
              <mc:Fallback>
                <p:oleObj name="" r:id="rId1" imgW="1218565" imgH="241300" progId="Equation.DSMT4">
                  <p:embed/>
                  <p:pic>
                    <p:nvPicPr>
                      <p:cNvPr id="0" name="图片 3301"/>
                      <p:cNvPicPr/>
                      <p:nvPr/>
                    </p:nvPicPr>
                    <p:blipFill>
                      <a:blip r:embed="rId2"/>
                      <a:stretch>
                        <a:fillRect/>
                      </a:stretch>
                    </p:blipFill>
                    <p:spPr>
                      <a:xfrm>
                        <a:off x="2786063" y="1571625"/>
                        <a:ext cx="3144837" cy="620713"/>
                      </a:xfrm>
                      <a:prstGeom prst="rect">
                        <a:avLst/>
                      </a:prstGeom>
                      <a:noFill/>
                      <a:ln w="38100">
                        <a:noFill/>
                        <a:miter/>
                      </a:ln>
                    </p:spPr>
                  </p:pic>
                </p:oleObj>
              </mc:Fallback>
            </mc:AlternateContent>
          </a:graphicData>
        </a:graphic>
      </p:graphicFrame>
      <p:sp>
        <p:nvSpPr>
          <p:cNvPr id="11269" name="Text Box 5"/>
          <p:cNvSpPr txBox="1"/>
          <p:nvPr/>
        </p:nvSpPr>
        <p:spPr>
          <a:xfrm>
            <a:off x="428625" y="2428875"/>
            <a:ext cx="6019800" cy="579438"/>
          </a:xfrm>
          <a:prstGeom prst="rect">
            <a:avLst/>
          </a:prstGeom>
          <a:noFill/>
          <a:ln w="9525">
            <a:noFill/>
          </a:ln>
        </p:spPr>
        <p:txBody>
          <a:bodyPr anchor="t" anchorCtr="0">
            <a:spAutoFit/>
          </a:bodyPr>
          <a:p>
            <a:pPr eaLnBrk="0" hangingPunct="0">
              <a:spcBef>
                <a:spcPct val="50000"/>
              </a:spcBef>
            </a:pPr>
            <a:r>
              <a:rPr lang="zh-CN" altLang="en-US" sz="3200" dirty="0">
                <a:solidFill>
                  <a:srgbClr val="0070C0"/>
                </a:solidFill>
                <a:latin typeface="Times New Roman" panose="02020603050405020304" pitchFamily="18" charset="0"/>
                <a:ea typeface="黑体" panose="02010609060101010101" pitchFamily="49" charset="-122"/>
              </a:rPr>
              <a:t>证明 </a:t>
            </a:r>
            <a:r>
              <a:rPr lang="zh-CN" altLang="en-US" sz="3200" dirty="0">
                <a:latin typeface="Times New Roman" panose="02020603050405020304" pitchFamily="18" charset="0"/>
                <a:ea typeface="黑体" panose="02010609060101010101" pitchFamily="49" charset="-122"/>
              </a:rPr>
              <a:t>由</a:t>
            </a:r>
            <a:r>
              <a:rPr lang="en-US" altLang="zh-CN" sz="3200" dirty="0">
                <a:latin typeface="Times New Roman" panose="02020603050405020304" pitchFamily="18" charset="0"/>
                <a:ea typeface="宋体" panose="02010600030101010101" pitchFamily="2" charset="-122"/>
              </a:rPr>
              <a:t>Lagrange</a:t>
            </a:r>
            <a:r>
              <a:rPr lang="zh-CN" altLang="en-US" sz="3200" dirty="0">
                <a:latin typeface="Times New Roman" panose="02020603050405020304" pitchFamily="18" charset="0"/>
                <a:ea typeface="黑体" panose="02010609060101010101" pitchFamily="49" charset="-122"/>
              </a:rPr>
              <a:t>插值误差公式</a:t>
            </a:r>
            <a:endParaRPr lang="zh-CN" altLang="en-US" sz="3200" dirty="0">
              <a:latin typeface="Times New Roman" panose="02020603050405020304" pitchFamily="18" charset="0"/>
              <a:ea typeface="黑体" panose="02010609060101010101" pitchFamily="49" charset="-122"/>
            </a:endParaRPr>
          </a:p>
        </p:txBody>
      </p:sp>
      <p:graphicFrame>
        <p:nvGraphicFramePr>
          <p:cNvPr id="11270" name="Object 6"/>
          <p:cNvGraphicFramePr/>
          <p:nvPr/>
        </p:nvGraphicFramePr>
        <p:xfrm>
          <a:off x="1428750" y="3143250"/>
          <a:ext cx="6142038" cy="893763"/>
        </p:xfrm>
        <a:graphic>
          <a:graphicData uri="http://schemas.openxmlformats.org/presentationml/2006/ole">
            <mc:AlternateContent xmlns:mc="http://schemas.openxmlformats.org/markup-compatibility/2006">
              <mc:Choice xmlns:v="urn:schemas-microsoft-com:vml" Requires="v">
                <p:oleObj spid="_x0000_s3307" name="" r:id="rId3" imgW="2766060" imgH="405765" progId="Equation.DSMT4">
                  <p:embed/>
                </p:oleObj>
              </mc:Choice>
              <mc:Fallback>
                <p:oleObj name="" r:id="rId3" imgW="2766060" imgH="405765" progId="Equation.DSMT4">
                  <p:embed/>
                  <p:pic>
                    <p:nvPicPr>
                      <p:cNvPr id="0" name="图片 3306"/>
                      <p:cNvPicPr/>
                      <p:nvPr/>
                    </p:nvPicPr>
                    <p:blipFill>
                      <a:blip r:embed="rId4"/>
                      <a:stretch>
                        <a:fillRect/>
                      </a:stretch>
                    </p:blipFill>
                    <p:spPr>
                      <a:xfrm>
                        <a:off x="1428750" y="3143250"/>
                        <a:ext cx="6142038" cy="893763"/>
                      </a:xfrm>
                      <a:prstGeom prst="rect">
                        <a:avLst/>
                      </a:prstGeom>
                      <a:noFill/>
                      <a:ln w="38100">
                        <a:noFill/>
                        <a:miter/>
                      </a:ln>
                    </p:spPr>
                  </p:pic>
                </p:oleObj>
              </mc:Fallback>
            </mc:AlternateContent>
          </a:graphicData>
        </a:graphic>
      </p:graphicFrame>
      <p:sp>
        <p:nvSpPr>
          <p:cNvPr id="11272" name="Text Box 8"/>
          <p:cNvSpPr txBox="1"/>
          <p:nvPr/>
        </p:nvSpPr>
        <p:spPr>
          <a:xfrm>
            <a:off x="533400" y="4135438"/>
            <a:ext cx="8153400" cy="579437"/>
          </a:xfrm>
          <a:prstGeom prst="rect">
            <a:avLst/>
          </a:prstGeom>
          <a:noFill/>
          <a:ln w="9525">
            <a:noFill/>
          </a:ln>
        </p:spPr>
        <p:txBody>
          <a:bodyPr anchor="t" anchorCtr="0">
            <a:spAutoFit/>
          </a:bodyPr>
          <a:p>
            <a:pPr eaLnBrk="0" hangingPunct="0">
              <a:spcBef>
                <a:spcPct val="50000"/>
              </a:spcBef>
            </a:pPr>
            <a:r>
              <a:rPr lang="zh-CN" altLang="en-US" sz="3200" dirty="0">
                <a:latin typeface="Times New Roman" panose="02020603050405020304" pitchFamily="18" charset="0"/>
                <a:ea typeface="黑体" panose="02010609060101010101" pitchFamily="49" charset="-122"/>
              </a:rPr>
              <a:t>令</a:t>
            </a:r>
            <a:r>
              <a:rPr lang="en-US" altLang="zh-CN" sz="3200" i="1" dirty="0">
                <a:latin typeface="Times New Roman" panose="02020603050405020304" pitchFamily="18" charset="0"/>
                <a:ea typeface="宋体" panose="02010600030101010101" pitchFamily="2" charset="-122"/>
              </a:rPr>
              <a:t>h</a:t>
            </a:r>
            <a:r>
              <a:rPr lang="en-US" altLang="zh-CN" sz="3200" dirty="0">
                <a:latin typeface="Times New Roman" panose="02020603050405020304" pitchFamily="18" charset="0"/>
                <a:ea typeface="宋体" panose="02010600030101010101" pitchFamily="2" charset="-122"/>
              </a:rPr>
              <a:t>(</a:t>
            </a:r>
            <a:r>
              <a:rPr lang="en-US" altLang="zh-CN" sz="3200" i="1" dirty="0">
                <a:latin typeface="Times New Roman" panose="02020603050405020304" pitchFamily="18" charset="0"/>
                <a:ea typeface="宋体" panose="02010600030101010101" pitchFamily="2" charset="-122"/>
              </a:rPr>
              <a:t>x</a:t>
            </a:r>
            <a:r>
              <a:rPr lang="en-US" altLang="zh-CN" sz="3200" dirty="0">
                <a:latin typeface="Times New Roman" panose="02020603050405020304" pitchFamily="18" charset="0"/>
                <a:ea typeface="宋体" panose="02010600030101010101" pitchFamily="2" charset="-122"/>
              </a:rPr>
              <a:t>) = |( </a:t>
            </a:r>
            <a:r>
              <a:rPr lang="en-US" altLang="zh-CN" sz="3200" i="1" dirty="0">
                <a:latin typeface="Times New Roman" panose="02020603050405020304" pitchFamily="18" charset="0"/>
                <a:ea typeface="宋体" panose="02010600030101010101" pitchFamily="2" charset="-122"/>
              </a:rPr>
              <a:t>x – a </a:t>
            </a:r>
            <a:r>
              <a:rPr lang="en-US" altLang="zh-CN" sz="3200" dirty="0">
                <a:latin typeface="Times New Roman" panose="02020603050405020304" pitchFamily="18" charset="0"/>
                <a:ea typeface="宋体" panose="02010600030101010101" pitchFamily="2" charset="-122"/>
              </a:rPr>
              <a:t>)( </a:t>
            </a:r>
            <a:r>
              <a:rPr lang="en-US" altLang="zh-CN" sz="3200" i="1" dirty="0">
                <a:latin typeface="Times New Roman" panose="02020603050405020304" pitchFamily="18" charset="0"/>
                <a:ea typeface="宋体" panose="02010600030101010101" pitchFamily="2" charset="-122"/>
              </a:rPr>
              <a:t>x – b </a:t>
            </a:r>
            <a:r>
              <a:rPr lang="en-US" altLang="zh-CN" sz="3200" dirty="0">
                <a:latin typeface="Times New Roman" panose="02020603050405020304" pitchFamily="18" charset="0"/>
                <a:ea typeface="宋体" panose="02010600030101010101" pitchFamily="2" charset="-122"/>
              </a:rPr>
              <a:t>)| </a:t>
            </a:r>
            <a:endParaRPr lang="en-US" altLang="zh-CN" sz="3200" dirty="0">
              <a:latin typeface="Times New Roman" panose="02020603050405020304" pitchFamily="18" charset="0"/>
              <a:ea typeface="宋体" panose="02010600030101010101" pitchFamily="2" charset="-122"/>
            </a:endParaRPr>
          </a:p>
        </p:txBody>
      </p:sp>
      <p:graphicFrame>
        <p:nvGraphicFramePr>
          <p:cNvPr id="11273" name="Object 9"/>
          <p:cNvGraphicFramePr/>
          <p:nvPr/>
        </p:nvGraphicFramePr>
        <p:xfrm>
          <a:off x="595313" y="4857750"/>
          <a:ext cx="4738687" cy="1009650"/>
        </p:xfrm>
        <a:graphic>
          <a:graphicData uri="http://schemas.openxmlformats.org/presentationml/2006/ole">
            <mc:AlternateContent xmlns:mc="http://schemas.openxmlformats.org/markup-compatibility/2006">
              <mc:Choice xmlns:v="urn:schemas-microsoft-com:vml" Requires="v">
                <p:oleObj spid="_x0000_s3305" name="" r:id="rId5" imgW="1968500" imgH="419100" progId="Equation.3">
                  <p:embed/>
                </p:oleObj>
              </mc:Choice>
              <mc:Fallback>
                <p:oleObj name="" r:id="rId5" imgW="1968500" imgH="419100" progId="Equation.3">
                  <p:embed/>
                  <p:pic>
                    <p:nvPicPr>
                      <p:cNvPr id="0" name="图片 3304"/>
                      <p:cNvPicPr/>
                      <p:nvPr/>
                    </p:nvPicPr>
                    <p:blipFill>
                      <a:blip r:embed="rId6"/>
                      <a:stretch>
                        <a:fillRect/>
                      </a:stretch>
                    </p:blipFill>
                    <p:spPr>
                      <a:xfrm>
                        <a:off x="595313" y="4857750"/>
                        <a:ext cx="4738687" cy="1009650"/>
                      </a:xfrm>
                      <a:prstGeom prst="rect">
                        <a:avLst/>
                      </a:prstGeom>
                      <a:noFill/>
                      <a:ln w="38100">
                        <a:noFill/>
                        <a:miter/>
                      </a:ln>
                    </p:spPr>
                  </p:pic>
                </p:oleObj>
              </mc:Fallback>
            </mc:AlternateContent>
          </a:graphicData>
        </a:graphic>
      </p:graphicFrame>
      <p:graphicFrame>
        <p:nvGraphicFramePr>
          <p:cNvPr id="11275" name="Object 11"/>
          <p:cNvGraphicFramePr/>
          <p:nvPr/>
        </p:nvGraphicFramePr>
        <p:xfrm>
          <a:off x="5715000" y="4929188"/>
          <a:ext cx="2951163" cy="920750"/>
        </p:xfrm>
        <a:graphic>
          <a:graphicData uri="http://schemas.openxmlformats.org/presentationml/2006/ole">
            <mc:AlternateContent xmlns:mc="http://schemas.openxmlformats.org/markup-compatibility/2006">
              <mc:Choice xmlns:v="urn:schemas-microsoft-com:vml" Requires="v">
                <p:oleObj spid="_x0000_s3308" name="" r:id="rId7" imgW="1294130" imgH="405765" progId="Equation.3">
                  <p:embed/>
                </p:oleObj>
              </mc:Choice>
              <mc:Fallback>
                <p:oleObj name="" r:id="rId7" imgW="1294130" imgH="405765" progId="Equation.3">
                  <p:embed/>
                  <p:pic>
                    <p:nvPicPr>
                      <p:cNvPr id="0" name="图片 3307"/>
                      <p:cNvPicPr/>
                      <p:nvPr/>
                    </p:nvPicPr>
                    <p:blipFill>
                      <a:blip r:embed="rId8"/>
                      <a:stretch>
                        <a:fillRect/>
                      </a:stretch>
                    </p:blipFill>
                    <p:spPr>
                      <a:xfrm>
                        <a:off x="5715000" y="4929188"/>
                        <a:ext cx="2951163" cy="9207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wipe(left)">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9">
                                            <p:txEl>
                                              <p:charRg st="0" end="19"/>
                                            </p:txEl>
                                          </p:spTgt>
                                        </p:tgtEl>
                                        <p:attrNameLst>
                                          <p:attrName>style.visibility</p:attrName>
                                        </p:attrNameLst>
                                      </p:cBhvr>
                                      <p:to>
                                        <p:strVal val="visible"/>
                                      </p:to>
                                    </p:set>
                                    <p:animEffect transition="in" filter="wipe(left)">
                                      <p:cBhvr>
                                        <p:cTn id="12" dur="500"/>
                                        <p:tgtEl>
                                          <p:spTgt spid="11269">
                                            <p:txEl>
                                              <p:charRg st="0"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270"/>
                                        </p:tgtEl>
                                        <p:attrNameLst>
                                          <p:attrName>style.visibility</p:attrName>
                                        </p:attrNameLst>
                                      </p:cBhvr>
                                      <p:to>
                                        <p:strVal val="visible"/>
                                      </p:to>
                                    </p:set>
                                    <p:animEffect transition="in" filter="wipe(left)">
                                      <p:cBhvr>
                                        <p:cTn id="17" dur="500"/>
                                        <p:tgtEl>
                                          <p:spTgt spid="112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72">
                                            <p:txEl>
                                              <p:charRg st="0" end="30"/>
                                            </p:txEl>
                                          </p:spTgt>
                                        </p:tgtEl>
                                        <p:attrNameLst>
                                          <p:attrName>style.visibility</p:attrName>
                                        </p:attrNameLst>
                                      </p:cBhvr>
                                      <p:to>
                                        <p:strVal val="visible"/>
                                      </p:to>
                                    </p:set>
                                    <p:animEffect transition="in" filter="wipe(left)">
                                      <p:cBhvr>
                                        <p:cTn id="22" dur="500"/>
                                        <p:tgtEl>
                                          <p:spTgt spid="11272">
                                            <p:txEl>
                                              <p:charRg st="0" end="3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73"/>
                                        </p:tgtEl>
                                        <p:attrNameLst>
                                          <p:attrName>style.visibility</p:attrName>
                                        </p:attrNameLst>
                                      </p:cBhvr>
                                      <p:to>
                                        <p:strVal val="visible"/>
                                      </p:to>
                                    </p:set>
                                    <p:animEffect transition="in" filter="wipe(left)">
                                      <p:cBhvr>
                                        <p:cTn id="27" dur="500"/>
                                        <p:tgtEl>
                                          <p:spTgt spid="1127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75"/>
                                        </p:tgtEl>
                                        <p:attrNameLst>
                                          <p:attrName>style.visibility</p:attrName>
                                        </p:attrNameLst>
                                      </p:cBhvr>
                                      <p:to>
                                        <p:strVal val="visible"/>
                                      </p:to>
                                    </p:set>
                                    <p:animEffect transition="in" filter="wipe(left)">
                                      <p:cBhvr>
                                        <p:cTn id="32" dur="500"/>
                                        <p:tgtEl>
                                          <p:spTgt spid="11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build="p"/>
      <p:bldP spid="11272"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Text Box 2"/>
          <p:cNvSpPr txBox="1"/>
          <p:nvPr/>
        </p:nvSpPr>
        <p:spPr>
          <a:xfrm>
            <a:off x="2643188" y="214313"/>
            <a:ext cx="5691187" cy="584200"/>
          </a:xfrm>
          <a:prstGeom prst="rect">
            <a:avLst/>
          </a:prstGeom>
          <a:noFill/>
          <a:ln w="9525">
            <a:noFill/>
          </a:ln>
        </p:spPr>
        <p:txBody>
          <a:bodyPr anchor="t" anchorCtr="0">
            <a:spAutoFit/>
          </a:bodyPr>
          <a:p>
            <a:pPr>
              <a:spcBef>
                <a:spcPct val="50000"/>
              </a:spcBef>
            </a:pPr>
            <a:r>
              <a:rPr lang="zh-CN" altLang="en-US" sz="3200" b="1" dirty="0">
                <a:solidFill>
                  <a:schemeClr val="accent2"/>
                </a:solidFill>
                <a:latin typeface="Times New Roman" panose="02020603050405020304" pitchFamily="18" charset="0"/>
                <a:ea typeface="黑体" panose="02010609060101010101" pitchFamily="49" charset="-122"/>
              </a:rPr>
              <a:t>分段线性插值</a:t>
            </a:r>
            <a:endParaRPr lang="zh-CN" altLang="en-US" sz="3200" b="1" dirty="0">
              <a:solidFill>
                <a:schemeClr val="accent2"/>
              </a:solidFill>
              <a:latin typeface="Times New Roman" panose="02020603050405020304" pitchFamily="18" charset="0"/>
              <a:ea typeface="黑体" panose="02010609060101010101" pitchFamily="49" charset="-122"/>
            </a:endParaRPr>
          </a:p>
        </p:txBody>
      </p:sp>
      <p:sp>
        <p:nvSpPr>
          <p:cNvPr id="15363" name="Text Box 3"/>
          <p:cNvSpPr txBox="1"/>
          <p:nvPr/>
        </p:nvSpPr>
        <p:spPr>
          <a:xfrm>
            <a:off x="381000" y="838200"/>
            <a:ext cx="8305800" cy="1066800"/>
          </a:xfrm>
          <a:prstGeom prst="rect">
            <a:avLst/>
          </a:prstGeom>
          <a:noFill/>
          <a:ln w="9525">
            <a:noFill/>
          </a:ln>
        </p:spPr>
        <p:txBody>
          <a:bodyPr anchor="t" anchorCtr="0">
            <a:spAutoFit/>
          </a:bodyPr>
          <a:p>
            <a:pPr>
              <a:spcBef>
                <a:spcPct val="50000"/>
              </a:spcBef>
            </a:pPr>
            <a:r>
              <a:rPr lang="zh-CN" altLang="en-US" sz="3200" b="1" dirty="0">
                <a:latin typeface="Times New Roman" panose="02020603050405020304" pitchFamily="18" charset="0"/>
                <a:ea typeface="黑体" panose="02010609060101010101" pitchFamily="49" charset="-122"/>
              </a:rPr>
              <a:t>插值节点满足</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x</a:t>
            </a:r>
            <a:r>
              <a:rPr lang="en-US" altLang="zh-CN" sz="3200" b="1" baseline="-25000" dirty="0">
                <a:latin typeface="Times New Roman" panose="02020603050405020304" pitchFamily="18" charset="0"/>
                <a:ea typeface="宋体" panose="02010600030101010101" pitchFamily="2" charset="-122"/>
              </a:rPr>
              <a:t>0</a:t>
            </a:r>
            <a:r>
              <a:rPr lang="en-US" altLang="zh-CN" sz="3200" b="1" dirty="0">
                <a:latin typeface="Times New Roman" panose="02020603050405020304" pitchFamily="18" charset="0"/>
                <a:ea typeface="宋体" panose="02010600030101010101" pitchFamily="2" charset="-122"/>
              </a:rPr>
              <a:t>&lt;</a:t>
            </a:r>
            <a:r>
              <a:rPr lang="en-US" altLang="zh-CN" sz="3200" b="1" i="1" dirty="0">
                <a:latin typeface="Times New Roman" panose="02020603050405020304" pitchFamily="18" charset="0"/>
                <a:ea typeface="宋体" panose="02010600030101010101" pitchFamily="2" charset="-122"/>
              </a:rPr>
              <a:t>x</a:t>
            </a:r>
            <a:r>
              <a:rPr lang="en-US" altLang="zh-CN" sz="3200" b="1" baseline="-25000" dirty="0">
                <a:latin typeface="Times New Roman" panose="02020603050405020304" pitchFamily="18" charset="0"/>
                <a:ea typeface="宋体" panose="02010600030101010101" pitchFamily="2" charset="-122"/>
              </a:rPr>
              <a:t>1</a:t>
            </a:r>
            <a:r>
              <a:rPr lang="en-US" altLang="zh-CN" sz="3200" b="1" dirty="0">
                <a:latin typeface="Times New Roman" panose="02020603050405020304" pitchFamily="18" charset="0"/>
                <a:ea typeface="宋体" panose="02010600030101010101" pitchFamily="2" charset="-122"/>
              </a:rPr>
              <a:t>&lt;···&lt;</a:t>
            </a:r>
            <a:r>
              <a:rPr lang="en-US" altLang="zh-CN" sz="3200" b="1" i="1" dirty="0">
                <a:latin typeface="Times New Roman" panose="02020603050405020304" pitchFamily="18" charset="0"/>
                <a:ea typeface="宋体" panose="02010600030101010101" pitchFamily="2" charset="-122"/>
              </a:rPr>
              <a:t>x</a:t>
            </a:r>
            <a:r>
              <a:rPr lang="en-US" altLang="zh-CN" sz="3200" b="1" i="1" baseline="-25000"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已知</a:t>
            </a:r>
            <a:endParaRPr lang="zh-CN" altLang="en-US" sz="3200" b="1" dirty="0">
              <a:latin typeface="Times New Roman" panose="02020603050405020304" pitchFamily="18" charset="0"/>
              <a:ea typeface="黑体" panose="02010609060101010101" pitchFamily="49" charset="-122"/>
            </a:endParaRPr>
          </a:p>
          <a:p>
            <a:pPr algn="ctr"/>
            <a:r>
              <a:rPr lang="en-US" altLang="zh-CN" sz="3200" b="1" i="1" dirty="0">
                <a:latin typeface="Times New Roman" panose="02020603050405020304" pitchFamily="18" charset="0"/>
                <a:ea typeface="宋体" panose="02010600030101010101" pitchFamily="2" charset="-122"/>
              </a:rPr>
              <a:t>f </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x</a:t>
            </a:r>
            <a:r>
              <a:rPr lang="en-US" altLang="zh-CN" sz="3200" b="1" i="1" baseline="-25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 = y</a:t>
            </a:r>
            <a:r>
              <a:rPr lang="en-US" altLang="zh-CN" sz="3200" b="1" i="1" baseline="-25000"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0,1,2,···,</a:t>
            </a:r>
            <a:r>
              <a:rPr lang="en-US" altLang="zh-CN" sz="3200" b="1" i="1" dirty="0">
                <a:latin typeface="Times New Roman" panose="02020603050405020304" pitchFamily="18" charset="0"/>
                <a:ea typeface="宋体" panose="02010600030101010101" pitchFamily="2" charset="-122"/>
              </a:rPr>
              <a:t>n</a:t>
            </a:r>
            <a:r>
              <a:rPr lang="en-US" altLang="zh-CN" sz="3200" b="1" dirty="0">
                <a:latin typeface="Times New Roman" panose="02020603050405020304" pitchFamily="18" charset="0"/>
                <a:ea typeface="宋体" panose="02010600030101010101" pitchFamily="2" charset="-122"/>
              </a:rPr>
              <a:t>)</a:t>
            </a:r>
            <a:endParaRPr lang="en-US" altLang="zh-CN" sz="3200" b="1" dirty="0">
              <a:latin typeface="Times New Roman" panose="02020603050405020304" pitchFamily="18" charset="0"/>
              <a:ea typeface="宋体" panose="02010600030101010101" pitchFamily="2" charset="-122"/>
            </a:endParaRPr>
          </a:p>
        </p:txBody>
      </p:sp>
      <p:graphicFrame>
        <p:nvGraphicFramePr>
          <p:cNvPr id="15364" name="Object 2"/>
          <p:cNvGraphicFramePr>
            <a:graphicFrameLocks noChangeAspect="1"/>
          </p:cNvGraphicFramePr>
          <p:nvPr/>
        </p:nvGraphicFramePr>
        <p:xfrm>
          <a:off x="2089150" y="3919538"/>
          <a:ext cx="4889500" cy="1035050"/>
        </p:xfrm>
        <a:graphic>
          <a:graphicData uri="http://schemas.openxmlformats.org/presentationml/2006/ole">
            <mc:AlternateContent xmlns:mc="http://schemas.openxmlformats.org/markup-compatibility/2006">
              <mc:Choice xmlns:v="urn:schemas-microsoft-com:vml" Requires="v">
                <p:oleObj spid="_x0000_s3303" name="" r:id="rId1" imgW="2094865" imgH="444500" progId="Equation.DSMT4">
                  <p:embed/>
                </p:oleObj>
              </mc:Choice>
              <mc:Fallback>
                <p:oleObj name="" r:id="rId1" imgW="2094865" imgH="444500" progId="Equation.DSMT4">
                  <p:embed/>
                  <p:pic>
                    <p:nvPicPr>
                      <p:cNvPr id="0" name="图片 3302"/>
                      <p:cNvPicPr/>
                      <p:nvPr/>
                    </p:nvPicPr>
                    <p:blipFill>
                      <a:blip r:embed="rId2"/>
                      <a:stretch>
                        <a:fillRect/>
                      </a:stretch>
                    </p:blipFill>
                    <p:spPr>
                      <a:xfrm>
                        <a:off x="2089150" y="3919538"/>
                        <a:ext cx="4889500" cy="1035050"/>
                      </a:xfrm>
                      <a:prstGeom prst="rect">
                        <a:avLst/>
                      </a:prstGeom>
                      <a:noFill/>
                      <a:ln w="38100">
                        <a:noFill/>
                        <a:miter/>
                      </a:ln>
                    </p:spPr>
                  </p:pic>
                </p:oleObj>
              </mc:Fallback>
            </mc:AlternateContent>
          </a:graphicData>
        </a:graphic>
      </p:graphicFrame>
      <p:sp>
        <p:nvSpPr>
          <p:cNvPr id="15406" name="Rectangle 46"/>
          <p:cNvSpPr/>
          <p:nvPr/>
        </p:nvSpPr>
        <p:spPr>
          <a:xfrm>
            <a:off x="428625" y="2071688"/>
            <a:ext cx="6934200" cy="579437"/>
          </a:xfrm>
          <a:prstGeom prst="rect">
            <a:avLst/>
          </a:prstGeom>
          <a:noFill/>
          <a:ln w="9525">
            <a:noFill/>
          </a:ln>
        </p:spPr>
        <p:txBody>
          <a:bodyPr anchor="t" anchorCtr="0">
            <a:spAutoFit/>
          </a:bodyPr>
          <a:p>
            <a:r>
              <a:rPr lang="zh-CN" altLang="en-US" sz="3200" b="1" dirty="0">
                <a:latin typeface="Times New Roman" panose="02020603050405020304" pitchFamily="18" charset="0"/>
                <a:ea typeface="黑体" panose="02010609060101010101" pitchFamily="49" charset="-122"/>
              </a:rPr>
              <a:t>先设定区间序号</a:t>
            </a:r>
            <a:r>
              <a:rPr lang="en-US" altLang="zh-CN" sz="3200" b="1" i="1" dirty="0">
                <a:latin typeface="Times New Roman" panose="02020603050405020304" pitchFamily="18" charset="0"/>
                <a:ea typeface="宋体" panose="02010600030101010101" pitchFamily="2" charset="-122"/>
              </a:rPr>
              <a:t>k</a:t>
            </a:r>
            <a:r>
              <a:rPr lang="en-US" altLang="zh-CN" sz="3200" b="1" dirty="0">
                <a:latin typeface="Times New Roman" panose="02020603050405020304" pitchFamily="18" charset="0"/>
                <a:ea typeface="宋体" panose="02010600030101010101" pitchFamily="2" charset="-122"/>
              </a:rPr>
              <a:t>,</a:t>
            </a:r>
            <a:r>
              <a:rPr lang="en-US" altLang="zh-CN" sz="3200" b="1" i="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黑体" panose="02010609060101010101" pitchFamily="49" charset="-122"/>
              </a:rPr>
              <a:t>使得</a:t>
            </a:r>
            <a:r>
              <a:rPr lang="en-US" altLang="zh-CN" sz="3200" b="1" dirty="0">
                <a:latin typeface="Times New Roman" panose="02020603050405020304" pitchFamily="18" charset="0"/>
                <a:ea typeface="黑体" panose="02010609060101010101" pitchFamily="49" charset="-122"/>
              </a:rPr>
              <a:t> </a:t>
            </a:r>
            <a:r>
              <a:rPr lang="en-US" altLang="zh-CN" sz="3200" b="1" i="1" dirty="0">
                <a:latin typeface="Times New Roman" panose="02020603050405020304" pitchFamily="18" charset="0"/>
                <a:ea typeface="宋体" panose="02010600030101010101" pitchFamily="2" charset="-122"/>
              </a:rPr>
              <a:t>x</a:t>
            </a:r>
            <a:r>
              <a:rPr lang="en-US" altLang="zh-CN" sz="3200" b="1" i="1" baseline="-30000" dirty="0">
                <a:latin typeface="Times New Roman" panose="02020603050405020304" pitchFamily="18" charset="0"/>
                <a:ea typeface="宋体" panose="02010600030101010101" pitchFamily="2" charset="-122"/>
              </a:rPr>
              <a:t>k-</a:t>
            </a:r>
            <a:r>
              <a:rPr lang="en-US" altLang="zh-CN" sz="3200" b="1" baseline="-30000" dirty="0">
                <a:latin typeface="Times New Roman" panose="02020603050405020304" pitchFamily="18" charset="0"/>
                <a:ea typeface="宋体" panose="02010600030101010101" pitchFamily="2" charset="-122"/>
              </a:rPr>
              <a:t>1</a:t>
            </a:r>
            <a:r>
              <a:rPr lang="en-US" altLang="zh-CN" sz="3200" b="1" i="1" baseline="-30000"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≤x ≤ x</a:t>
            </a:r>
            <a:r>
              <a:rPr lang="en-US" altLang="zh-CN" sz="3200" b="1" i="1" baseline="-30000" dirty="0">
                <a:latin typeface="Times New Roman" panose="02020603050405020304" pitchFamily="18" charset="0"/>
                <a:ea typeface="宋体" panose="02010600030101010101" pitchFamily="2" charset="-122"/>
              </a:rPr>
              <a:t>k</a:t>
            </a:r>
            <a:endParaRPr lang="zh-CN" altLang="en-US" b="1" dirty="0">
              <a:latin typeface="Times New Roman" panose="02020603050405020304" pitchFamily="18" charset="0"/>
              <a:ea typeface="黑体" panose="02010609060101010101" pitchFamily="49" charset="-122"/>
            </a:endParaRPr>
          </a:p>
        </p:txBody>
      </p:sp>
      <p:sp>
        <p:nvSpPr>
          <p:cNvPr id="10" name="Rectangle 46"/>
          <p:cNvSpPr/>
          <p:nvPr/>
        </p:nvSpPr>
        <p:spPr>
          <a:xfrm>
            <a:off x="428625" y="3060700"/>
            <a:ext cx="6934200" cy="584200"/>
          </a:xfrm>
          <a:prstGeom prst="rect">
            <a:avLst/>
          </a:prstGeom>
          <a:noFill/>
          <a:ln w="9525">
            <a:noFill/>
          </a:ln>
        </p:spPr>
        <p:txBody>
          <a:bodyPr anchor="t" anchorCtr="0">
            <a:spAutoFit/>
          </a:bodyPr>
          <a:p>
            <a:r>
              <a:rPr lang="zh-CN" altLang="en-US" sz="3200" b="1" dirty="0">
                <a:latin typeface="Times New Roman" panose="02020603050405020304" pitchFamily="18" charset="0"/>
                <a:ea typeface="黑体" panose="02010609060101010101" pitchFamily="49" charset="-122"/>
              </a:rPr>
              <a:t>插值函数可写为</a:t>
            </a:r>
            <a:r>
              <a:rPr lang="en-US" altLang="zh-CN" sz="3200" b="1" dirty="0">
                <a:latin typeface="Times New Roman" panose="02020603050405020304" pitchFamily="18" charset="0"/>
                <a:ea typeface="黑体" panose="02010609060101010101" pitchFamily="49" charset="-122"/>
              </a:rPr>
              <a:t>:</a:t>
            </a:r>
            <a:endParaRPr lang="zh-CN" altLang="en-US" b="1" dirty="0">
              <a:latin typeface="Times New Roman" panose="02020603050405020304" pitchFamily="18" charset="0"/>
              <a:ea typeface="黑体" panose="02010609060101010101" pitchFamily="49" charset="-122"/>
            </a:endParaRPr>
          </a:p>
        </p:txBody>
      </p:sp>
      <p:sp>
        <p:nvSpPr>
          <p:cNvPr id="11" name="Rectangle 46"/>
          <p:cNvSpPr/>
          <p:nvPr/>
        </p:nvSpPr>
        <p:spPr>
          <a:xfrm>
            <a:off x="428625" y="5229225"/>
            <a:ext cx="8501063" cy="584200"/>
          </a:xfrm>
          <a:prstGeom prst="rect">
            <a:avLst/>
          </a:prstGeom>
          <a:noFill/>
          <a:ln w="9525">
            <a:noFill/>
          </a:ln>
        </p:spPr>
        <p:txBody>
          <a:bodyPr anchor="t" anchorCtr="0">
            <a:spAutoFit/>
          </a:bodyPr>
          <a:p>
            <a:r>
              <a:rPr lang="zh-CN" altLang="en-US" sz="3200" b="1" dirty="0">
                <a:latin typeface="Times New Roman" panose="02020603050405020304" pitchFamily="18" charset="0"/>
                <a:ea typeface="黑体" panose="02010609060101010101" pitchFamily="49" charset="-122"/>
              </a:rPr>
              <a:t>该式是通过</a:t>
            </a:r>
            <a:r>
              <a:rPr lang="en-US"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黑体" panose="02010609060101010101" pitchFamily="49" charset="-122"/>
              </a:rPr>
              <a:t>x</a:t>
            </a:r>
            <a:r>
              <a:rPr lang="en-US" altLang="zh-CN" sz="3200" b="1" i="1" baseline="-25000" dirty="0">
                <a:latin typeface="Times New Roman" panose="02020603050405020304" pitchFamily="18" charset="0"/>
                <a:ea typeface="黑体" panose="02010609060101010101" pitchFamily="49" charset="-122"/>
              </a:rPr>
              <a:t>k-</a:t>
            </a:r>
            <a:r>
              <a:rPr lang="en-US" altLang="zh-CN" sz="3200" b="1" baseline="-25000" dirty="0">
                <a:latin typeface="Times New Roman" panose="02020603050405020304" pitchFamily="18" charset="0"/>
                <a:ea typeface="黑体" panose="02010609060101010101" pitchFamily="49" charset="-122"/>
              </a:rPr>
              <a:t>1</a:t>
            </a:r>
            <a:r>
              <a:rPr lang="en-US"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黑体" panose="02010609060101010101" pitchFamily="49" charset="-122"/>
              </a:rPr>
              <a:t>y</a:t>
            </a:r>
            <a:r>
              <a:rPr lang="en-US" altLang="zh-CN" sz="3200" b="1" i="1" baseline="-25000" dirty="0">
                <a:latin typeface="Times New Roman" panose="02020603050405020304" pitchFamily="18" charset="0"/>
                <a:ea typeface="黑体" panose="02010609060101010101" pitchFamily="49" charset="-122"/>
              </a:rPr>
              <a:t>k-</a:t>
            </a:r>
            <a:r>
              <a:rPr lang="en-US" altLang="zh-CN" sz="3200" b="1" baseline="-25000" dirty="0">
                <a:latin typeface="Times New Roman" panose="02020603050405020304" pitchFamily="18" charset="0"/>
                <a:ea typeface="黑体" panose="02010609060101010101" pitchFamily="49" charset="-122"/>
              </a:rPr>
              <a:t>1</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和</a:t>
            </a:r>
            <a:r>
              <a:rPr lang="en-US"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黑体" panose="02010609060101010101" pitchFamily="49" charset="-122"/>
              </a:rPr>
              <a:t>x</a:t>
            </a:r>
            <a:r>
              <a:rPr lang="en-US" altLang="zh-CN" sz="3200" b="1" i="1" baseline="-25000" dirty="0">
                <a:latin typeface="Times New Roman" panose="02020603050405020304" pitchFamily="18" charset="0"/>
                <a:ea typeface="黑体" panose="02010609060101010101" pitchFamily="49" charset="-122"/>
              </a:rPr>
              <a:t>k</a:t>
            </a:r>
            <a:r>
              <a:rPr lang="en-US"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黑体" panose="02010609060101010101" pitchFamily="49" charset="-122"/>
              </a:rPr>
              <a:t>y</a:t>
            </a:r>
            <a:r>
              <a:rPr lang="en-US" altLang="zh-CN" sz="3200" b="1" i="1" baseline="-25000" dirty="0">
                <a:latin typeface="Times New Roman" panose="02020603050405020304" pitchFamily="18" charset="0"/>
                <a:ea typeface="黑体" panose="02010609060101010101" pitchFamily="49" charset="-122"/>
              </a:rPr>
              <a:t>k</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两点的线性函数。</a:t>
            </a:r>
            <a:endParaRPr lang="zh-CN" altLang="en-US" b="1"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charRg st="0" end="25"/>
                                            </p:txEl>
                                          </p:spTgt>
                                        </p:tgtEl>
                                        <p:attrNameLst>
                                          <p:attrName>style.visibility</p:attrName>
                                        </p:attrNameLst>
                                      </p:cBhvr>
                                      <p:to>
                                        <p:strVal val="visible"/>
                                      </p:to>
                                    </p:set>
                                    <p:animEffect transition="in" filter="wipe(left)">
                                      <p:cBhvr>
                                        <p:cTn id="7" dur="500"/>
                                        <p:tgtEl>
                                          <p:spTgt spid="15363">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3">
                                            <p:txEl>
                                              <p:charRg st="25" end="59"/>
                                            </p:txEl>
                                          </p:spTgt>
                                        </p:tgtEl>
                                        <p:attrNameLst>
                                          <p:attrName>style.visibility</p:attrName>
                                        </p:attrNameLst>
                                      </p:cBhvr>
                                      <p:to>
                                        <p:strVal val="visible"/>
                                      </p:to>
                                    </p:set>
                                    <p:animEffect transition="in" filter="wipe(left)">
                                      <p:cBhvr>
                                        <p:cTn id="12" dur="500"/>
                                        <p:tgtEl>
                                          <p:spTgt spid="15363">
                                            <p:txEl>
                                              <p:charRg st="25" end="5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500" fill="hold">
                                          <p:stCondLst>
                                            <p:cond delay="0"/>
                                          </p:stCondLst>
                                        </p:cTn>
                                        <p:tgtEl>
                                          <p:spTgt spid="15406">
                                            <p:txEl>
                                              <p:charRg st="0" end="26"/>
                                            </p:txEl>
                                          </p:spTgt>
                                        </p:tgtEl>
                                        <p:attrNameLst>
                                          <p:attrName>style.visibility</p:attrName>
                                        </p:attrNameLst>
                                      </p:cBhvr>
                                      <p:to>
                                        <p:strVal val="visible"/>
                                      </p:to>
                                    </p:set>
                                    <p:animEffect transition="in" filter="wipe(left)">
                                      <p:cBhvr>
                                        <p:cTn id="17" dur="500"/>
                                        <p:tgtEl>
                                          <p:spTgt spid="15406">
                                            <p:txEl>
                                              <p:charRg st="0" end="2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xEl>
                                              <p:charRg st="0" end="9"/>
                                            </p:txEl>
                                          </p:spTgt>
                                        </p:tgtEl>
                                        <p:attrNameLst>
                                          <p:attrName>style.visibility</p:attrName>
                                        </p:attrNameLst>
                                      </p:cBhvr>
                                      <p:to>
                                        <p:strVal val="visible"/>
                                      </p:to>
                                    </p:set>
                                    <p:animEffect transition="in" filter="wipe(left)">
                                      <p:cBhvr>
                                        <p:cTn id="22" dur="500"/>
                                        <p:tgtEl>
                                          <p:spTgt spid="10">
                                            <p:txEl>
                                              <p:charRg st="0"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364"/>
                                        </p:tgtEl>
                                        <p:attrNameLst>
                                          <p:attrName>style.visibility</p:attrName>
                                        </p:attrNameLst>
                                      </p:cBhvr>
                                      <p:to>
                                        <p:strVal val="visible"/>
                                      </p:to>
                                    </p:set>
                                    <p:animEffect transition="in" filter="wipe(left)">
                                      <p:cBhvr>
                                        <p:cTn id="27" dur="500"/>
                                        <p:tgtEl>
                                          <p:spTgt spid="153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xEl>
                                              <p:charRg st="0" end="33"/>
                                            </p:txEl>
                                          </p:spTgt>
                                        </p:tgtEl>
                                        <p:attrNameLst>
                                          <p:attrName>style.visibility</p:attrName>
                                        </p:attrNameLst>
                                      </p:cBhvr>
                                      <p:to>
                                        <p:strVal val="visible"/>
                                      </p:to>
                                    </p:set>
                                    <p:animEffect transition="in" filter="wipe(left)">
                                      <p:cBhvr>
                                        <p:cTn id="32" dur="500"/>
                                        <p:tgtEl>
                                          <p:spTgt spid="11">
                                            <p:txEl>
                                              <p:charRg st="0" end="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P spid="15406" grpId="0" build="p"/>
      <p:bldP spid="10" grpId="0" build="p"/>
      <p:bldP spid="11"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3"/>
          <p:cNvSpPr txBox="1"/>
          <p:nvPr/>
        </p:nvSpPr>
        <p:spPr>
          <a:xfrm>
            <a:off x="304800" y="142875"/>
            <a:ext cx="8458200" cy="1076325"/>
          </a:xfrm>
          <a:prstGeom prst="rect">
            <a:avLst/>
          </a:prstGeom>
          <a:noFill/>
          <a:ln w="9525">
            <a:noFill/>
          </a:ln>
        </p:spPr>
        <p:txBody>
          <a:bodyPr anchor="t" anchorCtr="0">
            <a:spAutoFit/>
          </a:bodyPr>
          <a:p>
            <a:pPr>
              <a:spcBef>
                <a:spcPct val="50000"/>
              </a:spcBef>
            </a:pPr>
            <a:r>
              <a:rPr lang="zh-CN" altLang="en-US" sz="3200" b="1" dirty="0">
                <a:solidFill>
                  <a:srgbClr val="0070C0"/>
                </a:solidFill>
                <a:latin typeface="Times New Roman" panose="02020603050405020304" pitchFamily="18" charset="0"/>
                <a:ea typeface="宋体" panose="02010600030101010101" pitchFamily="2" charset="-122"/>
              </a:rPr>
              <a:t>例 </a:t>
            </a:r>
            <a:r>
              <a:rPr lang="zh-CN" altLang="en-US" sz="3200" b="1" dirty="0">
                <a:latin typeface="Times New Roman" panose="02020603050405020304" pitchFamily="18" charset="0"/>
                <a:ea typeface="黑体" panose="02010609060101010101" pitchFamily="49" charset="-122"/>
              </a:rPr>
              <a:t>已知</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(–1) = 1,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(0) = 0, </a:t>
            </a:r>
            <a:r>
              <a:rPr lang="en-US" altLang="zh-CN" sz="3200" b="1" i="1" dirty="0">
                <a:latin typeface="Times New Roman" panose="02020603050405020304" pitchFamily="18" charset="0"/>
                <a:ea typeface="宋体" panose="02010600030101010101" pitchFamily="2" charset="-122"/>
              </a:rPr>
              <a:t>f</a:t>
            </a:r>
            <a:r>
              <a:rPr lang="en-US" altLang="zh-CN" sz="3200" b="1" dirty="0">
                <a:latin typeface="Times New Roman" panose="02020603050405020304" pitchFamily="18" charset="0"/>
                <a:ea typeface="宋体" panose="02010600030101010101" pitchFamily="2" charset="-122"/>
              </a:rPr>
              <a:t>(1) = 1</a:t>
            </a:r>
            <a:r>
              <a:rPr lang="zh-CN" altLang="en-US"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黑体" panose="02010609060101010101" pitchFamily="49" charset="-122"/>
              </a:rPr>
              <a:t>构造分段三次多项式是满足自然边界的样条函数。</a:t>
            </a:r>
            <a:endParaRPr lang="en-US" altLang="zh-CN" sz="3200" b="1" dirty="0">
              <a:latin typeface="Times New Roman" panose="02020603050405020304" pitchFamily="18" charset="0"/>
              <a:ea typeface="黑体" panose="02010609060101010101" pitchFamily="49" charset="-122"/>
            </a:endParaRPr>
          </a:p>
        </p:txBody>
      </p:sp>
      <p:graphicFrame>
        <p:nvGraphicFramePr>
          <p:cNvPr id="11277" name="Object 13"/>
          <p:cNvGraphicFramePr>
            <a:graphicFrameLocks noChangeAspect="1"/>
          </p:cNvGraphicFramePr>
          <p:nvPr/>
        </p:nvGraphicFramePr>
        <p:xfrm>
          <a:off x="3071813" y="5048250"/>
          <a:ext cx="4818062" cy="1809750"/>
        </p:xfrm>
        <a:graphic>
          <a:graphicData uri="http://schemas.openxmlformats.org/presentationml/2006/ole">
            <mc:AlternateContent xmlns:mc="http://schemas.openxmlformats.org/markup-compatibility/2006">
              <mc:Choice xmlns:v="urn:schemas-microsoft-com:vml" Requires="v">
                <p:oleObj spid="_x0000_s3312" name="" r:id="rId1" imgW="2235200" imgH="838200" progId="Equation.DSMT4">
                  <p:embed/>
                </p:oleObj>
              </mc:Choice>
              <mc:Fallback>
                <p:oleObj name="" r:id="rId1" imgW="2235200" imgH="838200" progId="Equation.DSMT4">
                  <p:embed/>
                  <p:pic>
                    <p:nvPicPr>
                      <p:cNvPr id="0" name="图片 3311"/>
                      <p:cNvPicPr/>
                      <p:nvPr/>
                    </p:nvPicPr>
                    <p:blipFill>
                      <a:blip r:embed="rId2"/>
                      <a:stretch>
                        <a:fillRect/>
                      </a:stretch>
                    </p:blipFill>
                    <p:spPr>
                      <a:xfrm>
                        <a:off x="3071813" y="5048250"/>
                        <a:ext cx="4818062" cy="1809750"/>
                      </a:xfrm>
                      <a:prstGeom prst="rect">
                        <a:avLst/>
                      </a:prstGeom>
                      <a:noFill/>
                      <a:ln w="38100">
                        <a:noFill/>
                        <a:miter/>
                      </a:ln>
                    </p:spPr>
                  </p:pic>
                </p:oleObj>
              </mc:Fallback>
            </mc:AlternateContent>
          </a:graphicData>
        </a:graphic>
      </p:graphicFrame>
      <p:sp>
        <p:nvSpPr>
          <p:cNvPr id="21" name="TextBox 20"/>
          <p:cNvSpPr txBox="1"/>
          <p:nvPr/>
        </p:nvSpPr>
        <p:spPr>
          <a:xfrm>
            <a:off x="357188" y="1285875"/>
            <a:ext cx="1000125" cy="584200"/>
          </a:xfrm>
          <a:prstGeom prst="rect">
            <a:avLst/>
          </a:prstGeom>
          <a:noFill/>
          <a:ln w="9525">
            <a:noFill/>
          </a:ln>
        </p:spPr>
        <p:txBody>
          <a:bodyPr anchor="t" anchorCtr="0">
            <a:spAutoFit/>
          </a:bodyPr>
          <a:p>
            <a:r>
              <a:rPr lang="zh-CN" altLang="en-US" sz="3200" b="1" dirty="0">
                <a:latin typeface="Times New Roman" panose="02020603050405020304" pitchFamily="18" charset="0"/>
                <a:ea typeface="黑体" panose="02010609060101010101" pitchFamily="49" charset="-122"/>
              </a:rPr>
              <a:t>解</a:t>
            </a:r>
            <a:r>
              <a:rPr lang="en-US" altLang="zh-CN" sz="3200" b="1" dirty="0">
                <a:latin typeface="Times New Roman" panose="02020603050405020304" pitchFamily="18" charset="0"/>
                <a:ea typeface="黑体" panose="02010609060101010101" pitchFamily="49" charset="-122"/>
              </a:rPr>
              <a:t>:</a:t>
            </a:r>
            <a:endParaRPr lang="zh-CN" altLang="en-US" sz="3200" b="1" dirty="0">
              <a:latin typeface="Times New Roman" panose="02020603050405020304" pitchFamily="18" charset="0"/>
              <a:ea typeface="黑体" panose="02010609060101010101" pitchFamily="49" charset="-122"/>
            </a:endParaRPr>
          </a:p>
        </p:txBody>
      </p:sp>
      <p:graphicFrame>
        <p:nvGraphicFramePr>
          <p:cNvPr id="5" name="Object 5"/>
          <p:cNvGraphicFramePr>
            <a:graphicFrameLocks noChangeAspect="1"/>
          </p:cNvGraphicFramePr>
          <p:nvPr/>
        </p:nvGraphicFramePr>
        <p:xfrm>
          <a:off x="1317625" y="1285875"/>
          <a:ext cx="6048375" cy="1123950"/>
        </p:xfrm>
        <a:graphic>
          <a:graphicData uri="http://schemas.openxmlformats.org/presentationml/2006/ole">
            <mc:AlternateContent xmlns:mc="http://schemas.openxmlformats.org/markup-compatibility/2006">
              <mc:Choice xmlns:v="urn:schemas-microsoft-com:vml" Requires="v">
                <p:oleObj spid="_x0000_s3309" name="" r:id="rId3" imgW="2806700" imgH="520700" progId="Equation.DSMT4">
                  <p:embed/>
                </p:oleObj>
              </mc:Choice>
              <mc:Fallback>
                <p:oleObj name="" r:id="rId3" imgW="2806700" imgH="520700" progId="Equation.DSMT4">
                  <p:embed/>
                  <p:pic>
                    <p:nvPicPr>
                      <p:cNvPr id="0" name="图片 3308"/>
                      <p:cNvPicPr/>
                      <p:nvPr/>
                    </p:nvPicPr>
                    <p:blipFill>
                      <a:blip r:embed="rId4"/>
                      <a:stretch>
                        <a:fillRect/>
                      </a:stretch>
                    </p:blipFill>
                    <p:spPr>
                      <a:xfrm>
                        <a:off x="1317625" y="1285875"/>
                        <a:ext cx="6048375" cy="1123950"/>
                      </a:xfrm>
                      <a:prstGeom prst="rect">
                        <a:avLst/>
                      </a:prstGeom>
                      <a:noFill/>
                      <a:ln w="38100">
                        <a:noFill/>
                        <a:miter/>
                      </a:ln>
                    </p:spPr>
                  </p:pic>
                </p:oleObj>
              </mc:Fallback>
            </mc:AlternateContent>
          </a:graphicData>
        </a:graphic>
      </p:graphicFrame>
      <p:graphicFrame>
        <p:nvGraphicFramePr>
          <p:cNvPr id="6" name="Object 6"/>
          <p:cNvGraphicFramePr>
            <a:graphicFrameLocks noChangeAspect="1"/>
          </p:cNvGraphicFramePr>
          <p:nvPr/>
        </p:nvGraphicFramePr>
        <p:xfrm>
          <a:off x="57150" y="2428875"/>
          <a:ext cx="8350250" cy="987425"/>
        </p:xfrm>
        <a:graphic>
          <a:graphicData uri="http://schemas.openxmlformats.org/presentationml/2006/ole">
            <mc:AlternateContent xmlns:mc="http://schemas.openxmlformats.org/markup-compatibility/2006">
              <mc:Choice xmlns:v="urn:schemas-microsoft-com:vml" Requires="v">
                <p:oleObj spid="_x0000_s3311" name="" r:id="rId5" imgW="3873500" imgH="457200" progId="Equation.DSMT4">
                  <p:embed/>
                </p:oleObj>
              </mc:Choice>
              <mc:Fallback>
                <p:oleObj name="" r:id="rId5" imgW="3873500" imgH="457200" progId="Equation.DSMT4">
                  <p:embed/>
                  <p:pic>
                    <p:nvPicPr>
                      <p:cNvPr id="0" name="图片 3310"/>
                      <p:cNvPicPr/>
                      <p:nvPr/>
                    </p:nvPicPr>
                    <p:blipFill>
                      <a:blip r:embed="rId6"/>
                      <a:stretch>
                        <a:fillRect/>
                      </a:stretch>
                    </p:blipFill>
                    <p:spPr>
                      <a:xfrm>
                        <a:off x="57150" y="2428875"/>
                        <a:ext cx="8350250" cy="987425"/>
                      </a:xfrm>
                      <a:prstGeom prst="rect">
                        <a:avLst/>
                      </a:prstGeom>
                      <a:noFill/>
                      <a:ln w="38100">
                        <a:noFill/>
                        <a:miter/>
                      </a:ln>
                    </p:spPr>
                  </p:pic>
                </p:oleObj>
              </mc:Fallback>
            </mc:AlternateContent>
          </a:graphicData>
        </a:graphic>
      </p:graphicFrame>
      <p:graphicFrame>
        <p:nvGraphicFramePr>
          <p:cNvPr id="7" name="Object 7"/>
          <p:cNvGraphicFramePr>
            <a:graphicFrameLocks noChangeAspect="1"/>
          </p:cNvGraphicFramePr>
          <p:nvPr/>
        </p:nvGraphicFramePr>
        <p:xfrm>
          <a:off x="19050" y="3721100"/>
          <a:ext cx="6789738" cy="493713"/>
        </p:xfrm>
        <a:graphic>
          <a:graphicData uri="http://schemas.openxmlformats.org/presentationml/2006/ole">
            <mc:AlternateContent xmlns:mc="http://schemas.openxmlformats.org/markup-compatibility/2006">
              <mc:Choice xmlns:v="urn:schemas-microsoft-com:vml" Requires="v">
                <p:oleObj spid="_x0000_s3310" name="" r:id="rId7" imgW="3149600" imgH="228600" progId="Equation.DSMT4">
                  <p:embed/>
                </p:oleObj>
              </mc:Choice>
              <mc:Fallback>
                <p:oleObj name="" r:id="rId7" imgW="3149600" imgH="228600" progId="Equation.DSMT4">
                  <p:embed/>
                  <p:pic>
                    <p:nvPicPr>
                      <p:cNvPr id="0" name="图片 3309"/>
                      <p:cNvPicPr/>
                      <p:nvPr/>
                    </p:nvPicPr>
                    <p:blipFill>
                      <a:blip r:embed="rId8"/>
                      <a:stretch>
                        <a:fillRect/>
                      </a:stretch>
                    </p:blipFill>
                    <p:spPr>
                      <a:xfrm>
                        <a:off x="19050" y="3721100"/>
                        <a:ext cx="6789738" cy="493713"/>
                      </a:xfrm>
                      <a:prstGeom prst="rect">
                        <a:avLst/>
                      </a:prstGeom>
                      <a:noFill/>
                      <a:ln w="38100">
                        <a:noFill/>
                        <a:miter/>
                      </a:ln>
                    </p:spPr>
                  </p:pic>
                </p:oleObj>
              </mc:Fallback>
            </mc:AlternateContent>
          </a:graphicData>
        </a:graphic>
      </p:graphicFrame>
      <p:graphicFrame>
        <p:nvGraphicFramePr>
          <p:cNvPr id="8" name="Object 8"/>
          <p:cNvGraphicFramePr>
            <a:graphicFrameLocks noChangeAspect="1"/>
          </p:cNvGraphicFramePr>
          <p:nvPr/>
        </p:nvGraphicFramePr>
        <p:xfrm>
          <a:off x="92075" y="4429125"/>
          <a:ext cx="6107113" cy="493713"/>
        </p:xfrm>
        <a:graphic>
          <a:graphicData uri="http://schemas.openxmlformats.org/presentationml/2006/ole">
            <mc:AlternateContent xmlns:mc="http://schemas.openxmlformats.org/markup-compatibility/2006">
              <mc:Choice xmlns:v="urn:schemas-microsoft-com:vml" Requires="v">
                <p:oleObj spid="_x0000_s3306" name="" r:id="rId9" imgW="2832100" imgH="228600" progId="Equation.DSMT4">
                  <p:embed/>
                </p:oleObj>
              </mc:Choice>
              <mc:Fallback>
                <p:oleObj name="" r:id="rId9" imgW="2832100" imgH="228600" progId="Equation.DSMT4">
                  <p:embed/>
                  <p:pic>
                    <p:nvPicPr>
                      <p:cNvPr id="0" name="图片 3305"/>
                      <p:cNvPicPr/>
                      <p:nvPr/>
                    </p:nvPicPr>
                    <p:blipFill>
                      <a:blip r:embed="rId10"/>
                      <a:stretch>
                        <a:fillRect/>
                      </a:stretch>
                    </p:blipFill>
                    <p:spPr>
                      <a:xfrm>
                        <a:off x="92075" y="4429125"/>
                        <a:ext cx="6107113" cy="493713"/>
                      </a:xfrm>
                      <a:prstGeom prst="rect">
                        <a:avLst/>
                      </a:prstGeom>
                      <a:noFill/>
                      <a:ln w="38100">
                        <a:noFill/>
                        <a:miter/>
                      </a:ln>
                    </p:spPr>
                  </p:pic>
                </p:oleObj>
              </mc:Fallback>
            </mc:AlternateContent>
          </a:graphicData>
        </a:graphic>
      </p:graphicFrame>
      <p:graphicFrame>
        <p:nvGraphicFramePr>
          <p:cNvPr id="2" name="Object 9"/>
          <p:cNvGraphicFramePr>
            <a:graphicFrameLocks noChangeAspect="1"/>
          </p:cNvGraphicFramePr>
          <p:nvPr/>
        </p:nvGraphicFramePr>
        <p:xfrm>
          <a:off x="298450" y="5429250"/>
          <a:ext cx="2217738" cy="1014413"/>
        </p:xfrm>
        <a:graphic>
          <a:graphicData uri="http://schemas.openxmlformats.org/presentationml/2006/ole">
            <mc:AlternateContent xmlns:mc="http://schemas.openxmlformats.org/markup-compatibility/2006">
              <mc:Choice xmlns:v="urn:schemas-microsoft-com:vml" Requires="v">
                <p:oleObj spid="_x0000_s3304" name="" r:id="rId11" imgW="1028700" imgH="469900" progId="Equation.DSMT4">
                  <p:embed/>
                </p:oleObj>
              </mc:Choice>
              <mc:Fallback>
                <p:oleObj name="" r:id="rId11" imgW="1028700" imgH="469900" progId="Equation.DSMT4">
                  <p:embed/>
                  <p:pic>
                    <p:nvPicPr>
                      <p:cNvPr id="0" name="图片 3303"/>
                      <p:cNvPicPr/>
                      <p:nvPr/>
                    </p:nvPicPr>
                    <p:blipFill>
                      <a:blip r:embed="rId12"/>
                      <a:stretch>
                        <a:fillRect/>
                      </a:stretch>
                    </p:blipFill>
                    <p:spPr>
                      <a:xfrm>
                        <a:off x="298450" y="5429250"/>
                        <a:ext cx="2217738" cy="10144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charRg st="0" end="59"/>
                                            </p:txEl>
                                          </p:spTgt>
                                        </p:tgtEl>
                                        <p:attrNameLst>
                                          <p:attrName>style.visibility</p:attrName>
                                        </p:attrNameLst>
                                      </p:cBhvr>
                                      <p:to>
                                        <p:strVal val="visible"/>
                                      </p:to>
                                    </p:set>
                                    <p:animEffect transition="in" filter="wipe(left)">
                                      <p:cBhvr>
                                        <p:cTn id="7" dur="500"/>
                                        <p:tgtEl>
                                          <p:spTgt spid="11267">
                                            <p:txEl>
                                              <p:charRg st="0"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fill="hold"/>
                                        <p:tgtEl>
                                          <p:spTgt spid="21"/>
                                        </p:tgtEl>
                                        <p:attrNameLst>
                                          <p:attrName>ppt_x</p:attrName>
                                        </p:attrNameLst>
                                      </p:cBhvr>
                                      <p:tavLst>
                                        <p:tav tm="0">
                                          <p:val>
                                            <p:strVal val="0-#ppt_w/2"/>
                                          </p:val>
                                        </p:tav>
                                        <p:tav tm="100000">
                                          <p:val>
                                            <p:strVal val="#ppt_x"/>
                                          </p:val>
                                        </p:tav>
                                      </p:tavLst>
                                    </p:anim>
                                    <p:anim calcmode="lin" valueType="num">
                                      <p:cBhvr additive="base">
                                        <p:cTn id="13"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277"/>
                                        </p:tgtEl>
                                        <p:attrNameLst>
                                          <p:attrName>style.visibility</p:attrName>
                                        </p:attrNameLst>
                                      </p:cBhvr>
                                      <p:to>
                                        <p:strVal val="visible"/>
                                      </p:to>
                                    </p:set>
                                    <p:animEffect transition="in" filter="wipe(left)">
                                      <p:cBhvr>
                                        <p:cTn id="43" dur="500"/>
                                        <p:tgtEl>
                                          <p:spTgt spid="11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21"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文本框 1"/>
          <p:cNvSpPr txBox="1"/>
          <p:nvPr/>
        </p:nvSpPr>
        <p:spPr>
          <a:xfrm>
            <a:off x="1466850" y="457200"/>
            <a:ext cx="5915025" cy="952500"/>
          </a:xfrm>
          <a:prstGeom prst="rect">
            <a:avLst/>
          </a:prstGeom>
          <a:noFill/>
          <a:ln w="9525">
            <a:noFill/>
          </a:ln>
        </p:spPr>
        <p:txBody>
          <a:bodyPr wrap="square" anchor="t" anchorCtr="0">
            <a:spAutoFit/>
          </a:bodyPr>
          <a:p>
            <a:r>
              <a:rPr lang="zh-CN" altLang="en-US">
                <a:latin typeface="Times New Roman" panose="02020603050405020304" pitchFamily="18" charset="0"/>
                <a:ea typeface="宋体" panose="02010600030101010101" pitchFamily="2" charset="-122"/>
              </a:rPr>
              <a:t>难点</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多元函数插值</a:t>
            </a:r>
            <a:endParaRPr lang="zh-CN" altLang="en-US">
              <a:latin typeface="Times New Roman" panose="02020603050405020304" pitchFamily="18" charset="0"/>
              <a:ea typeface="宋体" panose="02010600030101010101" pitchFamily="2" charset="-122"/>
            </a:endParaRPr>
          </a:p>
          <a:p>
            <a:endParaRPr lang="zh-CN" altLang="en-US">
              <a:latin typeface="Times New Roman" panose="02020603050405020304" pitchFamily="18" charset="0"/>
              <a:ea typeface="宋体" panose="02010600030101010101" pitchFamily="2" charset="-122"/>
            </a:endParaRPr>
          </a:p>
        </p:txBody>
      </p:sp>
      <p:pic>
        <p:nvPicPr>
          <p:cNvPr id="102402" name="图片 1"/>
          <p:cNvPicPr>
            <a:picLocks noChangeAspect="1"/>
          </p:cNvPicPr>
          <p:nvPr>
            <p:custDataLst>
              <p:tags r:id="rId1"/>
            </p:custDataLst>
          </p:nvPr>
        </p:nvPicPr>
        <p:blipFill>
          <a:blip r:embed="rId2"/>
          <a:stretch>
            <a:fillRect/>
          </a:stretch>
        </p:blipFill>
        <p:spPr>
          <a:xfrm>
            <a:off x="1108075" y="1209675"/>
            <a:ext cx="6927850" cy="5105400"/>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3425" name="图片 1"/>
          <p:cNvPicPr>
            <a:picLocks noChangeAspect="1"/>
          </p:cNvPicPr>
          <p:nvPr/>
        </p:nvPicPr>
        <p:blipFill>
          <a:blip r:embed="rId1"/>
          <a:stretch>
            <a:fillRect/>
          </a:stretch>
        </p:blipFill>
        <p:spPr>
          <a:xfrm>
            <a:off x="1247775" y="241300"/>
            <a:ext cx="6648450" cy="3092450"/>
          </a:xfrm>
          <a:prstGeom prst="rect">
            <a:avLst/>
          </a:prstGeom>
          <a:noFill/>
          <a:ln w="9525">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449" name="图片 1"/>
          <p:cNvPicPr>
            <a:picLocks noChangeAspect="1"/>
          </p:cNvPicPr>
          <p:nvPr/>
        </p:nvPicPr>
        <p:blipFill>
          <a:blip r:embed="rId1"/>
          <a:stretch>
            <a:fillRect/>
          </a:stretch>
        </p:blipFill>
        <p:spPr>
          <a:xfrm>
            <a:off x="1123950" y="1158875"/>
            <a:ext cx="6896100" cy="2813050"/>
          </a:xfrm>
          <a:prstGeom prst="rect">
            <a:avLst/>
          </a:prstGeom>
          <a:noFill/>
          <a:ln w="9525">
            <a:noFill/>
          </a:ln>
        </p:spPr>
      </p:pic>
      <p:pic>
        <p:nvPicPr>
          <p:cNvPr id="104450" name="图片 2"/>
          <p:cNvPicPr>
            <a:picLocks noChangeAspect="1"/>
          </p:cNvPicPr>
          <p:nvPr/>
        </p:nvPicPr>
        <p:blipFill>
          <a:blip r:embed="rId2"/>
          <a:stretch>
            <a:fillRect/>
          </a:stretch>
        </p:blipFill>
        <p:spPr>
          <a:xfrm>
            <a:off x="1279525" y="4337050"/>
            <a:ext cx="6584950" cy="1454150"/>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5473" name="图片 1"/>
          <p:cNvPicPr>
            <a:picLocks noChangeAspect="1"/>
          </p:cNvPicPr>
          <p:nvPr/>
        </p:nvPicPr>
        <p:blipFill>
          <a:blip r:embed="rId1"/>
          <a:stretch>
            <a:fillRect/>
          </a:stretch>
        </p:blipFill>
        <p:spPr>
          <a:xfrm>
            <a:off x="1203325" y="1244600"/>
            <a:ext cx="6737350" cy="4368800"/>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6497" name="图片 1"/>
          <p:cNvPicPr>
            <a:picLocks noChangeAspect="1"/>
          </p:cNvPicPr>
          <p:nvPr/>
        </p:nvPicPr>
        <p:blipFill>
          <a:blip r:embed="rId1"/>
          <a:stretch>
            <a:fillRect/>
          </a:stretch>
        </p:blipFill>
        <p:spPr>
          <a:xfrm>
            <a:off x="1706563" y="628650"/>
            <a:ext cx="5613400" cy="560070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PLACING_PICTURE_USER_VIEWPORT" val="{&quot;height&quot;:8895,&quot;width&quot;:18225}"/>
</p:tagLst>
</file>

<file path=ppt/tags/tag2.xml><?xml version="1.0" encoding="utf-8"?>
<p:tagLst xmlns:p="http://schemas.openxmlformats.org/presentationml/2006/main">
  <p:tag name="KSO_WM_UNIT_PLACING_PICTURE_USER_VIEWPORT" val="{&quot;height&quot;:8040,&quot;width&quot;:10910}"/>
</p:tagLst>
</file>

<file path=ppt/theme/theme1.xml><?xml version="1.0" encoding="utf-8"?>
<a:theme xmlns:a="http://schemas.openxmlformats.org/drawingml/2006/main" name="默认设计模板">
  <a:themeElements>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themeOverride>
</file>

<file path=docProps/app.xml><?xml version="1.0" encoding="utf-8"?>
<Properties xmlns="http://schemas.openxmlformats.org/officeDocument/2006/extended-properties" xmlns:vt="http://schemas.openxmlformats.org/officeDocument/2006/docPropsVTypes">
  <TotalTime>0</TotalTime>
  <Words>6059</Words>
  <Application>WPS 演示</Application>
  <PresentationFormat>全屏显示(4:3)</PresentationFormat>
  <Paragraphs>581</Paragraphs>
  <Slides>115</Slides>
  <Notes>3</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339</vt:i4>
      </vt:variant>
      <vt:variant>
        <vt:lpstr>幻灯片标题</vt:lpstr>
      </vt:variant>
      <vt:variant>
        <vt:i4>115</vt:i4>
      </vt:variant>
    </vt:vector>
  </HeadingPairs>
  <TitlesOfParts>
    <vt:vector size="469" baseType="lpstr">
      <vt:lpstr>Arial</vt:lpstr>
      <vt:lpstr>宋体</vt:lpstr>
      <vt:lpstr>Wingdings</vt:lpstr>
      <vt:lpstr>Times New Roman</vt:lpstr>
      <vt:lpstr>楷体</vt:lpstr>
      <vt:lpstr>黑体</vt:lpstr>
      <vt:lpstr>微软雅黑</vt:lpstr>
      <vt:lpstr>Arial Unicode MS</vt:lpstr>
      <vt:lpstr>楷体_GB2312</vt:lpstr>
      <vt:lpstr>新宋体</vt:lpstr>
      <vt:lpstr>Symbol</vt:lpstr>
      <vt:lpstr>Tahoma</vt:lpstr>
      <vt:lpstr>默认设计模板</vt:lpstr>
      <vt:lpstr>1_默认设计模板</vt:lpstr>
      <vt:lpstr>3_默认设计模板</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Equation.DSMT4</vt:lpstr>
      <vt:lpstr>Equation.3</vt:lpstr>
      <vt:lpstr>Equation.DSMT4</vt:lpstr>
      <vt:lpstr>Equation.3</vt:lpstr>
      <vt:lpstr>Equation.DSMT4</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Equation.DSMT4</vt:lpstr>
      <vt:lpstr>Equation.3</vt:lpstr>
      <vt:lpstr>Equation.DSMT4</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Equation.DSMT4</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Equation.DSMT4</vt:lpstr>
      <vt:lpstr>Equation.3</vt:lpstr>
      <vt:lpstr>Equation.3</vt:lpstr>
      <vt:lpstr>Equation.DSMT4</vt:lpstr>
      <vt:lpstr>Equation.DSMT4</vt:lpstr>
      <vt:lpstr>Equation.DSMT4</vt:lpstr>
      <vt:lpstr>Equation.DSMT4</vt:lpstr>
      <vt:lpstr>Equation.3</vt:lpstr>
      <vt:lpstr>Equation.3</vt:lpstr>
      <vt:lpstr>Equation.3</vt:lpstr>
      <vt:lpstr>Equation.3</vt:lpstr>
      <vt:lpstr>Equation.DSMT4</vt:lpstr>
      <vt:lpstr>Equation.DSMT4</vt:lpstr>
      <vt:lpstr>Equation.3</vt:lpstr>
      <vt:lpstr>Equation.3</vt:lpstr>
      <vt:lpstr>Equation.DSMT4</vt:lpstr>
      <vt:lpstr>Equation.3</vt:lpstr>
      <vt:lpstr>Equation.DSMT4</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zhong</dc:creator>
  <cp:lastModifiedBy>狂奔蜗牛</cp:lastModifiedBy>
  <cp:revision>445</cp:revision>
  <dcterms:created xsi:type="dcterms:W3CDTF">2003-09-17T09:40:00Z</dcterms:created>
  <dcterms:modified xsi:type="dcterms:W3CDTF">2021-12-12T12:52:16Z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2052-11.1.0.11115</vt:lpwstr>
  </property>
  <property fmtid="{D5CDD505-2E9C-101B-9397-08002B2CF9AE}" pid="3" name="ICV">
    <vt:lpwstr>3F810C9AE0EF45BEA81CA569A30BF3AA</vt:lpwstr>
  </property>
</Properties>
</file>